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slideLayouts/slideLayout24.xml" ContentType="application/vnd.openxmlformats-officedocument.presentationml.slideLayout+xml"/>
  <Override PartName="/ppt/theme/theme3.xml" ContentType="application/vnd.openxmlformats-officedocument.theme+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slideLayouts/slideLayout25.xml" ContentType="application/vnd.openxmlformats-officedocument.presentationml.slideLayout+xml"/>
  <Override PartName="/ppt/theme/theme4.xml" ContentType="application/vnd.openxmlformats-officedocument.theme+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slideLayouts/slideLayout26.xml" ContentType="application/vnd.openxmlformats-officedocument.presentationml.slideLayout+xml"/>
  <Override PartName="/ppt/theme/theme5.xml" ContentType="application/vnd.openxmlformats-officedocument.theme+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slideLayouts/slideLayout27.xml" ContentType="application/vnd.openxmlformats-officedocument.presentationml.slideLayout+xml"/>
  <Override PartName="/ppt/theme/theme6.xml" ContentType="application/vnd.openxmlformats-officedocument.theme+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slideLayouts/slideLayout28.xml" ContentType="application/vnd.openxmlformats-officedocument.presentationml.slideLayout+xml"/>
  <Override PartName="/ppt/theme/theme7.xml" ContentType="application/vnd.openxmlformats-officedocument.theme+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slideLayouts/slideLayout29.xml" ContentType="application/vnd.openxmlformats-officedocument.presentationml.slideLayout+xml"/>
  <Override PartName="/ppt/theme/theme8.xml" ContentType="application/vnd.openxmlformats-officedocument.theme+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slideLayouts/slideLayout30.xml" ContentType="application/vnd.openxmlformats-officedocument.presentationml.slideLayout+xml"/>
  <Override PartName="/ppt/theme/theme9.xml" ContentType="application/vnd.openxmlformats-officedocument.theme+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slideLayouts/slideLayout31.xml" ContentType="application/vnd.openxmlformats-officedocument.presentationml.slideLayout+xml"/>
  <Override PartName="/ppt/theme/theme10.xml" ContentType="application/vnd.openxmlformats-officedocument.theme+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slideLayouts/slideLayout32.xml" ContentType="application/vnd.openxmlformats-officedocument.presentationml.slideLayout+xml"/>
  <Override PartName="/ppt/theme/theme11.xml" ContentType="application/vnd.openxmlformats-officedocument.theme+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slideLayouts/slideLayout33.xml" ContentType="application/vnd.openxmlformats-officedocument.presentationml.slideLayout+xml"/>
  <Override PartName="/ppt/theme/theme12.xml" ContentType="application/vnd.openxmlformats-officedocument.theme+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slideLayouts/slideLayout34.xml" ContentType="application/vnd.openxmlformats-officedocument.presentationml.slideLayout+xml"/>
  <Override PartName="/ppt/theme/theme13.xml" ContentType="application/vnd.openxmlformats-officedocument.theme+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slideLayouts/slideLayout35.xml" ContentType="application/vnd.openxmlformats-officedocument.presentationml.slideLayout+xml"/>
  <Override PartName="/ppt/theme/theme14.xml" ContentType="application/vnd.openxmlformats-officedocument.theme+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slideLayouts/slideLayout36.xml" ContentType="application/vnd.openxmlformats-officedocument.presentationml.slideLayout+xml"/>
  <Override PartName="/ppt/theme/theme15.xml" ContentType="application/vnd.openxmlformats-officedocument.theme+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heme/theme16.xml" ContentType="application/vnd.openxmlformats-officedocument.theme+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notesSlides/notesSlide1.xml" ContentType="application/vnd.openxmlformats-officedocument.presentationml.notesSlide+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notesSlides/notesSlide2.xml" ContentType="application/vnd.openxmlformats-officedocument.presentationml.notesSlide+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notesSlides/notesSlide3.xml" ContentType="application/vnd.openxmlformats-officedocument.presentationml.notesSlide+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notesSlides/notesSlide4.xml" ContentType="application/vnd.openxmlformats-officedocument.presentationml.notesSlide+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notesSlides/notesSlide5.xml" ContentType="application/vnd.openxmlformats-officedocument.presentationml.notesSlide+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notesSlides/notesSlide6.xml" ContentType="application/vnd.openxmlformats-officedocument.presentationml.notesSlide+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notesSlides/notesSlide7.xml" ContentType="application/vnd.openxmlformats-officedocument.presentationml.notesSlide+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notesSlides/notesSlide8.xml" ContentType="application/vnd.openxmlformats-officedocument.presentationml.notesSlide+xml"/>
  <Override PartName="/ppt/tags/tag570.xml" ContentType="application/vnd.openxmlformats-officedocument.presentationml.tags+xml"/>
  <Override PartName="/ppt/tags/tag571.xml" ContentType="application/vnd.openxmlformats-officedocument.presentationml.tags+xml"/>
  <Override PartName="/ppt/notesSlides/notesSlide9.xml" ContentType="application/vnd.openxmlformats-officedocument.presentationml.notesSlide+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notesSlides/notesSlide10.xml" ContentType="application/vnd.openxmlformats-officedocument.presentationml.notesSlide+xml"/>
  <Override PartName="/ppt/tags/tag577.xml" ContentType="application/vnd.openxmlformats-officedocument.presentationml.tags+xml"/>
  <Override PartName="/ppt/tags/tag578.xml" ContentType="application/vnd.openxmlformats-officedocument.presentationml.tags+xml"/>
  <Override PartName="/ppt/notesSlides/notesSlide11.xml" ContentType="application/vnd.openxmlformats-officedocument.presentationml.notesSlide+xml"/>
  <Override PartName="/ppt/tags/tag579.xml" ContentType="application/vnd.openxmlformats-officedocument.presentationml.tags+xml"/>
  <Override PartName="/ppt/tags/tag580.xml" ContentType="application/vnd.openxmlformats-officedocument.presentationml.tags+xml"/>
  <Override PartName="/ppt/notesSlides/notesSlide12.xml" ContentType="application/vnd.openxmlformats-officedocument.presentationml.notesSlide+xml"/>
  <Override PartName="/ppt/tags/tag581.xml" ContentType="application/vnd.openxmlformats-officedocument.presentationml.tags+xml"/>
  <Override PartName="/ppt/tags/tag582.xml" ContentType="application/vnd.openxmlformats-officedocument.presentationml.tags+xml"/>
  <Override PartName="/ppt/notesSlides/notesSlide13.xml" ContentType="application/vnd.openxmlformats-officedocument.presentationml.notesSlide+xml"/>
  <Override PartName="/ppt/tags/tag583.xml" ContentType="application/vnd.openxmlformats-officedocument.presentationml.tags+xml"/>
  <Override PartName="/ppt/tags/tag584.xml" ContentType="application/vnd.openxmlformats-officedocument.presentationml.tags+xml"/>
  <Override PartName="/ppt/notesSlides/notesSlide14.xml" ContentType="application/vnd.openxmlformats-officedocument.presentationml.notesSlide+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notesSlides/notesSlide15.xml" ContentType="application/vnd.openxmlformats-officedocument.presentationml.notesSlide+xml"/>
  <Override PartName="/ppt/tags/tag599.xml" ContentType="application/vnd.openxmlformats-officedocument.presentationml.tags+xml"/>
  <Override PartName="/ppt/tags/tag600.xml" ContentType="application/vnd.openxmlformats-officedocument.presentationml.tags+xml"/>
  <Override PartName="/ppt/notesSlides/notesSlide16.xml" ContentType="application/vnd.openxmlformats-officedocument.presentationml.notesSlide+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60" r:id="rId5"/>
    <p:sldMasterId id="2147483673" r:id="rId6"/>
    <p:sldMasterId id="2147483675" r:id="rId7"/>
    <p:sldMasterId id="2147483677" r:id="rId8"/>
    <p:sldMasterId id="2147483679" r:id="rId9"/>
    <p:sldMasterId id="2147483681" r:id="rId10"/>
    <p:sldMasterId id="2147483683" r:id="rId11"/>
    <p:sldMasterId id="2147483685" r:id="rId12"/>
    <p:sldMasterId id="2147483687" r:id="rId13"/>
    <p:sldMasterId id="2147483689" r:id="rId14"/>
    <p:sldMasterId id="2147483691" r:id="rId15"/>
    <p:sldMasterId id="2147483693" r:id="rId16"/>
    <p:sldMasterId id="2147483695" r:id="rId17"/>
    <p:sldMasterId id="2147483699" r:id="rId18"/>
  </p:sldMasterIdLst>
  <p:notesMasterIdLst>
    <p:notesMasterId r:id="rId38"/>
  </p:notesMasterIdLst>
  <p:sldIdLst>
    <p:sldId id="257" r:id="rId19"/>
    <p:sldId id="258" r:id="rId20"/>
    <p:sldId id="259" r:id="rId21"/>
    <p:sldId id="261" r:id="rId22"/>
    <p:sldId id="262" r:id="rId23"/>
    <p:sldId id="263" r:id="rId24"/>
    <p:sldId id="264" r:id="rId25"/>
    <p:sldId id="265" r:id="rId26"/>
    <p:sldId id="266" r:id="rId27"/>
    <p:sldId id="271" r:id="rId28"/>
    <p:sldId id="273" r:id="rId29"/>
    <p:sldId id="267" r:id="rId30"/>
    <p:sldId id="268" r:id="rId31"/>
    <p:sldId id="277" r:id="rId32"/>
    <p:sldId id="278" r:id="rId33"/>
    <p:sldId id="269" r:id="rId34"/>
    <p:sldId id="274" r:id="rId35"/>
    <p:sldId id="276" r:id="rId36"/>
    <p:sldId id="279" r:id="rId37"/>
  </p:sldIdLst>
  <p:sldSz cx="12192000" cy="6858000"/>
  <p:notesSz cx="6858000" cy="9144000"/>
  <p:custDataLst>
    <p:tags r:id="rId3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110" d="100"/>
          <a:sy n="110" d="100"/>
        </p:scale>
        <p:origin x="140" y="7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Master" Target="slideMasters/slideMaster15.xml"/><Relationship Id="rId26" Type="http://schemas.openxmlformats.org/officeDocument/2006/relationships/slide" Target="slides/slide8.xml"/><Relationship Id="rId39" Type="http://schemas.openxmlformats.org/officeDocument/2006/relationships/tags" Target="tags/tag1.xml"/><Relationship Id="rId21" Type="http://schemas.openxmlformats.org/officeDocument/2006/relationships/slide" Target="slides/slide3.xml"/><Relationship Id="rId34" Type="http://schemas.openxmlformats.org/officeDocument/2006/relationships/slide" Target="slides/slide16.xml"/><Relationship Id="rId42"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Master" Target="slideMasters/slideMaster13.xml"/><Relationship Id="rId20" Type="http://schemas.openxmlformats.org/officeDocument/2006/relationships/slide" Target="slides/slide2.xml"/><Relationship Id="rId29" Type="http://schemas.openxmlformats.org/officeDocument/2006/relationships/slide" Target="slides/slide11.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6.xml"/><Relationship Id="rId32" Type="http://schemas.openxmlformats.org/officeDocument/2006/relationships/slide" Target="slides/slide14.xml"/><Relationship Id="rId37" Type="http://schemas.openxmlformats.org/officeDocument/2006/relationships/slide" Target="slides/slide19.xml"/><Relationship Id="rId40"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Master" Target="slideMasters/slideMaster12.xml"/><Relationship Id="rId23" Type="http://schemas.openxmlformats.org/officeDocument/2006/relationships/slide" Target="slides/slide5.xml"/><Relationship Id="rId28" Type="http://schemas.openxmlformats.org/officeDocument/2006/relationships/slide" Target="slides/slide10.xml"/><Relationship Id="rId36" Type="http://schemas.openxmlformats.org/officeDocument/2006/relationships/slide" Target="slides/slide18.xml"/><Relationship Id="rId10" Type="http://schemas.openxmlformats.org/officeDocument/2006/relationships/slideMaster" Target="slideMasters/slideMaster7.xml"/><Relationship Id="rId19" Type="http://schemas.openxmlformats.org/officeDocument/2006/relationships/slide" Target="slides/slide1.xml"/><Relationship Id="rId31"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4.xml"/><Relationship Id="rId27" Type="http://schemas.openxmlformats.org/officeDocument/2006/relationships/slide" Target="slides/slide9.xml"/><Relationship Id="rId30" Type="http://schemas.openxmlformats.org/officeDocument/2006/relationships/slide" Target="slides/slide12.xml"/><Relationship Id="rId35" Type="http://schemas.openxmlformats.org/officeDocument/2006/relationships/slide" Target="slides/slide17.xml"/><Relationship Id="rId43" Type="http://schemas.openxmlformats.org/officeDocument/2006/relationships/tableStyles" Target="tableStyles.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 Target="slides/slide7.xml"/><Relationship Id="rId33" Type="http://schemas.openxmlformats.org/officeDocument/2006/relationships/slide" Target="slides/slide15.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2025/7/4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Hello everyone. Today, we will present our project: a RAG-based AI chatbot designed to provide pre-diagnosis suggestions. It combines knowledge retrieval and real Chinese medical dialogues to generate helpful, trustworthy answers.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RAG stands for Retrieval-Augmented Generation. It first retrieves relevant information from a database and then uses a language model to generate responses. This process helps prevent hallucinations and improves the accuracy of the AI’s answers.</a:t>
            </a:r>
          </a:p>
          <a:p>
            <a:endParaRPr lang="en-US" altLang="zh-CN"/>
          </a:p>
          <a:p>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RAG stands for Retrieval-Augmented Generation. It first retrieves relevant information from a database and then uses a language model to generate responses. This process helps prevent hallucinations and improves the accuracy of the AI’s answers.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Our main goals are:</a:t>
            </a:r>
          </a:p>
          <a:p>
            <a:r>
              <a:rPr lang="en-US" altLang="zh-CN"/>
              <a:t>First, to understand Chinese medical questions;</a:t>
            </a:r>
          </a:p>
          <a:p>
            <a:r>
              <a:rPr lang="en-US" altLang="zh-CN"/>
              <a:t>Second, to support the chatbot with real Q&amp;A data;</a:t>
            </a:r>
          </a:p>
          <a:p>
            <a:r>
              <a:rPr lang="en-US" altLang="zh-CN"/>
              <a:t>And finally, to generate accurate and natural responses just like a human assistant.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We used a Chinese medical dialogue dataset with many real-world Q&amp;A pairs. The data was collected from multiple CSV files, which required different encodings. Each entry is formatted as a question followed by its answer.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We preprocessed the data by traversing all folders, reading CSV files, and cleaning the content. We then segmented the Q&amp;A into chunks for embedding. This step was essential to prepare the data for vectorization.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In this demo, the user asks: “What should I do about a headache?”</a:t>
            </a:r>
          </a:p>
          <a:p>
            <a:r>
              <a:rPr lang="en-US" altLang="zh-CN"/>
              <a:t>The system finds related Q&amp;A pairs about headaches and colds.</a:t>
            </a:r>
          </a:p>
          <a:p>
            <a:r>
              <a:rPr lang="en-US" altLang="zh-CN"/>
              <a:t>Then, it replies with advice like drinking water and resting, and suggests seeing a doctor if it doesn’t improve.</a:t>
            </a:r>
          </a:p>
          <a:p>
            <a:endParaRPr lang="en-US" altLang="zh-CN"/>
          </a:p>
          <a:p>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We apply cosine similarity to compare the user’s question with the vectors in our database. The system then returns the top 3 most similar results, ensuring the answers are relevant to the user's input.</a:t>
            </a:r>
          </a:p>
          <a:p>
            <a:endParaRPr lang="en-US" altLang="zh-CN"/>
          </a:p>
          <a:p>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03BD3-904C-8574-FCC9-92558A35F8C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0492459-6B29-24E3-CBE7-5A74D3B0BEDB}"/>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01C12CE6-13E0-8A69-575E-31651CFBBDA5}"/>
              </a:ext>
            </a:extLst>
          </p:cNvPr>
          <p:cNvSpPr>
            <a:spLocks noGrp="1"/>
          </p:cNvSpPr>
          <p:nvPr>
            <p:ph type="body" idx="3"/>
          </p:nvPr>
        </p:nvSpPr>
        <p:spPr/>
        <p:txBody>
          <a:bodyPr/>
          <a:lstStyle/>
          <a:p>
            <a:r>
              <a:rPr lang="en-US" altLang="zh-CN"/>
              <a:t>We apply cosine similarity to compare the user’s question with the vectors in our database. The system then returns the top 3 most similar results, ensuring the answers are relevant to the user's input.</a:t>
            </a:r>
          </a:p>
          <a:p>
            <a:endParaRPr lang="en-US" altLang="zh-CN"/>
          </a:p>
          <a:p>
            <a:endParaRPr lang="en-US" altLang="zh-CN"/>
          </a:p>
        </p:txBody>
      </p:sp>
    </p:spTree>
    <p:extLst>
      <p:ext uri="{BB962C8B-B14F-4D97-AF65-F5344CB8AC3E}">
        <p14:creationId xmlns:p14="http://schemas.microsoft.com/office/powerpoint/2010/main" val="17280031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57DDA-41AD-A33D-5AA6-8636DFC95A1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4B8F991-F38B-DBEB-D7FF-7117306DD095}"/>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BDB77971-0BE8-150E-94E0-A09735E32D82}"/>
              </a:ext>
            </a:extLst>
          </p:cNvPr>
          <p:cNvSpPr>
            <a:spLocks noGrp="1"/>
          </p:cNvSpPr>
          <p:nvPr>
            <p:ph type="body" idx="3"/>
          </p:nvPr>
        </p:nvSpPr>
        <p:spPr/>
        <p:txBody>
          <a:bodyPr/>
          <a:lstStyle/>
          <a:p>
            <a:r>
              <a:rPr lang="en-US" altLang="zh-CN"/>
              <a:t>We apply cosine similarity to compare the user’s question with the vectors in our database. The system then returns the top 3 most similar results, ensuring the answers are relevant to the user's input.</a:t>
            </a:r>
          </a:p>
          <a:p>
            <a:endParaRPr lang="en-US" altLang="zh-CN"/>
          </a:p>
          <a:p>
            <a:endParaRPr lang="en-US" altLang="zh-CN"/>
          </a:p>
        </p:txBody>
      </p:sp>
    </p:spTree>
    <p:extLst>
      <p:ext uri="{BB962C8B-B14F-4D97-AF65-F5344CB8AC3E}">
        <p14:creationId xmlns:p14="http://schemas.microsoft.com/office/powerpoint/2010/main" val="11703362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a:p>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That’s the end of our presentation.</a:t>
            </a:r>
          </a:p>
          <a:p>
            <a:r>
              <a:rPr lang="en-US" altLang="zh-CN"/>
              <a:t>We’ve built a working RAG-based chatbot for AI-assisted pre-diagnosis.</a:t>
            </a:r>
          </a:p>
          <a:p>
            <a:r>
              <a:rPr lang="en-US" altLang="zh-CN"/>
              <a:t>Thank you for listening, and we welcome any questions.</a:t>
            </a:r>
          </a:p>
          <a:p>
            <a:endParaRPr lang="en-US" altLang="zh-CN"/>
          </a:p>
          <a:p>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2E321-DDD3-B53F-4621-65F50C17A8E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12E562A-2DBC-0644-1D16-1965BA7343F1}"/>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7F3BD550-1A73-D222-9081-AEB9C4A0807D}"/>
              </a:ext>
            </a:extLst>
          </p:cNvPr>
          <p:cNvSpPr>
            <a:spLocks noGrp="1"/>
          </p:cNvSpPr>
          <p:nvPr>
            <p:ph type="body" idx="3"/>
          </p:nvPr>
        </p:nvSpPr>
        <p:spPr/>
        <p:txBody>
          <a:bodyPr/>
          <a:lstStyle/>
          <a:p>
            <a:r>
              <a:rPr lang="en-US" altLang="zh-CN"/>
              <a:t>That’s the end of our presentation.</a:t>
            </a:r>
          </a:p>
          <a:p>
            <a:r>
              <a:rPr lang="en-US" altLang="zh-CN"/>
              <a:t>We’ve built a working RAG-based chatbot for AI-assisted pre-diagnosis.</a:t>
            </a:r>
          </a:p>
          <a:p>
            <a:r>
              <a:rPr lang="en-US" altLang="zh-CN"/>
              <a:t>Thank you for listening, and we welcome any questions.</a:t>
            </a:r>
          </a:p>
          <a:p>
            <a:endParaRPr lang="en-US" altLang="zh-CN"/>
          </a:p>
          <a:p>
            <a:endParaRPr lang="en-US" altLang="zh-CN"/>
          </a:p>
        </p:txBody>
      </p:sp>
    </p:spTree>
    <p:extLst>
      <p:ext uri="{BB962C8B-B14F-4D97-AF65-F5344CB8AC3E}">
        <p14:creationId xmlns:p14="http://schemas.microsoft.com/office/powerpoint/2010/main" val="36216472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Master" Target="../slideMasters/slideMaster1.xml"/><Relationship Id="rId5" Type="http://schemas.openxmlformats.org/officeDocument/2006/relationships/tags" Target="../tags/tag12.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Master" Target="../slideMasters/slideMaster1.xml"/><Relationship Id="rId5" Type="http://schemas.openxmlformats.org/officeDocument/2006/relationships/tags" Target="../tags/tag17.xml"/><Relationship Id="rId4" Type="http://schemas.openxmlformats.org/officeDocument/2006/relationships/tags" Target="../tags/tag16.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slideMaster" Target="../slideMasters/slideMaster1.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6.xml"/><Relationship Id="rId3" Type="http://schemas.openxmlformats.org/officeDocument/2006/relationships/tags" Target="../tags/tag31.xml"/><Relationship Id="rId7" Type="http://schemas.openxmlformats.org/officeDocument/2006/relationships/tags" Target="../tags/tag35.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slideMaster" Target="../slideMasters/slideMaster1.xml"/><Relationship Id="rId4" Type="http://schemas.openxmlformats.org/officeDocument/2006/relationships/tags" Target="../tags/tag40.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6.xml"/><Relationship Id="rId7" Type="http://schemas.openxmlformats.org/officeDocument/2006/relationships/slideMaster" Target="../slideMasters/slideMaster1.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slideMaster" Target="../slideMasters/slideMaster1.xml"/><Relationship Id="rId5" Type="http://schemas.openxmlformats.org/officeDocument/2006/relationships/tags" Target="../tags/tag54.xml"/><Relationship Id="rId4" Type="http://schemas.openxmlformats.org/officeDocument/2006/relationships/tags" Target="../tags/tag53.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slideMaster" Target="../slideMasters/slideMaster1.xml"/><Relationship Id="rId4" Type="http://schemas.openxmlformats.org/officeDocument/2006/relationships/tags" Target="../tags/tag58.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slideMaster" Target="../slideMasters/slideMaster1.xml"/><Relationship Id="rId5" Type="http://schemas.openxmlformats.org/officeDocument/2006/relationships/tags" Target="../tags/tag63.xml"/><Relationship Id="rId4" Type="http://schemas.openxmlformats.org/officeDocument/2006/relationships/tags" Target="../tags/tag62.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78.xml"/><Relationship Id="rId3" Type="http://schemas.openxmlformats.org/officeDocument/2006/relationships/tags" Target="../tags/tag73.xml"/><Relationship Id="rId7" Type="http://schemas.openxmlformats.org/officeDocument/2006/relationships/tags" Target="../tags/tag77.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tags" Target="../tags/tag76.xml"/><Relationship Id="rId11" Type="http://schemas.openxmlformats.org/officeDocument/2006/relationships/slideMaster" Target="../slideMasters/slideMaster2.xml"/><Relationship Id="rId5" Type="http://schemas.openxmlformats.org/officeDocument/2006/relationships/tags" Target="../tags/tag75.xml"/><Relationship Id="rId10" Type="http://schemas.openxmlformats.org/officeDocument/2006/relationships/tags" Target="../tags/tag80.xml"/><Relationship Id="rId4" Type="http://schemas.openxmlformats.org/officeDocument/2006/relationships/tags" Target="../tags/tag74.xml"/><Relationship Id="rId9" Type="http://schemas.openxmlformats.org/officeDocument/2006/relationships/tags" Target="../tags/tag79.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88.xml"/><Relationship Id="rId3" Type="http://schemas.openxmlformats.org/officeDocument/2006/relationships/tags" Target="../tags/tag83.xml"/><Relationship Id="rId7" Type="http://schemas.openxmlformats.org/officeDocument/2006/relationships/tags" Target="../tags/tag87.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slideMaster" Target="../slideMasters/slideMaster2.xml"/><Relationship Id="rId5" Type="http://schemas.openxmlformats.org/officeDocument/2006/relationships/tags" Target="../tags/tag85.xml"/><Relationship Id="rId10" Type="http://schemas.openxmlformats.org/officeDocument/2006/relationships/tags" Target="../tags/tag90.xml"/><Relationship Id="rId4" Type="http://schemas.openxmlformats.org/officeDocument/2006/relationships/tags" Target="../tags/tag84.xml"/><Relationship Id="rId9" Type="http://schemas.openxmlformats.org/officeDocument/2006/relationships/tags" Target="../tags/tag89.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98.xml"/><Relationship Id="rId3" Type="http://schemas.openxmlformats.org/officeDocument/2006/relationships/tags" Target="../tags/tag93.xml"/><Relationship Id="rId7" Type="http://schemas.openxmlformats.org/officeDocument/2006/relationships/tags" Target="../tags/tag97.xml"/><Relationship Id="rId12" Type="http://schemas.openxmlformats.org/officeDocument/2006/relationships/slideMaster" Target="../slideMasters/slideMaster2.xml"/><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tags" Target="../tags/tag96.xml"/><Relationship Id="rId11" Type="http://schemas.openxmlformats.org/officeDocument/2006/relationships/tags" Target="../tags/tag101.xml"/><Relationship Id="rId5" Type="http://schemas.openxmlformats.org/officeDocument/2006/relationships/tags" Target="../tags/tag95.xml"/><Relationship Id="rId10" Type="http://schemas.openxmlformats.org/officeDocument/2006/relationships/tags" Target="../tags/tag100.xml"/><Relationship Id="rId4" Type="http://schemas.openxmlformats.org/officeDocument/2006/relationships/tags" Target="../tags/tag94.xml"/><Relationship Id="rId9" Type="http://schemas.openxmlformats.org/officeDocument/2006/relationships/tags" Target="../tags/tag99.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09.xml"/><Relationship Id="rId13" Type="http://schemas.openxmlformats.org/officeDocument/2006/relationships/tags" Target="../tags/tag114.xml"/><Relationship Id="rId3" Type="http://schemas.openxmlformats.org/officeDocument/2006/relationships/tags" Target="../tags/tag104.xml"/><Relationship Id="rId7" Type="http://schemas.openxmlformats.org/officeDocument/2006/relationships/tags" Target="../tags/tag108.xml"/><Relationship Id="rId12" Type="http://schemas.openxmlformats.org/officeDocument/2006/relationships/tags" Target="../tags/tag113.xml"/><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tags" Target="../tags/tag107.xml"/><Relationship Id="rId11" Type="http://schemas.openxmlformats.org/officeDocument/2006/relationships/tags" Target="../tags/tag112.xml"/><Relationship Id="rId5" Type="http://schemas.openxmlformats.org/officeDocument/2006/relationships/tags" Target="../tags/tag106.xml"/><Relationship Id="rId10" Type="http://schemas.openxmlformats.org/officeDocument/2006/relationships/tags" Target="../tags/tag111.xml"/><Relationship Id="rId4" Type="http://schemas.openxmlformats.org/officeDocument/2006/relationships/tags" Target="../tags/tag105.xml"/><Relationship Id="rId9" Type="http://schemas.openxmlformats.org/officeDocument/2006/relationships/tags" Target="../tags/tag110.xml"/><Relationship Id="rId14"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22.xml"/><Relationship Id="rId3" Type="http://schemas.openxmlformats.org/officeDocument/2006/relationships/tags" Target="../tags/tag117.xml"/><Relationship Id="rId7" Type="http://schemas.openxmlformats.org/officeDocument/2006/relationships/tags" Target="../tags/tag121.xml"/><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tags" Target="../tags/tag120.xml"/><Relationship Id="rId5" Type="http://schemas.openxmlformats.org/officeDocument/2006/relationships/tags" Target="../tags/tag119.xml"/><Relationship Id="rId10" Type="http://schemas.openxmlformats.org/officeDocument/2006/relationships/slideMaster" Target="../slideMasters/slideMaster2.xml"/><Relationship Id="rId4" Type="http://schemas.openxmlformats.org/officeDocument/2006/relationships/tags" Target="../tags/tag118.xml"/><Relationship Id="rId9" Type="http://schemas.openxmlformats.org/officeDocument/2006/relationships/tags" Target="../tags/tag123.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31.xml"/><Relationship Id="rId3" Type="http://schemas.openxmlformats.org/officeDocument/2006/relationships/tags" Target="../tags/tag126.xml"/><Relationship Id="rId7" Type="http://schemas.openxmlformats.org/officeDocument/2006/relationships/tags" Target="../tags/tag130.xml"/><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tags" Target="../tags/tag129.xml"/><Relationship Id="rId5" Type="http://schemas.openxmlformats.org/officeDocument/2006/relationships/tags" Target="../tags/tag128.xml"/><Relationship Id="rId4" Type="http://schemas.openxmlformats.org/officeDocument/2006/relationships/tags" Target="../tags/tag127.xml"/><Relationship Id="rId9"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39.xml"/><Relationship Id="rId3" Type="http://schemas.openxmlformats.org/officeDocument/2006/relationships/tags" Target="../tags/tag134.xml"/><Relationship Id="rId7" Type="http://schemas.openxmlformats.org/officeDocument/2006/relationships/tags" Target="../tags/tag138.xml"/><Relationship Id="rId2" Type="http://schemas.openxmlformats.org/officeDocument/2006/relationships/tags" Target="../tags/tag133.xml"/><Relationship Id="rId1" Type="http://schemas.openxmlformats.org/officeDocument/2006/relationships/tags" Target="../tags/tag132.xml"/><Relationship Id="rId6" Type="http://schemas.openxmlformats.org/officeDocument/2006/relationships/tags" Target="../tags/tag137.xml"/><Relationship Id="rId5" Type="http://schemas.openxmlformats.org/officeDocument/2006/relationships/tags" Target="../tags/tag136.xml"/><Relationship Id="rId10" Type="http://schemas.openxmlformats.org/officeDocument/2006/relationships/slideMaster" Target="../slideMasters/slideMaster2.xml"/><Relationship Id="rId4" Type="http://schemas.openxmlformats.org/officeDocument/2006/relationships/tags" Target="../tags/tag135.xml"/><Relationship Id="rId9" Type="http://schemas.openxmlformats.org/officeDocument/2006/relationships/tags" Target="../tags/tag140.xml"/></Relationships>
</file>

<file path=ppt/slideLayouts/_rels/slideLayout19.xml.rels><?xml version="1.0" encoding="UTF-8" standalone="yes"?>
<Relationships xmlns="http://schemas.openxmlformats.org/package/2006/relationships"><Relationship Id="rId8" Type="http://schemas.openxmlformats.org/officeDocument/2006/relationships/tags" Target="../tags/tag148.xml"/><Relationship Id="rId3" Type="http://schemas.openxmlformats.org/officeDocument/2006/relationships/tags" Target="../tags/tag143.xml"/><Relationship Id="rId7" Type="http://schemas.openxmlformats.org/officeDocument/2006/relationships/tags" Target="../tags/tag147.xml"/><Relationship Id="rId2" Type="http://schemas.openxmlformats.org/officeDocument/2006/relationships/tags" Target="../tags/tag142.xml"/><Relationship Id="rId1" Type="http://schemas.openxmlformats.org/officeDocument/2006/relationships/tags" Target="../tags/tag141.xml"/><Relationship Id="rId6" Type="http://schemas.openxmlformats.org/officeDocument/2006/relationships/tags" Target="../tags/tag146.xml"/><Relationship Id="rId11" Type="http://schemas.openxmlformats.org/officeDocument/2006/relationships/slideMaster" Target="../slideMasters/slideMaster2.xml"/><Relationship Id="rId5" Type="http://schemas.openxmlformats.org/officeDocument/2006/relationships/tags" Target="../tags/tag145.xml"/><Relationship Id="rId10" Type="http://schemas.openxmlformats.org/officeDocument/2006/relationships/tags" Target="../tags/tag150.xml"/><Relationship Id="rId4" Type="http://schemas.openxmlformats.org/officeDocument/2006/relationships/tags" Target="../tags/tag144.xml"/><Relationship Id="rId9" Type="http://schemas.openxmlformats.org/officeDocument/2006/relationships/tags" Target="../tags/tag149.xml"/></Relationships>
</file>

<file path=ppt/slideLayouts/_rels/slideLayout20.xml.rels><?xml version="1.0" encoding="UTF-8" standalone="yes"?>
<Relationships xmlns="http://schemas.openxmlformats.org/package/2006/relationships"><Relationship Id="rId8" Type="http://schemas.openxmlformats.org/officeDocument/2006/relationships/tags" Target="../tags/tag158.xml"/><Relationship Id="rId13" Type="http://schemas.openxmlformats.org/officeDocument/2006/relationships/tags" Target="../tags/tag163.xml"/><Relationship Id="rId3" Type="http://schemas.openxmlformats.org/officeDocument/2006/relationships/tags" Target="../tags/tag153.xml"/><Relationship Id="rId7" Type="http://schemas.openxmlformats.org/officeDocument/2006/relationships/tags" Target="../tags/tag157.xml"/><Relationship Id="rId12" Type="http://schemas.openxmlformats.org/officeDocument/2006/relationships/tags" Target="../tags/tag162.xml"/><Relationship Id="rId17" Type="http://schemas.openxmlformats.org/officeDocument/2006/relationships/slideMaster" Target="../slideMasters/slideMaster2.xml"/><Relationship Id="rId2" Type="http://schemas.openxmlformats.org/officeDocument/2006/relationships/tags" Target="../tags/tag152.xml"/><Relationship Id="rId16" Type="http://schemas.openxmlformats.org/officeDocument/2006/relationships/tags" Target="../tags/tag166.xml"/><Relationship Id="rId1" Type="http://schemas.openxmlformats.org/officeDocument/2006/relationships/tags" Target="../tags/tag151.xml"/><Relationship Id="rId6" Type="http://schemas.openxmlformats.org/officeDocument/2006/relationships/tags" Target="../tags/tag156.xml"/><Relationship Id="rId11" Type="http://schemas.openxmlformats.org/officeDocument/2006/relationships/tags" Target="../tags/tag161.xml"/><Relationship Id="rId5" Type="http://schemas.openxmlformats.org/officeDocument/2006/relationships/tags" Target="../tags/tag155.xml"/><Relationship Id="rId15" Type="http://schemas.openxmlformats.org/officeDocument/2006/relationships/tags" Target="../tags/tag165.xml"/><Relationship Id="rId10" Type="http://schemas.openxmlformats.org/officeDocument/2006/relationships/tags" Target="../tags/tag160.xml"/><Relationship Id="rId4" Type="http://schemas.openxmlformats.org/officeDocument/2006/relationships/tags" Target="../tags/tag154.xml"/><Relationship Id="rId9" Type="http://schemas.openxmlformats.org/officeDocument/2006/relationships/tags" Target="../tags/tag159.xml"/><Relationship Id="rId14" Type="http://schemas.openxmlformats.org/officeDocument/2006/relationships/tags" Target="../tags/tag164.xml"/></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174.xml"/><Relationship Id="rId3" Type="http://schemas.openxmlformats.org/officeDocument/2006/relationships/tags" Target="../tags/tag169.xml"/><Relationship Id="rId7" Type="http://schemas.openxmlformats.org/officeDocument/2006/relationships/tags" Target="../tags/tag173.xml"/><Relationship Id="rId2" Type="http://schemas.openxmlformats.org/officeDocument/2006/relationships/tags" Target="../tags/tag168.xml"/><Relationship Id="rId1" Type="http://schemas.openxmlformats.org/officeDocument/2006/relationships/tags" Target="../tags/tag167.xml"/><Relationship Id="rId6" Type="http://schemas.openxmlformats.org/officeDocument/2006/relationships/tags" Target="../tags/tag172.xml"/><Relationship Id="rId11" Type="http://schemas.openxmlformats.org/officeDocument/2006/relationships/slideMaster" Target="../slideMasters/slideMaster2.xml"/><Relationship Id="rId5" Type="http://schemas.openxmlformats.org/officeDocument/2006/relationships/tags" Target="../tags/tag171.xml"/><Relationship Id="rId10" Type="http://schemas.openxmlformats.org/officeDocument/2006/relationships/tags" Target="../tags/tag176.xml"/><Relationship Id="rId4" Type="http://schemas.openxmlformats.org/officeDocument/2006/relationships/tags" Target="../tags/tag170.xml"/><Relationship Id="rId9" Type="http://schemas.openxmlformats.org/officeDocument/2006/relationships/tags" Target="../tags/tag175.xml"/></Relationships>
</file>

<file path=ppt/slideLayouts/_rels/slideLayout22.xml.rels><?xml version="1.0" encoding="UTF-8" standalone="yes"?>
<Relationships xmlns="http://schemas.openxmlformats.org/package/2006/relationships"><Relationship Id="rId8" Type="http://schemas.openxmlformats.org/officeDocument/2006/relationships/tags" Target="../tags/tag184.xml"/><Relationship Id="rId3" Type="http://schemas.openxmlformats.org/officeDocument/2006/relationships/tags" Target="../tags/tag179.xml"/><Relationship Id="rId7" Type="http://schemas.openxmlformats.org/officeDocument/2006/relationships/tags" Target="../tags/tag183.xml"/><Relationship Id="rId2" Type="http://schemas.openxmlformats.org/officeDocument/2006/relationships/tags" Target="../tags/tag178.xml"/><Relationship Id="rId1" Type="http://schemas.openxmlformats.org/officeDocument/2006/relationships/tags" Target="../tags/tag177.xml"/><Relationship Id="rId6" Type="http://schemas.openxmlformats.org/officeDocument/2006/relationships/tags" Target="../tags/tag182.xml"/><Relationship Id="rId11" Type="http://schemas.openxmlformats.org/officeDocument/2006/relationships/slideMaster" Target="../slideMasters/slideMaster2.xml"/><Relationship Id="rId5" Type="http://schemas.openxmlformats.org/officeDocument/2006/relationships/tags" Target="../tags/tag181.xml"/><Relationship Id="rId10" Type="http://schemas.openxmlformats.org/officeDocument/2006/relationships/tags" Target="../tags/tag186.xml"/><Relationship Id="rId4" Type="http://schemas.openxmlformats.org/officeDocument/2006/relationships/tags" Target="../tags/tag180.xml"/><Relationship Id="rId9" Type="http://schemas.openxmlformats.org/officeDocument/2006/relationships/tags" Target="../tags/tag185.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194.xml"/><Relationship Id="rId13" Type="http://schemas.openxmlformats.org/officeDocument/2006/relationships/tags" Target="../tags/tag199.xml"/><Relationship Id="rId18" Type="http://schemas.openxmlformats.org/officeDocument/2006/relationships/tags" Target="../tags/tag204.xml"/><Relationship Id="rId3" Type="http://schemas.openxmlformats.org/officeDocument/2006/relationships/tags" Target="../tags/tag189.xml"/><Relationship Id="rId21" Type="http://schemas.openxmlformats.org/officeDocument/2006/relationships/tags" Target="../tags/tag207.xml"/><Relationship Id="rId7" Type="http://schemas.openxmlformats.org/officeDocument/2006/relationships/tags" Target="../tags/tag193.xml"/><Relationship Id="rId12" Type="http://schemas.openxmlformats.org/officeDocument/2006/relationships/tags" Target="../tags/tag198.xml"/><Relationship Id="rId17" Type="http://schemas.openxmlformats.org/officeDocument/2006/relationships/tags" Target="../tags/tag203.xml"/><Relationship Id="rId2" Type="http://schemas.openxmlformats.org/officeDocument/2006/relationships/tags" Target="../tags/tag188.xml"/><Relationship Id="rId16" Type="http://schemas.openxmlformats.org/officeDocument/2006/relationships/tags" Target="../tags/tag202.xml"/><Relationship Id="rId20" Type="http://schemas.openxmlformats.org/officeDocument/2006/relationships/tags" Target="../tags/tag206.xml"/><Relationship Id="rId1" Type="http://schemas.openxmlformats.org/officeDocument/2006/relationships/tags" Target="../tags/tag187.xml"/><Relationship Id="rId6" Type="http://schemas.openxmlformats.org/officeDocument/2006/relationships/tags" Target="../tags/tag192.xml"/><Relationship Id="rId11" Type="http://schemas.openxmlformats.org/officeDocument/2006/relationships/tags" Target="../tags/tag197.xml"/><Relationship Id="rId5" Type="http://schemas.openxmlformats.org/officeDocument/2006/relationships/tags" Target="../tags/tag191.xml"/><Relationship Id="rId15" Type="http://schemas.openxmlformats.org/officeDocument/2006/relationships/tags" Target="../tags/tag201.xml"/><Relationship Id="rId23" Type="http://schemas.openxmlformats.org/officeDocument/2006/relationships/slideMaster" Target="../slideMasters/slideMaster2.xml"/><Relationship Id="rId10" Type="http://schemas.openxmlformats.org/officeDocument/2006/relationships/tags" Target="../tags/tag196.xml"/><Relationship Id="rId19" Type="http://schemas.openxmlformats.org/officeDocument/2006/relationships/tags" Target="../tags/tag205.xml"/><Relationship Id="rId4" Type="http://schemas.openxmlformats.org/officeDocument/2006/relationships/tags" Target="../tags/tag190.xml"/><Relationship Id="rId9" Type="http://schemas.openxmlformats.org/officeDocument/2006/relationships/tags" Target="../tags/tag195.xml"/><Relationship Id="rId14" Type="http://schemas.openxmlformats.org/officeDocument/2006/relationships/tags" Target="../tags/tag200.xml"/><Relationship Id="rId22" Type="http://schemas.openxmlformats.org/officeDocument/2006/relationships/tags" Target="../tags/tag208.xm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222.xml"/><Relationship Id="rId13" Type="http://schemas.openxmlformats.org/officeDocument/2006/relationships/tags" Target="../tags/tag227.xml"/><Relationship Id="rId18" Type="http://schemas.openxmlformats.org/officeDocument/2006/relationships/tags" Target="../tags/tag232.xml"/><Relationship Id="rId3" Type="http://schemas.openxmlformats.org/officeDocument/2006/relationships/tags" Target="../tags/tag217.xml"/><Relationship Id="rId21" Type="http://schemas.openxmlformats.org/officeDocument/2006/relationships/tags" Target="../tags/tag235.xml"/><Relationship Id="rId7" Type="http://schemas.openxmlformats.org/officeDocument/2006/relationships/tags" Target="../tags/tag221.xml"/><Relationship Id="rId12" Type="http://schemas.openxmlformats.org/officeDocument/2006/relationships/tags" Target="../tags/tag226.xml"/><Relationship Id="rId17" Type="http://schemas.openxmlformats.org/officeDocument/2006/relationships/tags" Target="../tags/tag231.xml"/><Relationship Id="rId2" Type="http://schemas.openxmlformats.org/officeDocument/2006/relationships/tags" Target="../tags/tag216.xml"/><Relationship Id="rId16" Type="http://schemas.openxmlformats.org/officeDocument/2006/relationships/tags" Target="../tags/tag230.xml"/><Relationship Id="rId20" Type="http://schemas.openxmlformats.org/officeDocument/2006/relationships/tags" Target="../tags/tag234.xml"/><Relationship Id="rId1" Type="http://schemas.openxmlformats.org/officeDocument/2006/relationships/tags" Target="../tags/tag215.xml"/><Relationship Id="rId6" Type="http://schemas.openxmlformats.org/officeDocument/2006/relationships/tags" Target="../tags/tag220.xml"/><Relationship Id="rId11" Type="http://schemas.openxmlformats.org/officeDocument/2006/relationships/tags" Target="../tags/tag225.xml"/><Relationship Id="rId5" Type="http://schemas.openxmlformats.org/officeDocument/2006/relationships/tags" Target="../tags/tag219.xml"/><Relationship Id="rId15" Type="http://schemas.openxmlformats.org/officeDocument/2006/relationships/tags" Target="../tags/tag229.xml"/><Relationship Id="rId23" Type="http://schemas.openxmlformats.org/officeDocument/2006/relationships/slideMaster" Target="../slideMasters/slideMaster3.xml"/><Relationship Id="rId10" Type="http://schemas.openxmlformats.org/officeDocument/2006/relationships/tags" Target="../tags/tag224.xml"/><Relationship Id="rId19" Type="http://schemas.openxmlformats.org/officeDocument/2006/relationships/tags" Target="../tags/tag233.xml"/><Relationship Id="rId4" Type="http://schemas.openxmlformats.org/officeDocument/2006/relationships/tags" Target="../tags/tag218.xml"/><Relationship Id="rId9" Type="http://schemas.openxmlformats.org/officeDocument/2006/relationships/tags" Target="../tags/tag223.xml"/><Relationship Id="rId14" Type="http://schemas.openxmlformats.org/officeDocument/2006/relationships/tags" Target="../tags/tag228.xml"/><Relationship Id="rId22" Type="http://schemas.openxmlformats.org/officeDocument/2006/relationships/tags" Target="../tags/tag236.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251.xml"/><Relationship Id="rId3" Type="http://schemas.openxmlformats.org/officeDocument/2006/relationships/tags" Target="../tags/tag246.xml"/><Relationship Id="rId7" Type="http://schemas.openxmlformats.org/officeDocument/2006/relationships/tags" Target="../tags/tag250.xml"/><Relationship Id="rId2" Type="http://schemas.openxmlformats.org/officeDocument/2006/relationships/tags" Target="../tags/tag245.xml"/><Relationship Id="rId1" Type="http://schemas.openxmlformats.org/officeDocument/2006/relationships/tags" Target="../tags/tag244.xml"/><Relationship Id="rId6" Type="http://schemas.openxmlformats.org/officeDocument/2006/relationships/tags" Target="../tags/tag249.xml"/><Relationship Id="rId11" Type="http://schemas.openxmlformats.org/officeDocument/2006/relationships/slideMaster" Target="../slideMasters/slideMaster4.xml"/><Relationship Id="rId5" Type="http://schemas.openxmlformats.org/officeDocument/2006/relationships/tags" Target="../tags/tag248.xml"/><Relationship Id="rId10" Type="http://schemas.openxmlformats.org/officeDocument/2006/relationships/tags" Target="../tags/tag253.xml"/><Relationship Id="rId4" Type="http://schemas.openxmlformats.org/officeDocument/2006/relationships/tags" Target="../tags/tag247.xml"/><Relationship Id="rId9" Type="http://schemas.openxmlformats.org/officeDocument/2006/relationships/tags" Target="../tags/tag252.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267.xml"/><Relationship Id="rId13" Type="http://schemas.openxmlformats.org/officeDocument/2006/relationships/tags" Target="../tags/tag272.xml"/><Relationship Id="rId3" Type="http://schemas.openxmlformats.org/officeDocument/2006/relationships/tags" Target="../tags/tag262.xml"/><Relationship Id="rId7" Type="http://schemas.openxmlformats.org/officeDocument/2006/relationships/tags" Target="../tags/tag266.xml"/><Relationship Id="rId12" Type="http://schemas.openxmlformats.org/officeDocument/2006/relationships/tags" Target="../tags/tag271.xml"/><Relationship Id="rId17" Type="http://schemas.openxmlformats.org/officeDocument/2006/relationships/slideMaster" Target="../slideMasters/slideMaster5.xml"/><Relationship Id="rId2" Type="http://schemas.openxmlformats.org/officeDocument/2006/relationships/tags" Target="../tags/tag261.xml"/><Relationship Id="rId16" Type="http://schemas.openxmlformats.org/officeDocument/2006/relationships/tags" Target="../tags/tag275.xml"/><Relationship Id="rId1" Type="http://schemas.openxmlformats.org/officeDocument/2006/relationships/tags" Target="../tags/tag260.xml"/><Relationship Id="rId6" Type="http://schemas.openxmlformats.org/officeDocument/2006/relationships/tags" Target="../tags/tag265.xml"/><Relationship Id="rId11" Type="http://schemas.openxmlformats.org/officeDocument/2006/relationships/tags" Target="../tags/tag270.xml"/><Relationship Id="rId5" Type="http://schemas.openxmlformats.org/officeDocument/2006/relationships/tags" Target="../tags/tag264.xml"/><Relationship Id="rId15" Type="http://schemas.openxmlformats.org/officeDocument/2006/relationships/tags" Target="../tags/tag274.xml"/><Relationship Id="rId10" Type="http://schemas.openxmlformats.org/officeDocument/2006/relationships/tags" Target="../tags/tag269.xml"/><Relationship Id="rId4" Type="http://schemas.openxmlformats.org/officeDocument/2006/relationships/tags" Target="../tags/tag263.xml"/><Relationship Id="rId9" Type="http://schemas.openxmlformats.org/officeDocument/2006/relationships/tags" Target="../tags/tag268.xml"/><Relationship Id="rId14" Type="http://schemas.openxmlformats.org/officeDocument/2006/relationships/tags" Target="../tags/tag273.xm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289.xml"/><Relationship Id="rId13" Type="http://schemas.openxmlformats.org/officeDocument/2006/relationships/tags" Target="../tags/tag294.xml"/><Relationship Id="rId18" Type="http://schemas.openxmlformats.org/officeDocument/2006/relationships/tags" Target="../tags/tag299.xml"/><Relationship Id="rId3" Type="http://schemas.openxmlformats.org/officeDocument/2006/relationships/tags" Target="../tags/tag284.xml"/><Relationship Id="rId7" Type="http://schemas.openxmlformats.org/officeDocument/2006/relationships/tags" Target="../tags/tag288.xml"/><Relationship Id="rId12" Type="http://schemas.openxmlformats.org/officeDocument/2006/relationships/tags" Target="../tags/tag293.xml"/><Relationship Id="rId17" Type="http://schemas.openxmlformats.org/officeDocument/2006/relationships/tags" Target="../tags/tag298.xml"/><Relationship Id="rId2" Type="http://schemas.openxmlformats.org/officeDocument/2006/relationships/tags" Target="../tags/tag283.xml"/><Relationship Id="rId16" Type="http://schemas.openxmlformats.org/officeDocument/2006/relationships/tags" Target="../tags/tag297.xml"/><Relationship Id="rId20" Type="http://schemas.openxmlformats.org/officeDocument/2006/relationships/slideMaster" Target="../slideMasters/slideMaster6.xml"/><Relationship Id="rId1" Type="http://schemas.openxmlformats.org/officeDocument/2006/relationships/tags" Target="../tags/tag282.xml"/><Relationship Id="rId6" Type="http://schemas.openxmlformats.org/officeDocument/2006/relationships/tags" Target="../tags/tag287.xml"/><Relationship Id="rId11" Type="http://schemas.openxmlformats.org/officeDocument/2006/relationships/tags" Target="../tags/tag292.xml"/><Relationship Id="rId5" Type="http://schemas.openxmlformats.org/officeDocument/2006/relationships/tags" Target="../tags/tag286.xml"/><Relationship Id="rId15" Type="http://schemas.openxmlformats.org/officeDocument/2006/relationships/tags" Target="../tags/tag296.xml"/><Relationship Id="rId10" Type="http://schemas.openxmlformats.org/officeDocument/2006/relationships/tags" Target="../tags/tag291.xml"/><Relationship Id="rId19" Type="http://schemas.openxmlformats.org/officeDocument/2006/relationships/tags" Target="../tags/tag300.xml"/><Relationship Id="rId4" Type="http://schemas.openxmlformats.org/officeDocument/2006/relationships/tags" Target="../tags/tag285.xml"/><Relationship Id="rId9" Type="http://schemas.openxmlformats.org/officeDocument/2006/relationships/tags" Target="../tags/tag290.xml"/><Relationship Id="rId14" Type="http://schemas.openxmlformats.org/officeDocument/2006/relationships/tags" Target="../tags/tag295.xm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314.xml"/><Relationship Id="rId13" Type="http://schemas.openxmlformats.org/officeDocument/2006/relationships/tags" Target="../tags/tag319.xml"/><Relationship Id="rId18" Type="http://schemas.openxmlformats.org/officeDocument/2006/relationships/slideMaster" Target="../slideMasters/slideMaster7.xml"/><Relationship Id="rId3" Type="http://schemas.openxmlformats.org/officeDocument/2006/relationships/tags" Target="../tags/tag309.xml"/><Relationship Id="rId7" Type="http://schemas.openxmlformats.org/officeDocument/2006/relationships/tags" Target="../tags/tag313.xml"/><Relationship Id="rId12" Type="http://schemas.openxmlformats.org/officeDocument/2006/relationships/tags" Target="../tags/tag318.xml"/><Relationship Id="rId17" Type="http://schemas.openxmlformats.org/officeDocument/2006/relationships/tags" Target="../tags/tag323.xml"/><Relationship Id="rId2" Type="http://schemas.openxmlformats.org/officeDocument/2006/relationships/tags" Target="../tags/tag308.xml"/><Relationship Id="rId16" Type="http://schemas.openxmlformats.org/officeDocument/2006/relationships/tags" Target="../tags/tag322.xml"/><Relationship Id="rId1" Type="http://schemas.openxmlformats.org/officeDocument/2006/relationships/tags" Target="../tags/tag307.xml"/><Relationship Id="rId6" Type="http://schemas.openxmlformats.org/officeDocument/2006/relationships/tags" Target="../tags/tag312.xml"/><Relationship Id="rId11" Type="http://schemas.openxmlformats.org/officeDocument/2006/relationships/tags" Target="../tags/tag317.xml"/><Relationship Id="rId5" Type="http://schemas.openxmlformats.org/officeDocument/2006/relationships/tags" Target="../tags/tag311.xml"/><Relationship Id="rId15" Type="http://schemas.openxmlformats.org/officeDocument/2006/relationships/tags" Target="../tags/tag321.xml"/><Relationship Id="rId10" Type="http://schemas.openxmlformats.org/officeDocument/2006/relationships/tags" Target="../tags/tag316.xml"/><Relationship Id="rId4" Type="http://schemas.openxmlformats.org/officeDocument/2006/relationships/tags" Target="../tags/tag310.xml"/><Relationship Id="rId9" Type="http://schemas.openxmlformats.org/officeDocument/2006/relationships/tags" Target="../tags/tag315.xml"/><Relationship Id="rId14" Type="http://schemas.openxmlformats.org/officeDocument/2006/relationships/tags" Target="../tags/tag320.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337.xml"/><Relationship Id="rId13" Type="http://schemas.openxmlformats.org/officeDocument/2006/relationships/tags" Target="../tags/tag342.xml"/><Relationship Id="rId3" Type="http://schemas.openxmlformats.org/officeDocument/2006/relationships/tags" Target="../tags/tag332.xml"/><Relationship Id="rId7" Type="http://schemas.openxmlformats.org/officeDocument/2006/relationships/tags" Target="../tags/tag336.xml"/><Relationship Id="rId12" Type="http://schemas.openxmlformats.org/officeDocument/2006/relationships/tags" Target="../tags/tag341.xml"/><Relationship Id="rId2" Type="http://schemas.openxmlformats.org/officeDocument/2006/relationships/tags" Target="../tags/tag331.xml"/><Relationship Id="rId16" Type="http://schemas.openxmlformats.org/officeDocument/2006/relationships/slideMaster" Target="../slideMasters/slideMaster8.xml"/><Relationship Id="rId1" Type="http://schemas.openxmlformats.org/officeDocument/2006/relationships/tags" Target="../tags/tag330.xml"/><Relationship Id="rId6" Type="http://schemas.openxmlformats.org/officeDocument/2006/relationships/tags" Target="../tags/tag335.xml"/><Relationship Id="rId11" Type="http://schemas.openxmlformats.org/officeDocument/2006/relationships/tags" Target="../tags/tag340.xml"/><Relationship Id="rId5" Type="http://schemas.openxmlformats.org/officeDocument/2006/relationships/tags" Target="../tags/tag334.xml"/><Relationship Id="rId15" Type="http://schemas.openxmlformats.org/officeDocument/2006/relationships/tags" Target="../tags/tag344.xml"/><Relationship Id="rId10" Type="http://schemas.openxmlformats.org/officeDocument/2006/relationships/tags" Target="../tags/tag339.xml"/><Relationship Id="rId4" Type="http://schemas.openxmlformats.org/officeDocument/2006/relationships/tags" Target="../tags/tag333.xml"/><Relationship Id="rId9" Type="http://schemas.openxmlformats.org/officeDocument/2006/relationships/tags" Target="../tags/tag338.xml"/><Relationship Id="rId14" Type="http://schemas.openxmlformats.org/officeDocument/2006/relationships/tags" Target="../tags/tag343.xml"/></Relationships>
</file>

<file path=ppt/slideLayouts/_rels/slideLayout30.xml.rels><?xml version="1.0" encoding="UTF-8" standalone="yes"?>
<Relationships xmlns="http://schemas.openxmlformats.org/package/2006/relationships"><Relationship Id="rId8" Type="http://schemas.openxmlformats.org/officeDocument/2006/relationships/tags" Target="../tags/tag358.xml"/><Relationship Id="rId13" Type="http://schemas.openxmlformats.org/officeDocument/2006/relationships/tags" Target="../tags/tag363.xml"/><Relationship Id="rId3" Type="http://schemas.openxmlformats.org/officeDocument/2006/relationships/tags" Target="../tags/tag353.xml"/><Relationship Id="rId7" Type="http://schemas.openxmlformats.org/officeDocument/2006/relationships/tags" Target="../tags/tag357.xml"/><Relationship Id="rId12" Type="http://schemas.openxmlformats.org/officeDocument/2006/relationships/tags" Target="../tags/tag362.xml"/><Relationship Id="rId17" Type="http://schemas.openxmlformats.org/officeDocument/2006/relationships/slideMaster" Target="../slideMasters/slideMaster9.xml"/><Relationship Id="rId2" Type="http://schemas.openxmlformats.org/officeDocument/2006/relationships/tags" Target="../tags/tag352.xml"/><Relationship Id="rId16" Type="http://schemas.openxmlformats.org/officeDocument/2006/relationships/tags" Target="../tags/tag366.xml"/><Relationship Id="rId1" Type="http://schemas.openxmlformats.org/officeDocument/2006/relationships/tags" Target="../tags/tag351.xml"/><Relationship Id="rId6" Type="http://schemas.openxmlformats.org/officeDocument/2006/relationships/tags" Target="../tags/tag356.xml"/><Relationship Id="rId11" Type="http://schemas.openxmlformats.org/officeDocument/2006/relationships/tags" Target="../tags/tag361.xml"/><Relationship Id="rId5" Type="http://schemas.openxmlformats.org/officeDocument/2006/relationships/tags" Target="../tags/tag355.xml"/><Relationship Id="rId15" Type="http://schemas.openxmlformats.org/officeDocument/2006/relationships/tags" Target="../tags/tag365.xml"/><Relationship Id="rId10" Type="http://schemas.openxmlformats.org/officeDocument/2006/relationships/tags" Target="../tags/tag360.xml"/><Relationship Id="rId4" Type="http://schemas.openxmlformats.org/officeDocument/2006/relationships/tags" Target="../tags/tag354.xml"/><Relationship Id="rId9" Type="http://schemas.openxmlformats.org/officeDocument/2006/relationships/tags" Target="../tags/tag359.xml"/><Relationship Id="rId14" Type="http://schemas.openxmlformats.org/officeDocument/2006/relationships/tags" Target="../tags/tag364.xml"/></Relationships>
</file>

<file path=ppt/slideLayouts/_rels/slideLayout31.xml.rels><?xml version="1.0" encoding="UTF-8" standalone="yes"?>
<Relationships xmlns="http://schemas.openxmlformats.org/package/2006/relationships"><Relationship Id="rId8" Type="http://schemas.openxmlformats.org/officeDocument/2006/relationships/tags" Target="../tags/tag380.xml"/><Relationship Id="rId13" Type="http://schemas.openxmlformats.org/officeDocument/2006/relationships/tags" Target="../tags/tag385.xml"/><Relationship Id="rId18" Type="http://schemas.openxmlformats.org/officeDocument/2006/relationships/tags" Target="../tags/tag390.xml"/><Relationship Id="rId3" Type="http://schemas.openxmlformats.org/officeDocument/2006/relationships/tags" Target="../tags/tag375.xml"/><Relationship Id="rId7" Type="http://schemas.openxmlformats.org/officeDocument/2006/relationships/tags" Target="../tags/tag379.xml"/><Relationship Id="rId12" Type="http://schemas.openxmlformats.org/officeDocument/2006/relationships/tags" Target="../tags/tag384.xml"/><Relationship Id="rId17" Type="http://schemas.openxmlformats.org/officeDocument/2006/relationships/tags" Target="../tags/tag389.xml"/><Relationship Id="rId2" Type="http://schemas.openxmlformats.org/officeDocument/2006/relationships/tags" Target="../tags/tag374.xml"/><Relationship Id="rId16" Type="http://schemas.openxmlformats.org/officeDocument/2006/relationships/tags" Target="../tags/tag388.xml"/><Relationship Id="rId1" Type="http://schemas.openxmlformats.org/officeDocument/2006/relationships/tags" Target="../tags/tag373.xml"/><Relationship Id="rId6" Type="http://schemas.openxmlformats.org/officeDocument/2006/relationships/tags" Target="../tags/tag378.xml"/><Relationship Id="rId11" Type="http://schemas.openxmlformats.org/officeDocument/2006/relationships/tags" Target="../tags/tag383.xml"/><Relationship Id="rId5" Type="http://schemas.openxmlformats.org/officeDocument/2006/relationships/tags" Target="../tags/tag377.xml"/><Relationship Id="rId15" Type="http://schemas.openxmlformats.org/officeDocument/2006/relationships/tags" Target="../tags/tag387.xml"/><Relationship Id="rId10" Type="http://schemas.openxmlformats.org/officeDocument/2006/relationships/tags" Target="../tags/tag382.xml"/><Relationship Id="rId19" Type="http://schemas.openxmlformats.org/officeDocument/2006/relationships/slideMaster" Target="../slideMasters/slideMaster10.xml"/><Relationship Id="rId4" Type="http://schemas.openxmlformats.org/officeDocument/2006/relationships/tags" Target="../tags/tag376.xml"/><Relationship Id="rId9" Type="http://schemas.openxmlformats.org/officeDocument/2006/relationships/tags" Target="../tags/tag381.xml"/><Relationship Id="rId14" Type="http://schemas.openxmlformats.org/officeDocument/2006/relationships/tags" Target="../tags/tag386.xml"/></Relationships>
</file>

<file path=ppt/slideLayouts/_rels/slideLayout32.xml.rels><?xml version="1.0" encoding="UTF-8" standalone="yes"?>
<Relationships xmlns="http://schemas.openxmlformats.org/package/2006/relationships"><Relationship Id="rId8" Type="http://schemas.openxmlformats.org/officeDocument/2006/relationships/tags" Target="../tags/tag404.xml"/><Relationship Id="rId13" Type="http://schemas.openxmlformats.org/officeDocument/2006/relationships/tags" Target="../tags/tag409.xml"/><Relationship Id="rId3" Type="http://schemas.openxmlformats.org/officeDocument/2006/relationships/tags" Target="../tags/tag399.xml"/><Relationship Id="rId7" Type="http://schemas.openxmlformats.org/officeDocument/2006/relationships/tags" Target="../tags/tag403.xml"/><Relationship Id="rId12" Type="http://schemas.openxmlformats.org/officeDocument/2006/relationships/tags" Target="../tags/tag408.xml"/><Relationship Id="rId17" Type="http://schemas.openxmlformats.org/officeDocument/2006/relationships/slideMaster" Target="../slideMasters/slideMaster11.xml"/><Relationship Id="rId2" Type="http://schemas.openxmlformats.org/officeDocument/2006/relationships/tags" Target="../tags/tag398.xml"/><Relationship Id="rId16" Type="http://schemas.openxmlformats.org/officeDocument/2006/relationships/tags" Target="../tags/tag412.xml"/><Relationship Id="rId1" Type="http://schemas.openxmlformats.org/officeDocument/2006/relationships/tags" Target="../tags/tag397.xml"/><Relationship Id="rId6" Type="http://schemas.openxmlformats.org/officeDocument/2006/relationships/tags" Target="../tags/tag402.xml"/><Relationship Id="rId11" Type="http://schemas.openxmlformats.org/officeDocument/2006/relationships/tags" Target="../tags/tag407.xml"/><Relationship Id="rId5" Type="http://schemas.openxmlformats.org/officeDocument/2006/relationships/tags" Target="../tags/tag401.xml"/><Relationship Id="rId15" Type="http://schemas.openxmlformats.org/officeDocument/2006/relationships/tags" Target="../tags/tag411.xml"/><Relationship Id="rId10" Type="http://schemas.openxmlformats.org/officeDocument/2006/relationships/tags" Target="../tags/tag406.xml"/><Relationship Id="rId4" Type="http://schemas.openxmlformats.org/officeDocument/2006/relationships/tags" Target="../tags/tag400.xml"/><Relationship Id="rId9" Type="http://schemas.openxmlformats.org/officeDocument/2006/relationships/tags" Target="../tags/tag405.xml"/><Relationship Id="rId14" Type="http://schemas.openxmlformats.org/officeDocument/2006/relationships/tags" Target="../tags/tag410.xml"/></Relationships>
</file>

<file path=ppt/slideLayouts/_rels/slideLayout33.xml.rels><?xml version="1.0" encoding="UTF-8" standalone="yes"?>
<Relationships xmlns="http://schemas.openxmlformats.org/package/2006/relationships"><Relationship Id="rId8" Type="http://schemas.openxmlformats.org/officeDocument/2006/relationships/tags" Target="../tags/tag426.xml"/><Relationship Id="rId13" Type="http://schemas.openxmlformats.org/officeDocument/2006/relationships/tags" Target="../tags/tag431.xml"/><Relationship Id="rId3" Type="http://schemas.openxmlformats.org/officeDocument/2006/relationships/tags" Target="../tags/tag421.xml"/><Relationship Id="rId7" Type="http://schemas.openxmlformats.org/officeDocument/2006/relationships/tags" Target="../tags/tag425.xml"/><Relationship Id="rId12" Type="http://schemas.openxmlformats.org/officeDocument/2006/relationships/tags" Target="../tags/tag430.xml"/><Relationship Id="rId2" Type="http://schemas.openxmlformats.org/officeDocument/2006/relationships/tags" Target="../tags/tag420.xml"/><Relationship Id="rId16" Type="http://schemas.openxmlformats.org/officeDocument/2006/relationships/slideMaster" Target="../slideMasters/slideMaster12.xml"/><Relationship Id="rId1" Type="http://schemas.openxmlformats.org/officeDocument/2006/relationships/tags" Target="../tags/tag419.xml"/><Relationship Id="rId6" Type="http://schemas.openxmlformats.org/officeDocument/2006/relationships/tags" Target="../tags/tag424.xml"/><Relationship Id="rId11" Type="http://schemas.openxmlformats.org/officeDocument/2006/relationships/tags" Target="../tags/tag429.xml"/><Relationship Id="rId5" Type="http://schemas.openxmlformats.org/officeDocument/2006/relationships/tags" Target="../tags/tag423.xml"/><Relationship Id="rId15" Type="http://schemas.openxmlformats.org/officeDocument/2006/relationships/tags" Target="../tags/tag433.xml"/><Relationship Id="rId10" Type="http://schemas.openxmlformats.org/officeDocument/2006/relationships/tags" Target="../tags/tag428.xml"/><Relationship Id="rId4" Type="http://schemas.openxmlformats.org/officeDocument/2006/relationships/tags" Target="../tags/tag422.xml"/><Relationship Id="rId9" Type="http://schemas.openxmlformats.org/officeDocument/2006/relationships/tags" Target="../tags/tag427.xml"/><Relationship Id="rId14" Type="http://schemas.openxmlformats.org/officeDocument/2006/relationships/tags" Target="../tags/tag432.xml"/></Relationships>
</file>

<file path=ppt/slideLayouts/_rels/slideLayout34.xml.rels><?xml version="1.0" encoding="UTF-8" standalone="yes"?>
<Relationships xmlns="http://schemas.openxmlformats.org/package/2006/relationships"><Relationship Id="rId8" Type="http://schemas.openxmlformats.org/officeDocument/2006/relationships/tags" Target="../tags/tag447.xml"/><Relationship Id="rId13" Type="http://schemas.openxmlformats.org/officeDocument/2006/relationships/tags" Target="../tags/tag452.xml"/><Relationship Id="rId18" Type="http://schemas.openxmlformats.org/officeDocument/2006/relationships/tags" Target="../tags/tag457.xml"/><Relationship Id="rId3" Type="http://schemas.openxmlformats.org/officeDocument/2006/relationships/tags" Target="../tags/tag442.xml"/><Relationship Id="rId7" Type="http://schemas.openxmlformats.org/officeDocument/2006/relationships/tags" Target="../tags/tag446.xml"/><Relationship Id="rId12" Type="http://schemas.openxmlformats.org/officeDocument/2006/relationships/tags" Target="../tags/tag451.xml"/><Relationship Id="rId17" Type="http://schemas.openxmlformats.org/officeDocument/2006/relationships/tags" Target="../tags/tag456.xml"/><Relationship Id="rId2" Type="http://schemas.openxmlformats.org/officeDocument/2006/relationships/tags" Target="../tags/tag441.xml"/><Relationship Id="rId16" Type="http://schemas.openxmlformats.org/officeDocument/2006/relationships/tags" Target="../tags/tag455.xml"/><Relationship Id="rId1" Type="http://schemas.openxmlformats.org/officeDocument/2006/relationships/tags" Target="../tags/tag440.xml"/><Relationship Id="rId6" Type="http://schemas.openxmlformats.org/officeDocument/2006/relationships/tags" Target="../tags/tag445.xml"/><Relationship Id="rId11" Type="http://schemas.openxmlformats.org/officeDocument/2006/relationships/tags" Target="../tags/tag450.xml"/><Relationship Id="rId5" Type="http://schemas.openxmlformats.org/officeDocument/2006/relationships/tags" Target="../tags/tag444.xml"/><Relationship Id="rId15" Type="http://schemas.openxmlformats.org/officeDocument/2006/relationships/tags" Target="../tags/tag454.xml"/><Relationship Id="rId10" Type="http://schemas.openxmlformats.org/officeDocument/2006/relationships/tags" Target="../tags/tag449.xml"/><Relationship Id="rId19" Type="http://schemas.openxmlformats.org/officeDocument/2006/relationships/slideMaster" Target="../slideMasters/slideMaster13.xml"/><Relationship Id="rId4" Type="http://schemas.openxmlformats.org/officeDocument/2006/relationships/tags" Target="../tags/tag443.xml"/><Relationship Id="rId9" Type="http://schemas.openxmlformats.org/officeDocument/2006/relationships/tags" Target="../tags/tag448.xml"/><Relationship Id="rId14" Type="http://schemas.openxmlformats.org/officeDocument/2006/relationships/tags" Target="../tags/tag453.xml"/></Relationships>
</file>

<file path=ppt/slideLayouts/_rels/slideLayout35.xml.rels><?xml version="1.0" encoding="UTF-8" standalone="yes"?>
<Relationships xmlns="http://schemas.openxmlformats.org/package/2006/relationships"><Relationship Id="rId8" Type="http://schemas.openxmlformats.org/officeDocument/2006/relationships/tags" Target="../tags/tag471.xml"/><Relationship Id="rId13" Type="http://schemas.openxmlformats.org/officeDocument/2006/relationships/tags" Target="../tags/tag476.xml"/><Relationship Id="rId18" Type="http://schemas.openxmlformats.org/officeDocument/2006/relationships/tags" Target="../tags/tag481.xml"/><Relationship Id="rId3" Type="http://schemas.openxmlformats.org/officeDocument/2006/relationships/tags" Target="../tags/tag466.xml"/><Relationship Id="rId21" Type="http://schemas.openxmlformats.org/officeDocument/2006/relationships/tags" Target="../tags/tag484.xml"/><Relationship Id="rId7" Type="http://schemas.openxmlformats.org/officeDocument/2006/relationships/tags" Target="../tags/tag470.xml"/><Relationship Id="rId12" Type="http://schemas.openxmlformats.org/officeDocument/2006/relationships/tags" Target="../tags/tag475.xml"/><Relationship Id="rId17" Type="http://schemas.openxmlformats.org/officeDocument/2006/relationships/tags" Target="../tags/tag480.xml"/><Relationship Id="rId2" Type="http://schemas.openxmlformats.org/officeDocument/2006/relationships/tags" Target="../tags/tag465.xml"/><Relationship Id="rId16" Type="http://schemas.openxmlformats.org/officeDocument/2006/relationships/tags" Target="../tags/tag479.xml"/><Relationship Id="rId20" Type="http://schemas.openxmlformats.org/officeDocument/2006/relationships/tags" Target="../tags/tag483.xml"/><Relationship Id="rId1" Type="http://schemas.openxmlformats.org/officeDocument/2006/relationships/tags" Target="../tags/tag464.xml"/><Relationship Id="rId6" Type="http://schemas.openxmlformats.org/officeDocument/2006/relationships/tags" Target="../tags/tag469.xml"/><Relationship Id="rId11" Type="http://schemas.openxmlformats.org/officeDocument/2006/relationships/tags" Target="../tags/tag474.xml"/><Relationship Id="rId5" Type="http://schemas.openxmlformats.org/officeDocument/2006/relationships/tags" Target="../tags/tag468.xml"/><Relationship Id="rId15" Type="http://schemas.openxmlformats.org/officeDocument/2006/relationships/tags" Target="../tags/tag478.xml"/><Relationship Id="rId10" Type="http://schemas.openxmlformats.org/officeDocument/2006/relationships/tags" Target="../tags/tag473.xml"/><Relationship Id="rId19" Type="http://schemas.openxmlformats.org/officeDocument/2006/relationships/tags" Target="../tags/tag482.xml"/><Relationship Id="rId4" Type="http://schemas.openxmlformats.org/officeDocument/2006/relationships/tags" Target="../tags/tag467.xml"/><Relationship Id="rId9" Type="http://schemas.openxmlformats.org/officeDocument/2006/relationships/tags" Target="../tags/tag472.xml"/><Relationship Id="rId14" Type="http://schemas.openxmlformats.org/officeDocument/2006/relationships/tags" Target="../tags/tag477.xml"/><Relationship Id="rId22" Type="http://schemas.openxmlformats.org/officeDocument/2006/relationships/slideMaster" Target="../slideMasters/slideMaster14.xml"/></Relationships>
</file>

<file path=ppt/slideLayouts/_rels/slideLayout36.xml.rels><?xml version="1.0" encoding="UTF-8" standalone="yes"?>
<Relationships xmlns="http://schemas.openxmlformats.org/package/2006/relationships"><Relationship Id="rId8" Type="http://schemas.openxmlformats.org/officeDocument/2006/relationships/tags" Target="../tags/tag499.xml"/><Relationship Id="rId3" Type="http://schemas.openxmlformats.org/officeDocument/2006/relationships/tags" Target="../tags/tag494.xml"/><Relationship Id="rId7" Type="http://schemas.openxmlformats.org/officeDocument/2006/relationships/tags" Target="../tags/tag498.xml"/><Relationship Id="rId2" Type="http://schemas.openxmlformats.org/officeDocument/2006/relationships/tags" Target="../tags/tag493.xml"/><Relationship Id="rId1" Type="http://schemas.openxmlformats.org/officeDocument/2006/relationships/tags" Target="../tags/tag492.xml"/><Relationship Id="rId6" Type="http://schemas.openxmlformats.org/officeDocument/2006/relationships/tags" Target="../tags/tag497.xml"/><Relationship Id="rId11" Type="http://schemas.openxmlformats.org/officeDocument/2006/relationships/slideMaster" Target="../slideMasters/slideMaster15.xml"/><Relationship Id="rId5" Type="http://schemas.openxmlformats.org/officeDocument/2006/relationships/tags" Target="../tags/tag496.xml"/><Relationship Id="rId10" Type="http://schemas.openxmlformats.org/officeDocument/2006/relationships/tags" Target="../tags/tag501.xml"/><Relationship Id="rId4" Type="http://schemas.openxmlformats.org/officeDocument/2006/relationships/tags" Target="../tags/tag495.xml"/><Relationship Id="rId9" Type="http://schemas.openxmlformats.org/officeDocument/2006/relationships/tags" Target="../tags/tag50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2025/7/4</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2025/7/4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2025/7/4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2025/7/4</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2025/7/4</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2025/7/4</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2025/7/4</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2025/7/4</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2025/7/4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2025/7/4</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2025/7/4</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wrap="square">
            <a:normAutofit/>
          </a:bodyPr>
          <a:lstStyle/>
          <a:p>
            <a:r>
              <a:rPr lang="zh-CN" altLang="en-US" dirty="0"/>
              <a:t>单击此处编辑母版标题样式</a:t>
            </a:r>
          </a:p>
        </p:txBody>
      </p:sp>
      <p:sp>
        <p:nvSpPr>
          <p:cNvPr id="3" name="内容占位符 2"/>
          <p:cNvSpPr>
            <a:spLocks noGrp="1"/>
          </p:cNvSpPr>
          <p:nvPr>
            <p:ph idx="1"/>
            <p:custDataLst>
              <p:tags r:id="rId2"/>
            </p:custDataLst>
          </p:nvPr>
        </p:nvSpPr>
        <p:spPr/>
        <p:txBody>
          <a:bodyPr wrap="square">
            <a:normAutofit/>
          </a:body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t>2025/7/4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t>‹#›</a:t>
            </a:fld>
            <a:endParaRPr lang="zh-CN" altLang="en-US"/>
          </a:p>
        </p:txBody>
      </p:sp>
      <p:sp>
        <p:nvSpPr>
          <p:cNvPr id="15" name="任意多边形: 形状 14"/>
          <p:cNvSpPr>
            <a:spLocks noChangeAspect="1"/>
          </p:cNvSpPr>
          <p:nvPr userDrawn="1">
            <p:custDataLst>
              <p:tags r:id="rId6"/>
            </p:custDataLst>
          </p:nvPr>
        </p:nvSpPr>
        <p:spPr>
          <a:xfrm rot="16200000">
            <a:off x="10844781" y="59657"/>
            <a:ext cx="649963" cy="2044477"/>
          </a:xfrm>
          <a:custGeom>
            <a:avLst/>
            <a:gdLst>
              <a:gd name="connsiteX0" fmla="*/ 1406877 w 1406877"/>
              <a:gd name="connsiteY0" fmla="*/ 947834 h 2044477"/>
              <a:gd name="connsiteX1" fmla="*/ 1406877 w 1406877"/>
              <a:gd name="connsiteY1" fmla="*/ 2034781 h 2044477"/>
              <a:gd name="connsiteX2" fmla="*/ 1402315 w 1406877"/>
              <a:gd name="connsiteY2" fmla="*/ 2044477 h 2044477"/>
              <a:gd name="connsiteX3" fmla="*/ 148584 w 1406877"/>
              <a:gd name="connsiteY3" fmla="*/ 2044477 h 2044477"/>
              <a:gd name="connsiteX4" fmla="*/ 118571 w 1406877"/>
              <a:gd name="connsiteY4" fmla="*/ 1979996 h 2044477"/>
              <a:gd name="connsiteX5" fmla="*/ 11855 w 1406877"/>
              <a:gd name="connsiteY5" fmla="*/ 1552698 h 2044477"/>
              <a:gd name="connsiteX6" fmla="*/ 649963 w 1406877"/>
              <a:gd name="connsiteY6" fmla="*/ 0 h 2044477"/>
              <a:gd name="connsiteX0-1" fmla="*/ 1406877 w 1406877"/>
              <a:gd name="connsiteY0-2" fmla="*/ 947834 h 2044477"/>
              <a:gd name="connsiteX1-3" fmla="*/ 1406877 w 1406877"/>
              <a:gd name="connsiteY1-4" fmla="*/ 2034781 h 2044477"/>
              <a:gd name="connsiteX2-5" fmla="*/ 1402315 w 1406877"/>
              <a:gd name="connsiteY2-6" fmla="*/ 2044477 h 2044477"/>
              <a:gd name="connsiteX3-7" fmla="*/ 390877 w 1406877"/>
              <a:gd name="connsiteY3-8" fmla="*/ 2044476 h 2044477"/>
              <a:gd name="connsiteX4-9" fmla="*/ 148584 w 1406877"/>
              <a:gd name="connsiteY4-10" fmla="*/ 2044477 h 2044477"/>
              <a:gd name="connsiteX5-11" fmla="*/ 118571 w 1406877"/>
              <a:gd name="connsiteY5-12" fmla="*/ 1979996 h 2044477"/>
              <a:gd name="connsiteX6-13" fmla="*/ 11855 w 1406877"/>
              <a:gd name="connsiteY6-14" fmla="*/ 1552698 h 2044477"/>
              <a:gd name="connsiteX7" fmla="*/ 649963 w 1406877"/>
              <a:gd name="connsiteY7" fmla="*/ 0 h 2044477"/>
              <a:gd name="connsiteX8" fmla="*/ 1406877 w 1406877"/>
              <a:gd name="connsiteY8" fmla="*/ 947834 h 2044477"/>
              <a:gd name="connsiteX0-15" fmla="*/ 390877 w 1406877"/>
              <a:gd name="connsiteY0-16" fmla="*/ 2044476 h 2135916"/>
              <a:gd name="connsiteX1-17" fmla="*/ 148584 w 1406877"/>
              <a:gd name="connsiteY1-18" fmla="*/ 2044477 h 2135916"/>
              <a:gd name="connsiteX2-19" fmla="*/ 118571 w 1406877"/>
              <a:gd name="connsiteY2-20" fmla="*/ 1979996 h 2135916"/>
              <a:gd name="connsiteX3-21" fmla="*/ 11855 w 1406877"/>
              <a:gd name="connsiteY3-22" fmla="*/ 1552698 h 2135916"/>
              <a:gd name="connsiteX4-23" fmla="*/ 649963 w 1406877"/>
              <a:gd name="connsiteY4-24" fmla="*/ 0 h 2135916"/>
              <a:gd name="connsiteX5-25" fmla="*/ 1406877 w 1406877"/>
              <a:gd name="connsiteY5-26" fmla="*/ 947834 h 2135916"/>
              <a:gd name="connsiteX6-27" fmla="*/ 1406877 w 1406877"/>
              <a:gd name="connsiteY6-28" fmla="*/ 2034781 h 2135916"/>
              <a:gd name="connsiteX7-29" fmla="*/ 1402315 w 1406877"/>
              <a:gd name="connsiteY7-30" fmla="*/ 2044477 h 2135916"/>
              <a:gd name="connsiteX8-31" fmla="*/ 482317 w 1406877"/>
              <a:gd name="connsiteY8-32" fmla="*/ 2135916 h 2135916"/>
              <a:gd name="connsiteX0-33" fmla="*/ 390877 w 1406877"/>
              <a:gd name="connsiteY0-34" fmla="*/ 2044476 h 2044477"/>
              <a:gd name="connsiteX1-35" fmla="*/ 148584 w 1406877"/>
              <a:gd name="connsiteY1-36" fmla="*/ 2044477 h 2044477"/>
              <a:gd name="connsiteX2-37" fmla="*/ 118571 w 1406877"/>
              <a:gd name="connsiteY2-38" fmla="*/ 1979996 h 2044477"/>
              <a:gd name="connsiteX3-39" fmla="*/ 11855 w 1406877"/>
              <a:gd name="connsiteY3-40" fmla="*/ 1552698 h 2044477"/>
              <a:gd name="connsiteX4-41" fmla="*/ 649963 w 1406877"/>
              <a:gd name="connsiteY4-42" fmla="*/ 0 h 2044477"/>
              <a:gd name="connsiteX5-43" fmla="*/ 1406877 w 1406877"/>
              <a:gd name="connsiteY5-44" fmla="*/ 947834 h 2044477"/>
              <a:gd name="connsiteX6-45" fmla="*/ 1406877 w 1406877"/>
              <a:gd name="connsiteY6-46" fmla="*/ 2034781 h 2044477"/>
              <a:gd name="connsiteX7-47" fmla="*/ 1402315 w 1406877"/>
              <a:gd name="connsiteY7-48" fmla="*/ 2044477 h 2044477"/>
              <a:gd name="connsiteX0-49" fmla="*/ 148584 w 1406877"/>
              <a:gd name="connsiteY0-50" fmla="*/ 2044477 h 2044477"/>
              <a:gd name="connsiteX1-51" fmla="*/ 118571 w 1406877"/>
              <a:gd name="connsiteY1-52" fmla="*/ 1979996 h 2044477"/>
              <a:gd name="connsiteX2-53" fmla="*/ 11855 w 1406877"/>
              <a:gd name="connsiteY2-54" fmla="*/ 1552698 h 2044477"/>
              <a:gd name="connsiteX3-55" fmla="*/ 649963 w 1406877"/>
              <a:gd name="connsiteY3-56" fmla="*/ 0 h 2044477"/>
              <a:gd name="connsiteX4-57" fmla="*/ 1406877 w 1406877"/>
              <a:gd name="connsiteY4-58" fmla="*/ 947834 h 2044477"/>
              <a:gd name="connsiteX5-59" fmla="*/ 1406877 w 1406877"/>
              <a:gd name="connsiteY5-60" fmla="*/ 2034781 h 2044477"/>
              <a:gd name="connsiteX6-61" fmla="*/ 1402315 w 1406877"/>
              <a:gd name="connsiteY6-62" fmla="*/ 2044477 h 2044477"/>
              <a:gd name="connsiteX0-63" fmla="*/ 148584 w 1406877"/>
              <a:gd name="connsiteY0-64" fmla="*/ 2044477 h 2044477"/>
              <a:gd name="connsiteX1-65" fmla="*/ 118571 w 1406877"/>
              <a:gd name="connsiteY1-66" fmla="*/ 1979996 h 2044477"/>
              <a:gd name="connsiteX2-67" fmla="*/ 11855 w 1406877"/>
              <a:gd name="connsiteY2-68" fmla="*/ 1552698 h 2044477"/>
              <a:gd name="connsiteX3-69" fmla="*/ 649963 w 1406877"/>
              <a:gd name="connsiteY3-70" fmla="*/ 0 h 2044477"/>
              <a:gd name="connsiteX4-71" fmla="*/ 1406877 w 1406877"/>
              <a:gd name="connsiteY4-72" fmla="*/ 947834 h 2044477"/>
              <a:gd name="connsiteX5-73" fmla="*/ 1406877 w 1406877"/>
              <a:gd name="connsiteY5-74" fmla="*/ 2034781 h 2044477"/>
              <a:gd name="connsiteX0-75" fmla="*/ 148584 w 1406877"/>
              <a:gd name="connsiteY0-76" fmla="*/ 2044477 h 2044477"/>
              <a:gd name="connsiteX1-77" fmla="*/ 118571 w 1406877"/>
              <a:gd name="connsiteY1-78" fmla="*/ 1979996 h 2044477"/>
              <a:gd name="connsiteX2-79" fmla="*/ 11855 w 1406877"/>
              <a:gd name="connsiteY2-80" fmla="*/ 1552698 h 2044477"/>
              <a:gd name="connsiteX3-81" fmla="*/ 649963 w 1406877"/>
              <a:gd name="connsiteY3-82" fmla="*/ 0 h 2044477"/>
              <a:gd name="connsiteX4-83" fmla="*/ 1406877 w 1406877"/>
              <a:gd name="connsiteY4-84" fmla="*/ 2034781 h 2044477"/>
              <a:gd name="connsiteX0-85" fmla="*/ 148584 w 649963"/>
              <a:gd name="connsiteY0-86" fmla="*/ 2044477 h 2044477"/>
              <a:gd name="connsiteX1-87" fmla="*/ 118571 w 649963"/>
              <a:gd name="connsiteY1-88" fmla="*/ 1979996 h 2044477"/>
              <a:gd name="connsiteX2-89" fmla="*/ 11855 w 649963"/>
              <a:gd name="connsiteY2-90" fmla="*/ 1552698 h 2044477"/>
              <a:gd name="connsiteX3-91" fmla="*/ 649963 w 649963"/>
              <a:gd name="connsiteY3-92" fmla="*/ 0 h 2044477"/>
            </a:gdLst>
            <a:ahLst/>
            <a:cxnLst>
              <a:cxn ang="0">
                <a:pos x="connsiteX0-1" y="connsiteY0-2"/>
              </a:cxn>
              <a:cxn ang="0">
                <a:pos x="connsiteX1-3" y="connsiteY1-4"/>
              </a:cxn>
              <a:cxn ang="0">
                <a:pos x="connsiteX2-5" y="connsiteY2-6"/>
              </a:cxn>
              <a:cxn ang="0">
                <a:pos x="connsiteX3-7" y="connsiteY3-8"/>
              </a:cxn>
            </a:cxnLst>
            <a:rect l="l" t="t" r="r" b="b"/>
            <a:pathLst>
              <a:path w="649963" h="2044477">
                <a:moveTo>
                  <a:pt x="148584" y="2044477"/>
                </a:moveTo>
                <a:lnTo>
                  <a:pt x="118571" y="1979996"/>
                </a:lnTo>
                <a:cubicBezTo>
                  <a:pt x="65551" y="1844343"/>
                  <a:pt x="29293" y="1700958"/>
                  <a:pt x="11855" y="1552698"/>
                </a:cubicBezTo>
                <a:cubicBezTo>
                  <a:pt x="-57895" y="959659"/>
                  <a:pt x="183361" y="372616"/>
                  <a:pt x="649963" y="0"/>
                </a:cubicBez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22" name="任意多边形: 形状 21"/>
          <p:cNvSpPr>
            <a:spLocks noChangeAspect="1"/>
          </p:cNvSpPr>
          <p:nvPr userDrawn="1">
            <p:custDataLst>
              <p:tags r:id="rId7"/>
            </p:custDataLst>
          </p:nvPr>
        </p:nvSpPr>
        <p:spPr>
          <a:xfrm rot="16200000">
            <a:off x="9243622" y="127619"/>
            <a:ext cx="1736864" cy="1481625"/>
          </a:xfrm>
          <a:custGeom>
            <a:avLst/>
            <a:gdLst>
              <a:gd name="connsiteX0" fmla="*/ 1736864 w 4216134"/>
              <a:gd name="connsiteY0" fmla="*/ 0 h 2483593"/>
              <a:gd name="connsiteX1" fmla="*/ 1736864 w 4216134"/>
              <a:gd name="connsiteY1" fmla="*/ 2483593 h 2483593"/>
              <a:gd name="connsiteX2" fmla="*/ 0 w 4216134"/>
              <a:gd name="connsiteY2" fmla="*/ 1481625 h 2483593"/>
              <a:gd name="connsiteX3" fmla="*/ 1576110 w 4216134"/>
              <a:gd name="connsiteY3" fmla="*/ 24177 h 2483593"/>
              <a:gd name="connsiteX4" fmla="*/ 4216134 w 4216134"/>
              <a:gd name="connsiteY4" fmla="*/ 2124236 h 2483593"/>
              <a:gd name="connsiteX5" fmla="*/ 4216093 w 4216134"/>
              <a:gd name="connsiteY5" fmla="*/ 2125372 h 2483593"/>
              <a:gd name="connsiteX6" fmla="*/ 4216093 w 4216134"/>
              <a:gd name="connsiteY6" fmla="*/ 2123168 h 2483593"/>
              <a:gd name="connsiteX0-1" fmla="*/ 1736864 w 4216134"/>
              <a:gd name="connsiteY0-2" fmla="*/ 0 h 2483593"/>
              <a:gd name="connsiteX1-3" fmla="*/ 1736864 w 4216134"/>
              <a:gd name="connsiteY1-4" fmla="*/ 2483593 h 2483593"/>
              <a:gd name="connsiteX2-5" fmla="*/ 885963 w 4216134"/>
              <a:gd name="connsiteY2-6" fmla="*/ 2007958 h 2483593"/>
              <a:gd name="connsiteX3-7" fmla="*/ 0 w 4216134"/>
              <a:gd name="connsiteY3-8" fmla="*/ 1481625 h 2483593"/>
              <a:gd name="connsiteX4-9" fmla="*/ 1576110 w 4216134"/>
              <a:gd name="connsiteY4-10" fmla="*/ 24177 h 2483593"/>
              <a:gd name="connsiteX5-11" fmla="*/ 1736864 w 4216134"/>
              <a:gd name="connsiteY5-12" fmla="*/ 0 h 2483593"/>
              <a:gd name="connsiteX6-13" fmla="*/ 4216134 w 4216134"/>
              <a:gd name="connsiteY6-14" fmla="*/ 2124236 h 2483593"/>
              <a:gd name="connsiteX7" fmla="*/ 4216093 w 4216134"/>
              <a:gd name="connsiteY7" fmla="*/ 2125372 h 2483593"/>
              <a:gd name="connsiteX8" fmla="*/ 4216093 w 4216134"/>
              <a:gd name="connsiteY8" fmla="*/ 2123168 h 2483593"/>
              <a:gd name="connsiteX9" fmla="*/ 4216134 w 4216134"/>
              <a:gd name="connsiteY9" fmla="*/ 2124236 h 2483593"/>
              <a:gd name="connsiteX0-15" fmla="*/ 885963 w 4216134"/>
              <a:gd name="connsiteY0-16" fmla="*/ 2007958 h 2483593"/>
              <a:gd name="connsiteX1-17" fmla="*/ 0 w 4216134"/>
              <a:gd name="connsiteY1-18" fmla="*/ 1481625 h 2483593"/>
              <a:gd name="connsiteX2-19" fmla="*/ 1576110 w 4216134"/>
              <a:gd name="connsiteY2-20" fmla="*/ 24177 h 2483593"/>
              <a:gd name="connsiteX3-21" fmla="*/ 1736864 w 4216134"/>
              <a:gd name="connsiteY3-22" fmla="*/ 0 h 2483593"/>
              <a:gd name="connsiteX4-23" fmla="*/ 4216134 w 4216134"/>
              <a:gd name="connsiteY4-24" fmla="*/ 2124236 h 2483593"/>
              <a:gd name="connsiteX5-25" fmla="*/ 4216093 w 4216134"/>
              <a:gd name="connsiteY5-26" fmla="*/ 2125372 h 2483593"/>
              <a:gd name="connsiteX6-27" fmla="*/ 4216093 w 4216134"/>
              <a:gd name="connsiteY6-28" fmla="*/ 2123168 h 2483593"/>
              <a:gd name="connsiteX7-29" fmla="*/ 4216134 w 4216134"/>
              <a:gd name="connsiteY7-30" fmla="*/ 2124236 h 2483593"/>
              <a:gd name="connsiteX8-31" fmla="*/ 1736864 w 4216134"/>
              <a:gd name="connsiteY8-32" fmla="*/ 2483593 h 2483593"/>
              <a:gd name="connsiteX9-33" fmla="*/ 977403 w 4216134"/>
              <a:gd name="connsiteY9-34" fmla="*/ 2099398 h 2483593"/>
              <a:gd name="connsiteX0-35" fmla="*/ 885963 w 4216134"/>
              <a:gd name="connsiteY0-36" fmla="*/ 2007958 h 2483593"/>
              <a:gd name="connsiteX1-37" fmla="*/ 0 w 4216134"/>
              <a:gd name="connsiteY1-38" fmla="*/ 1481625 h 2483593"/>
              <a:gd name="connsiteX2-39" fmla="*/ 1576110 w 4216134"/>
              <a:gd name="connsiteY2-40" fmla="*/ 24177 h 2483593"/>
              <a:gd name="connsiteX3-41" fmla="*/ 1736864 w 4216134"/>
              <a:gd name="connsiteY3-42" fmla="*/ 0 h 2483593"/>
              <a:gd name="connsiteX4-43" fmla="*/ 885963 w 4216134"/>
              <a:gd name="connsiteY4-44" fmla="*/ 2007958 h 2483593"/>
              <a:gd name="connsiteX5-45" fmla="*/ 4216134 w 4216134"/>
              <a:gd name="connsiteY5-46" fmla="*/ 2124236 h 2483593"/>
              <a:gd name="connsiteX6-47" fmla="*/ 4216093 w 4216134"/>
              <a:gd name="connsiteY6-48" fmla="*/ 2125372 h 2483593"/>
              <a:gd name="connsiteX7-49" fmla="*/ 4216093 w 4216134"/>
              <a:gd name="connsiteY7-50" fmla="*/ 2123168 h 2483593"/>
              <a:gd name="connsiteX8-51" fmla="*/ 4216134 w 4216134"/>
              <a:gd name="connsiteY8-52" fmla="*/ 2124236 h 2483593"/>
              <a:gd name="connsiteX9-53" fmla="*/ 1736864 w 4216134"/>
              <a:gd name="connsiteY9-54" fmla="*/ 2483593 h 2483593"/>
              <a:gd name="connsiteX0-55" fmla="*/ 885963 w 4216134"/>
              <a:gd name="connsiteY0-56" fmla="*/ 2007958 h 2125372"/>
              <a:gd name="connsiteX1-57" fmla="*/ 0 w 4216134"/>
              <a:gd name="connsiteY1-58" fmla="*/ 1481625 h 2125372"/>
              <a:gd name="connsiteX2-59" fmla="*/ 1576110 w 4216134"/>
              <a:gd name="connsiteY2-60" fmla="*/ 24177 h 2125372"/>
              <a:gd name="connsiteX3-61" fmla="*/ 1736864 w 4216134"/>
              <a:gd name="connsiteY3-62" fmla="*/ 0 h 2125372"/>
              <a:gd name="connsiteX4-63" fmla="*/ 885963 w 4216134"/>
              <a:gd name="connsiteY4-64" fmla="*/ 2007958 h 2125372"/>
              <a:gd name="connsiteX5-65" fmla="*/ 4216134 w 4216134"/>
              <a:gd name="connsiteY5-66" fmla="*/ 2124236 h 2125372"/>
              <a:gd name="connsiteX6-67" fmla="*/ 4216093 w 4216134"/>
              <a:gd name="connsiteY6-68" fmla="*/ 2125372 h 2125372"/>
              <a:gd name="connsiteX7-69" fmla="*/ 4216093 w 4216134"/>
              <a:gd name="connsiteY7-70" fmla="*/ 2123168 h 2125372"/>
              <a:gd name="connsiteX8-71" fmla="*/ 4216134 w 4216134"/>
              <a:gd name="connsiteY8-72" fmla="*/ 2124236 h 2125372"/>
              <a:gd name="connsiteX0-73" fmla="*/ 885963 w 4216134"/>
              <a:gd name="connsiteY0-74" fmla="*/ 2007958 h 2125372"/>
              <a:gd name="connsiteX1-75" fmla="*/ 0 w 4216134"/>
              <a:gd name="connsiteY1-76" fmla="*/ 1481625 h 2125372"/>
              <a:gd name="connsiteX2-77" fmla="*/ 1576110 w 4216134"/>
              <a:gd name="connsiteY2-78" fmla="*/ 24177 h 2125372"/>
              <a:gd name="connsiteX3-79" fmla="*/ 1736864 w 4216134"/>
              <a:gd name="connsiteY3-80" fmla="*/ 0 h 2125372"/>
              <a:gd name="connsiteX4-81" fmla="*/ 885963 w 4216134"/>
              <a:gd name="connsiteY4-82" fmla="*/ 2007958 h 2125372"/>
              <a:gd name="connsiteX5-83" fmla="*/ 4216134 w 4216134"/>
              <a:gd name="connsiteY5-84" fmla="*/ 2124236 h 2125372"/>
              <a:gd name="connsiteX6-85" fmla="*/ 4216093 w 4216134"/>
              <a:gd name="connsiteY6-86" fmla="*/ 2125372 h 2125372"/>
              <a:gd name="connsiteX7-87" fmla="*/ 4216093 w 4216134"/>
              <a:gd name="connsiteY7-88" fmla="*/ 2123168 h 2125372"/>
              <a:gd name="connsiteX0-89" fmla="*/ 885963 w 4216134"/>
              <a:gd name="connsiteY0-90" fmla="*/ 2007958 h 2125372"/>
              <a:gd name="connsiteX1-91" fmla="*/ 0 w 4216134"/>
              <a:gd name="connsiteY1-92" fmla="*/ 1481625 h 2125372"/>
              <a:gd name="connsiteX2-93" fmla="*/ 1576110 w 4216134"/>
              <a:gd name="connsiteY2-94" fmla="*/ 24177 h 2125372"/>
              <a:gd name="connsiteX3-95" fmla="*/ 1736864 w 4216134"/>
              <a:gd name="connsiteY3-96" fmla="*/ 0 h 2125372"/>
              <a:gd name="connsiteX4-97" fmla="*/ 885963 w 4216134"/>
              <a:gd name="connsiteY4-98" fmla="*/ 2007958 h 2125372"/>
              <a:gd name="connsiteX5-99" fmla="*/ 4216134 w 4216134"/>
              <a:gd name="connsiteY5-100" fmla="*/ 2124236 h 2125372"/>
              <a:gd name="connsiteX6-101" fmla="*/ 4216093 w 4216134"/>
              <a:gd name="connsiteY6-102" fmla="*/ 2125372 h 2125372"/>
              <a:gd name="connsiteX0-103" fmla="*/ 885963 w 1736864"/>
              <a:gd name="connsiteY0-104" fmla="*/ 2007958 h 2007958"/>
              <a:gd name="connsiteX1-105" fmla="*/ 0 w 1736864"/>
              <a:gd name="connsiteY1-106" fmla="*/ 1481625 h 2007958"/>
              <a:gd name="connsiteX2-107" fmla="*/ 1576110 w 1736864"/>
              <a:gd name="connsiteY2-108" fmla="*/ 24177 h 2007958"/>
              <a:gd name="connsiteX3-109" fmla="*/ 1736864 w 1736864"/>
              <a:gd name="connsiteY3-110" fmla="*/ 0 h 2007958"/>
              <a:gd name="connsiteX4-111" fmla="*/ 885963 w 1736864"/>
              <a:gd name="connsiteY4-112" fmla="*/ 2007958 h 2007958"/>
              <a:gd name="connsiteX0-113" fmla="*/ 0 w 1736864"/>
              <a:gd name="connsiteY0-114" fmla="*/ 1481625 h 2099398"/>
              <a:gd name="connsiteX1-115" fmla="*/ 1576110 w 1736864"/>
              <a:gd name="connsiteY1-116" fmla="*/ 24177 h 2099398"/>
              <a:gd name="connsiteX2-117" fmla="*/ 1736864 w 1736864"/>
              <a:gd name="connsiteY2-118" fmla="*/ 0 h 2099398"/>
              <a:gd name="connsiteX3-119" fmla="*/ 977403 w 1736864"/>
              <a:gd name="connsiteY3-120" fmla="*/ 2099398 h 2099398"/>
              <a:gd name="connsiteX0-121" fmla="*/ 0 w 1736864"/>
              <a:gd name="connsiteY0-122" fmla="*/ 1481625 h 1481625"/>
              <a:gd name="connsiteX1-123" fmla="*/ 1576110 w 1736864"/>
              <a:gd name="connsiteY1-124" fmla="*/ 24177 h 1481625"/>
              <a:gd name="connsiteX2-125" fmla="*/ 1736864 w 1736864"/>
              <a:gd name="connsiteY2-126" fmla="*/ 0 h 1481625"/>
            </a:gdLst>
            <a:ahLst/>
            <a:cxnLst>
              <a:cxn ang="0">
                <a:pos x="connsiteX0-1" y="connsiteY0-2"/>
              </a:cxn>
              <a:cxn ang="0">
                <a:pos x="connsiteX1-3" y="connsiteY1-4"/>
              </a:cxn>
              <a:cxn ang="0">
                <a:pos x="connsiteX2-5" y="connsiteY2-6"/>
              </a:cxn>
            </a:cxnLst>
            <a:rect l="l" t="t" r="r" b="b"/>
            <a:pathLst>
              <a:path w="1736864" h="1481625">
                <a:moveTo>
                  <a:pt x="0" y="1481625"/>
                </a:moveTo>
                <a:cubicBezTo>
                  <a:pt x="231589" y="742961"/>
                  <a:pt x="837233" y="193516"/>
                  <a:pt x="1576110" y="24177"/>
                </a:cubicBezTo>
                <a:lnTo>
                  <a:pt x="1736864" y="0"/>
                </a:ln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9" name="椭圆 8"/>
          <p:cNvSpPr>
            <a:spLocks noChangeAspect="1"/>
          </p:cNvSpPr>
          <p:nvPr userDrawn="1">
            <p:custDataLst>
              <p:tags r:id="rId8"/>
            </p:custDataLst>
          </p:nvPr>
        </p:nvSpPr>
        <p:spPr>
          <a:xfrm rot="16200000">
            <a:off x="11716140" y="1332452"/>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8" name="任意多边形: 形状 17"/>
          <p:cNvSpPr>
            <a:spLocks noChangeAspect="1"/>
          </p:cNvSpPr>
          <p:nvPr userDrawn="1">
            <p:custDataLst>
              <p:tags r:id="rId9"/>
            </p:custDataLst>
          </p:nvPr>
        </p:nvSpPr>
        <p:spPr>
          <a:xfrm rot="16200000">
            <a:off x="10791949" y="-474418"/>
            <a:ext cx="916108" cy="1883994"/>
          </a:xfrm>
          <a:custGeom>
            <a:avLst/>
            <a:gdLst>
              <a:gd name="connsiteX0" fmla="*/ 916108 w 916108"/>
              <a:gd name="connsiteY0" fmla="*/ 0 h 1883994"/>
              <a:gd name="connsiteX1" fmla="*/ 916108 w 916108"/>
              <a:gd name="connsiteY1" fmla="*/ 1883994 h 1883994"/>
              <a:gd name="connsiteX2" fmla="*/ 212597 w 916108"/>
              <a:gd name="connsiteY2" fmla="*/ 1883994 h 1883994"/>
              <a:gd name="connsiteX3" fmla="*/ 211412 w 916108"/>
              <a:gd name="connsiteY3" fmla="*/ 1882408 h 1883994"/>
              <a:gd name="connsiteX4" fmla="*/ 0 w 916108"/>
              <a:gd name="connsiteY4" fmla="*/ 1190294 h 1883994"/>
              <a:gd name="connsiteX5" fmla="*/ 756045 w 916108"/>
              <a:gd name="connsiteY5" fmla="*/ 49686 h 1883994"/>
              <a:gd name="connsiteX0-1" fmla="*/ 916108 w 916108"/>
              <a:gd name="connsiteY0-2" fmla="*/ 0 h 1909394"/>
              <a:gd name="connsiteX1-3" fmla="*/ 916108 w 916108"/>
              <a:gd name="connsiteY1-4" fmla="*/ 1883994 h 1909394"/>
              <a:gd name="connsiteX2-5" fmla="*/ 547808 w 916108"/>
              <a:gd name="connsiteY2-6" fmla="*/ 1909394 h 1909394"/>
              <a:gd name="connsiteX3-7" fmla="*/ 212597 w 916108"/>
              <a:gd name="connsiteY3-8" fmla="*/ 1883994 h 1909394"/>
              <a:gd name="connsiteX4-9" fmla="*/ 211412 w 916108"/>
              <a:gd name="connsiteY4-10" fmla="*/ 1882408 h 1909394"/>
              <a:gd name="connsiteX5-11" fmla="*/ 0 w 916108"/>
              <a:gd name="connsiteY5-12" fmla="*/ 1190294 h 1909394"/>
              <a:gd name="connsiteX6" fmla="*/ 756045 w 916108"/>
              <a:gd name="connsiteY6" fmla="*/ 49686 h 1909394"/>
              <a:gd name="connsiteX7" fmla="*/ 916108 w 916108"/>
              <a:gd name="connsiteY7" fmla="*/ 0 h 1909394"/>
              <a:gd name="connsiteX0-13" fmla="*/ 547808 w 916108"/>
              <a:gd name="connsiteY0-14" fmla="*/ 1909394 h 2000834"/>
              <a:gd name="connsiteX1-15" fmla="*/ 212597 w 916108"/>
              <a:gd name="connsiteY1-16" fmla="*/ 1883994 h 2000834"/>
              <a:gd name="connsiteX2-17" fmla="*/ 211412 w 916108"/>
              <a:gd name="connsiteY2-18" fmla="*/ 1882408 h 2000834"/>
              <a:gd name="connsiteX3-19" fmla="*/ 0 w 916108"/>
              <a:gd name="connsiteY3-20" fmla="*/ 1190294 h 2000834"/>
              <a:gd name="connsiteX4-21" fmla="*/ 756045 w 916108"/>
              <a:gd name="connsiteY4-22" fmla="*/ 49686 h 2000834"/>
              <a:gd name="connsiteX5-23" fmla="*/ 916108 w 916108"/>
              <a:gd name="connsiteY5-24" fmla="*/ 0 h 2000834"/>
              <a:gd name="connsiteX6-25" fmla="*/ 916108 w 916108"/>
              <a:gd name="connsiteY6-26" fmla="*/ 1883994 h 2000834"/>
              <a:gd name="connsiteX7-27" fmla="*/ 639248 w 916108"/>
              <a:gd name="connsiteY7-28" fmla="*/ 2000834 h 2000834"/>
              <a:gd name="connsiteX0-29" fmla="*/ 547808 w 916108"/>
              <a:gd name="connsiteY0-30" fmla="*/ 1909394 h 1909394"/>
              <a:gd name="connsiteX1-31" fmla="*/ 212597 w 916108"/>
              <a:gd name="connsiteY1-32" fmla="*/ 1883994 h 1909394"/>
              <a:gd name="connsiteX2-33" fmla="*/ 211412 w 916108"/>
              <a:gd name="connsiteY2-34" fmla="*/ 1882408 h 1909394"/>
              <a:gd name="connsiteX3-35" fmla="*/ 0 w 916108"/>
              <a:gd name="connsiteY3-36" fmla="*/ 1190294 h 1909394"/>
              <a:gd name="connsiteX4-37" fmla="*/ 756045 w 916108"/>
              <a:gd name="connsiteY4-38" fmla="*/ 49686 h 1909394"/>
              <a:gd name="connsiteX5-39" fmla="*/ 916108 w 916108"/>
              <a:gd name="connsiteY5-40" fmla="*/ 0 h 1909394"/>
              <a:gd name="connsiteX6-41" fmla="*/ 916108 w 916108"/>
              <a:gd name="connsiteY6-42" fmla="*/ 1883994 h 1909394"/>
              <a:gd name="connsiteX0-43" fmla="*/ 547808 w 916108"/>
              <a:gd name="connsiteY0-44" fmla="*/ 1909394 h 1909394"/>
              <a:gd name="connsiteX1-45" fmla="*/ 212597 w 916108"/>
              <a:gd name="connsiteY1-46" fmla="*/ 1883994 h 1909394"/>
              <a:gd name="connsiteX2-47" fmla="*/ 211412 w 916108"/>
              <a:gd name="connsiteY2-48" fmla="*/ 1882408 h 1909394"/>
              <a:gd name="connsiteX3-49" fmla="*/ 0 w 916108"/>
              <a:gd name="connsiteY3-50" fmla="*/ 1190294 h 1909394"/>
              <a:gd name="connsiteX4-51" fmla="*/ 756045 w 916108"/>
              <a:gd name="connsiteY4-52" fmla="*/ 49686 h 1909394"/>
              <a:gd name="connsiteX5-53" fmla="*/ 916108 w 916108"/>
              <a:gd name="connsiteY5-54" fmla="*/ 0 h 1909394"/>
              <a:gd name="connsiteX0-55" fmla="*/ 212597 w 916108"/>
              <a:gd name="connsiteY0-56" fmla="*/ 1883994 h 1883994"/>
              <a:gd name="connsiteX1-57" fmla="*/ 211412 w 916108"/>
              <a:gd name="connsiteY1-58" fmla="*/ 1882408 h 1883994"/>
              <a:gd name="connsiteX2-59" fmla="*/ 0 w 916108"/>
              <a:gd name="connsiteY2-60" fmla="*/ 1190294 h 1883994"/>
              <a:gd name="connsiteX3-61" fmla="*/ 756045 w 916108"/>
              <a:gd name="connsiteY3-62" fmla="*/ 49686 h 1883994"/>
              <a:gd name="connsiteX4-63" fmla="*/ 916108 w 916108"/>
              <a:gd name="connsiteY4-64" fmla="*/ 0 h 188399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6108" h="1883994">
                <a:moveTo>
                  <a:pt x="212597" y="1883994"/>
                </a:moveTo>
                <a:lnTo>
                  <a:pt x="211412" y="1882408"/>
                </a:lnTo>
                <a:cubicBezTo>
                  <a:pt x="77937" y="1684840"/>
                  <a:pt x="0" y="1446669"/>
                  <a:pt x="0" y="1190294"/>
                </a:cubicBezTo>
                <a:cubicBezTo>
                  <a:pt x="0" y="677544"/>
                  <a:pt x="311749" y="237608"/>
                  <a:pt x="756045" y="49686"/>
                </a:cubicBezTo>
                <a:lnTo>
                  <a:pt x="916108" y="0"/>
                </a:lnTo>
              </a:path>
            </a:pathLst>
          </a:custGeom>
          <a:noFill/>
          <a:ln w="19050">
            <a:solidFill>
              <a:schemeClr val="accent1">
                <a:lumMod val="40000"/>
                <a:lumOff val="60000"/>
                <a:alpha val="42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useBgFill="1">
        <p:nvSpPr>
          <p:cNvPr id="13" name="椭圆 12"/>
          <p:cNvSpPr>
            <a:spLocks noChangeAspect="1"/>
          </p:cNvSpPr>
          <p:nvPr userDrawn="1">
            <p:custDataLst>
              <p:tags r:id="rId10"/>
            </p:custDataLst>
          </p:nvPr>
        </p:nvSpPr>
        <p:spPr>
          <a:xfrm rot="16200000">
            <a:off x="9597937" y="720000"/>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4656000" y="428484"/>
            <a:ext cx="2880000" cy="1081088"/>
          </a:xfrm>
        </p:spPr>
        <p:txBody>
          <a:bodyPr wrap="square" anchor="ctr">
            <a:normAutofit/>
          </a:bodyPr>
          <a:lstStyle>
            <a:lvl1pPr algn="ctr">
              <a:defRPr sz="6000"/>
            </a:lvl1pPr>
          </a:lstStyle>
          <a:p>
            <a:r>
              <a:rPr lang="zh-CN" altLang="en-US" dirty="0"/>
              <a:t>标题</a:t>
            </a:r>
          </a:p>
        </p:txBody>
      </p:sp>
      <p:sp>
        <p:nvSpPr>
          <p:cNvPr id="7" name="日期占位符 3"/>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t>2025/7/4</a:t>
            </a:fld>
            <a:endParaRPr lang="zh-CN" altLang="en-US"/>
          </a:p>
        </p:txBody>
      </p:sp>
      <p:sp>
        <p:nvSpPr>
          <p:cNvPr id="8" name="页脚占位符 4"/>
          <p:cNvSpPr>
            <a:spLocks noGrp="1"/>
          </p:cNvSpPr>
          <p:nvPr>
            <p:ph type="ftr" sz="quarter" idx="11"/>
            <p:custDataLst>
              <p:tags r:id="rId3"/>
            </p:custDataLst>
          </p:nvPr>
        </p:nvSpPr>
        <p:spPr/>
        <p:txBody>
          <a:bodyPr/>
          <a:lstStyle/>
          <a:p>
            <a:endParaRPr lang="zh-CN" altLang="en-US"/>
          </a:p>
        </p:txBody>
      </p:sp>
      <p:sp>
        <p:nvSpPr>
          <p:cNvPr id="9" name="灯片编号占位符 5"/>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t>‹#›</a:t>
            </a:fld>
            <a:endParaRPr lang="zh-CN" altLang="en-US"/>
          </a:p>
        </p:txBody>
      </p:sp>
      <p:sp>
        <p:nvSpPr>
          <p:cNvPr id="16" name="任意多边形: 形状 15"/>
          <p:cNvSpPr>
            <a:spLocks noChangeAspect="1"/>
          </p:cNvSpPr>
          <p:nvPr userDrawn="1">
            <p:custDataLst>
              <p:tags r:id="rId5"/>
            </p:custDataLst>
          </p:nvPr>
        </p:nvSpPr>
        <p:spPr>
          <a:xfrm rot="1595017">
            <a:off x="2656465" y="541026"/>
            <a:ext cx="2664553" cy="1043777"/>
          </a:xfrm>
          <a:custGeom>
            <a:avLst/>
            <a:gdLst>
              <a:gd name="connsiteX0" fmla="*/ 0 w 2664553"/>
              <a:gd name="connsiteY0" fmla="*/ 1223506 h 2267283"/>
              <a:gd name="connsiteX1" fmla="*/ 2445031 w 2664553"/>
              <a:gd name="connsiteY1" fmla="*/ 0 h 2267283"/>
              <a:gd name="connsiteX2" fmla="*/ 2664553 w 2664553"/>
              <a:gd name="connsiteY2" fmla="*/ 2252189 h 2267283"/>
              <a:gd name="connsiteX3" fmla="*/ 86098 w 2664553"/>
              <a:gd name="connsiteY3" fmla="*/ 1317622 h 2267283"/>
              <a:gd name="connsiteX0-1" fmla="*/ 0 w 2664553"/>
              <a:gd name="connsiteY0-2" fmla="*/ 1223506 h 2267283"/>
              <a:gd name="connsiteX1-3" fmla="*/ 1355492 w 2664553"/>
              <a:gd name="connsiteY1-4" fmla="*/ 516808 h 2267283"/>
              <a:gd name="connsiteX2-5" fmla="*/ 2445031 w 2664553"/>
              <a:gd name="connsiteY2-6" fmla="*/ 0 h 2267283"/>
              <a:gd name="connsiteX3-7" fmla="*/ 2664553 w 2664553"/>
              <a:gd name="connsiteY3-8" fmla="*/ 2252189 h 2267283"/>
              <a:gd name="connsiteX4" fmla="*/ 86098 w 2664553"/>
              <a:gd name="connsiteY4" fmla="*/ 1317622 h 2267283"/>
              <a:gd name="connsiteX5" fmla="*/ 0 w 2664553"/>
              <a:gd name="connsiteY5" fmla="*/ 1223506 h 2267283"/>
              <a:gd name="connsiteX0-9" fmla="*/ 1355492 w 2664553"/>
              <a:gd name="connsiteY0-10" fmla="*/ 516808 h 2267283"/>
              <a:gd name="connsiteX1-11" fmla="*/ 2445031 w 2664553"/>
              <a:gd name="connsiteY1-12" fmla="*/ 0 h 2267283"/>
              <a:gd name="connsiteX2-13" fmla="*/ 2664553 w 2664553"/>
              <a:gd name="connsiteY2-14" fmla="*/ 2252189 h 2267283"/>
              <a:gd name="connsiteX3-15" fmla="*/ 86098 w 2664553"/>
              <a:gd name="connsiteY3-16" fmla="*/ 1317622 h 2267283"/>
              <a:gd name="connsiteX4-17" fmla="*/ 0 w 2664553"/>
              <a:gd name="connsiteY4-18" fmla="*/ 1223506 h 2267283"/>
              <a:gd name="connsiteX5-19" fmla="*/ 1446932 w 2664553"/>
              <a:gd name="connsiteY5-20" fmla="*/ 608248 h 2267283"/>
              <a:gd name="connsiteX0-21" fmla="*/ 2445031 w 2664553"/>
              <a:gd name="connsiteY0-22" fmla="*/ 0 h 2267283"/>
              <a:gd name="connsiteX1-23" fmla="*/ 2664553 w 2664553"/>
              <a:gd name="connsiteY1-24" fmla="*/ 2252189 h 2267283"/>
              <a:gd name="connsiteX2-25" fmla="*/ 86098 w 2664553"/>
              <a:gd name="connsiteY2-26" fmla="*/ 1317622 h 2267283"/>
              <a:gd name="connsiteX3-27" fmla="*/ 0 w 2664553"/>
              <a:gd name="connsiteY3-28" fmla="*/ 1223506 h 2267283"/>
              <a:gd name="connsiteX4-29" fmla="*/ 1446932 w 2664553"/>
              <a:gd name="connsiteY4-30" fmla="*/ 608248 h 2267283"/>
              <a:gd name="connsiteX0-31" fmla="*/ 2445031 w 2664553"/>
              <a:gd name="connsiteY0-32" fmla="*/ 0 h 2267283"/>
              <a:gd name="connsiteX1-33" fmla="*/ 2664553 w 2664553"/>
              <a:gd name="connsiteY1-34" fmla="*/ 2252189 h 2267283"/>
              <a:gd name="connsiteX2-35" fmla="*/ 86098 w 2664553"/>
              <a:gd name="connsiteY2-36" fmla="*/ 1317622 h 2267283"/>
              <a:gd name="connsiteX3-37" fmla="*/ 0 w 2664553"/>
              <a:gd name="connsiteY3-38" fmla="*/ 1223506 h 2267283"/>
              <a:gd name="connsiteX0-39" fmla="*/ 2664553 w 2664553"/>
              <a:gd name="connsiteY0-40" fmla="*/ 1028683 h 1043777"/>
              <a:gd name="connsiteX1-41" fmla="*/ 86098 w 2664553"/>
              <a:gd name="connsiteY1-42" fmla="*/ 94116 h 1043777"/>
              <a:gd name="connsiteX2-43" fmla="*/ 0 w 2664553"/>
              <a:gd name="connsiteY2-44" fmla="*/ 0 h 1043777"/>
            </a:gdLst>
            <a:ahLst/>
            <a:cxnLst>
              <a:cxn ang="0">
                <a:pos x="connsiteX0-1" y="connsiteY0-2"/>
              </a:cxn>
              <a:cxn ang="0">
                <a:pos x="connsiteX1-3" y="connsiteY1-4"/>
              </a:cxn>
              <a:cxn ang="0">
                <a:pos x="connsiteX2-5" y="connsiteY2-6"/>
              </a:cxn>
            </a:cxnLst>
            <a:rect l="l" t="t" r="r" b="b"/>
            <a:pathLst>
              <a:path w="2664553" h="1043777">
                <a:moveTo>
                  <a:pt x="2664553" y="1028683"/>
                </a:moveTo>
                <a:cubicBezTo>
                  <a:pt x="1691719" y="1123505"/>
                  <a:pt x="749137" y="766782"/>
                  <a:pt x="86098" y="94116"/>
                </a:cubicBezTo>
                <a:lnTo>
                  <a:pt x="0" y="0"/>
                </a:lnTo>
              </a:path>
            </a:pathLst>
          </a:custGeom>
          <a:noFill/>
          <a:ln>
            <a:gradFill flip="none" rotWithShape="1">
              <a:gsLst>
                <a:gs pos="0">
                  <a:schemeClr val="accent1">
                    <a:lumMod val="70000"/>
                    <a:lumOff val="30000"/>
                    <a:alpha val="60000"/>
                  </a:schemeClr>
                </a:gs>
                <a:gs pos="100000">
                  <a:schemeClr val="accent1">
                    <a:lumMod val="70000"/>
                    <a:lumOff val="30000"/>
                    <a:alpha val="15000"/>
                  </a:schemeClr>
                </a:gs>
              </a:gsLst>
              <a:lin ang="36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useBgFill="1">
        <p:nvSpPr>
          <p:cNvPr id="10" name="椭圆 9"/>
          <p:cNvSpPr>
            <a:spLocks noChangeAspect="1"/>
          </p:cNvSpPr>
          <p:nvPr userDrawn="1">
            <p:custDataLst>
              <p:tags r:id="rId6"/>
            </p:custDataLst>
          </p:nvPr>
        </p:nvSpPr>
        <p:spPr>
          <a:xfrm rot="1595017">
            <a:off x="3542869" y="1078003"/>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7" name="任意多边形: 形状 16"/>
          <p:cNvSpPr>
            <a:spLocks noChangeAspect="1"/>
          </p:cNvSpPr>
          <p:nvPr userDrawn="1">
            <p:custDataLst>
              <p:tags r:id="rId7"/>
            </p:custDataLst>
          </p:nvPr>
        </p:nvSpPr>
        <p:spPr>
          <a:xfrm>
            <a:off x="3348000" y="4665"/>
            <a:ext cx="5490966" cy="2016000"/>
          </a:xfrm>
          <a:custGeom>
            <a:avLst/>
            <a:gdLst>
              <a:gd name="connsiteX0" fmla="*/ 0 w 5497160"/>
              <a:gd name="connsiteY0" fmla="*/ 0 h 2018274"/>
              <a:gd name="connsiteX1" fmla="*/ 5497160 w 5497160"/>
              <a:gd name="connsiteY1" fmla="*/ 0 h 2018274"/>
              <a:gd name="connsiteX2" fmla="*/ 5402255 w 5497160"/>
              <a:gd name="connsiteY2" fmla="*/ 259300 h 2018274"/>
              <a:gd name="connsiteX3" fmla="*/ 2748580 w 5497160"/>
              <a:gd name="connsiteY3" fmla="*/ 2018274 h 2018274"/>
              <a:gd name="connsiteX4" fmla="*/ 94905 w 5497160"/>
              <a:gd name="connsiteY4" fmla="*/ 259300 h 2018274"/>
              <a:gd name="connsiteX0-1" fmla="*/ 0 w 5497160"/>
              <a:gd name="connsiteY0-2" fmla="*/ 38098 h 2056372"/>
              <a:gd name="connsiteX1-3" fmla="*/ 2558080 w 5497160"/>
              <a:gd name="connsiteY1-4" fmla="*/ 0 h 2056372"/>
              <a:gd name="connsiteX2-5" fmla="*/ 5497160 w 5497160"/>
              <a:gd name="connsiteY2-6" fmla="*/ 38098 h 2056372"/>
              <a:gd name="connsiteX3-7" fmla="*/ 5402255 w 5497160"/>
              <a:gd name="connsiteY3-8" fmla="*/ 297398 h 2056372"/>
              <a:gd name="connsiteX4-9" fmla="*/ 2748580 w 5497160"/>
              <a:gd name="connsiteY4-10" fmla="*/ 2056372 h 2056372"/>
              <a:gd name="connsiteX5" fmla="*/ 94905 w 5497160"/>
              <a:gd name="connsiteY5" fmla="*/ 297398 h 2056372"/>
              <a:gd name="connsiteX6" fmla="*/ 0 w 5497160"/>
              <a:gd name="connsiteY6" fmla="*/ 38098 h 2056372"/>
              <a:gd name="connsiteX0-11" fmla="*/ 2558080 w 5497160"/>
              <a:gd name="connsiteY0-12" fmla="*/ 0 h 2056372"/>
              <a:gd name="connsiteX1-13" fmla="*/ 5497160 w 5497160"/>
              <a:gd name="connsiteY1-14" fmla="*/ 38098 h 2056372"/>
              <a:gd name="connsiteX2-15" fmla="*/ 5402255 w 5497160"/>
              <a:gd name="connsiteY2-16" fmla="*/ 297398 h 2056372"/>
              <a:gd name="connsiteX3-17" fmla="*/ 2748580 w 5497160"/>
              <a:gd name="connsiteY3-18" fmla="*/ 2056372 h 2056372"/>
              <a:gd name="connsiteX4-19" fmla="*/ 94905 w 5497160"/>
              <a:gd name="connsiteY4-20" fmla="*/ 297398 h 2056372"/>
              <a:gd name="connsiteX5-21" fmla="*/ 0 w 5497160"/>
              <a:gd name="connsiteY5-22" fmla="*/ 38098 h 2056372"/>
              <a:gd name="connsiteX6-23" fmla="*/ 2649520 w 5497160"/>
              <a:gd name="connsiteY6-24" fmla="*/ 91440 h 2056372"/>
              <a:gd name="connsiteX0-25" fmla="*/ 2558080 w 5497160"/>
              <a:gd name="connsiteY0-26" fmla="*/ 0 h 2056372"/>
              <a:gd name="connsiteX1-27" fmla="*/ 5497160 w 5497160"/>
              <a:gd name="connsiteY1-28" fmla="*/ 38098 h 2056372"/>
              <a:gd name="connsiteX2-29" fmla="*/ 5402255 w 5497160"/>
              <a:gd name="connsiteY2-30" fmla="*/ 297398 h 2056372"/>
              <a:gd name="connsiteX3-31" fmla="*/ 2748580 w 5497160"/>
              <a:gd name="connsiteY3-32" fmla="*/ 2056372 h 2056372"/>
              <a:gd name="connsiteX4-33" fmla="*/ 94905 w 5497160"/>
              <a:gd name="connsiteY4-34" fmla="*/ 297398 h 2056372"/>
              <a:gd name="connsiteX5-35" fmla="*/ 0 w 5497160"/>
              <a:gd name="connsiteY5-36" fmla="*/ 38098 h 2056372"/>
              <a:gd name="connsiteX0-37" fmla="*/ 5497160 w 5497160"/>
              <a:gd name="connsiteY0-38" fmla="*/ 0 h 2018274"/>
              <a:gd name="connsiteX1-39" fmla="*/ 5402255 w 5497160"/>
              <a:gd name="connsiteY1-40" fmla="*/ 259300 h 2018274"/>
              <a:gd name="connsiteX2-41" fmla="*/ 2748580 w 5497160"/>
              <a:gd name="connsiteY2-42" fmla="*/ 2018274 h 2018274"/>
              <a:gd name="connsiteX3-43" fmla="*/ 94905 w 5497160"/>
              <a:gd name="connsiteY3-44" fmla="*/ 259300 h 2018274"/>
              <a:gd name="connsiteX4-45" fmla="*/ 0 w 5497160"/>
              <a:gd name="connsiteY4-46" fmla="*/ 0 h 201827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497160" h="2018274">
                <a:moveTo>
                  <a:pt x="5497160" y="0"/>
                </a:moveTo>
                <a:lnTo>
                  <a:pt x="5402255" y="259300"/>
                </a:lnTo>
                <a:cubicBezTo>
                  <a:pt x="4965048" y="1292975"/>
                  <a:pt x="3941515" y="2018274"/>
                  <a:pt x="2748580" y="2018274"/>
                </a:cubicBezTo>
                <a:cubicBezTo>
                  <a:pt x="1555645" y="2018274"/>
                  <a:pt x="532113" y="1292975"/>
                  <a:pt x="94905" y="259300"/>
                </a:cubicBezTo>
                <a:lnTo>
                  <a:pt x="0" y="0"/>
                </a:lnTo>
              </a:path>
            </a:pathLst>
          </a:custGeom>
          <a:noFill/>
          <a:ln w="19050">
            <a:solidFill>
              <a:schemeClr val="accent1">
                <a:lumMod val="40000"/>
                <a:lumOff val="60000"/>
                <a:alpha val="7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任意多边形 11"/>
          <p:cNvSpPr>
            <a:spLocks noChangeAspect="1"/>
          </p:cNvSpPr>
          <p:nvPr userDrawn="1">
            <p:custDataLst>
              <p:tags r:id="rId8"/>
            </p:custDataLst>
          </p:nvPr>
        </p:nvSpPr>
        <p:spPr>
          <a:xfrm>
            <a:off x="4611847" y="899160"/>
            <a:ext cx="4498340" cy="1729105"/>
          </a:xfrm>
          <a:custGeom>
            <a:avLst/>
            <a:gdLst>
              <a:gd name="connsiteX0" fmla="*/ 7084 w 7084"/>
              <a:gd name="connsiteY0" fmla="*/ 0 h 2723"/>
              <a:gd name="connsiteX1" fmla="*/ 2337 w 7084"/>
              <a:gd name="connsiteY1" fmla="*/ 2723 h 2723"/>
              <a:gd name="connsiteX2" fmla="*/ 0 w 7084"/>
              <a:gd name="connsiteY2" fmla="*/ 2204 h 2723"/>
            </a:gdLst>
            <a:ahLst/>
            <a:cxnLst>
              <a:cxn ang="0">
                <a:pos x="connsiteX0" y="connsiteY0"/>
              </a:cxn>
              <a:cxn ang="0">
                <a:pos x="connsiteX1" y="connsiteY1"/>
              </a:cxn>
              <a:cxn ang="0">
                <a:pos x="connsiteX2" y="connsiteY2"/>
              </a:cxn>
            </a:cxnLst>
            <a:rect l="l" t="t" r="r" b="b"/>
            <a:pathLst>
              <a:path w="7084" h="2723">
                <a:moveTo>
                  <a:pt x="7084" y="0"/>
                </a:moveTo>
                <a:cubicBezTo>
                  <a:pt x="6130" y="1629"/>
                  <a:pt x="4361" y="2723"/>
                  <a:pt x="2337" y="2723"/>
                </a:cubicBezTo>
                <a:cubicBezTo>
                  <a:pt x="1501" y="2723"/>
                  <a:pt x="709" y="2537"/>
                  <a:pt x="0" y="2204"/>
                </a:cubicBezTo>
              </a:path>
            </a:pathLst>
          </a:custGeom>
          <a:noFill/>
          <a:ln>
            <a:gradFill flip="none" rotWithShape="1">
              <a:gsLst>
                <a:gs pos="0">
                  <a:schemeClr val="accent1">
                    <a:lumMod val="50000"/>
                    <a:lumOff val="50000"/>
                    <a:alpha val="60000"/>
                  </a:schemeClr>
                </a:gs>
                <a:gs pos="100000">
                  <a:schemeClr val="accent1">
                    <a:lumMod val="50000"/>
                    <a:lumOff val="50000"/>
                    <a:alpha val="15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useBgFill="1">
        <p:nvSpPr>
          <p:cNvPr id="13" name="椭圆 12"/>
          <p:cNvSpPr>
            <a:spLocks noChangeAspect="1"/>
          </p:cNvSpPr>
          <p:nvPr userDrawn="1">
            <p:custDataLst>
              <p:tags r:id="rId9"/>
            </p:custDataLst>
          </p:nvPr>
        </p:nvSpPr>
        <p:spPr>
          <a:xfrm>
            <a:off x="7614556" y="2180438"/>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5" name="任意多边形: 形状 14"/>
          <p:cNvSpPr>
            <a:spLocks noChangeAspect="1"/>
          </p:cNvSpPr>
          <p:nvPr userDrawn="1">
            <p:custDataLst>
              <p:tags r:id="rId10"/>
            </p:custDataLst>
          </p:nvPr>
        </p:nvSpPr>
        <p:spPr>
          <a:xfrm>
            <a:off x="1645676" y="1"/>
            <a:ext cx="8900648" cy="3671432"/>
          </a:xfrm>
          <a:custGeom>
            <a:avLst/>
            <a:gdLst>
              <a:gd name="connsiteX0" fmla="*/ 0 w 8900648"/>
              <a:gd name="connsiteY0" fmla="*/ 0 h 3671432"/>
              <a:gd name="connsiteX1" fmla="*/ 8900648 w 8900648"/>
              <a:gd name="connsiteY1" fmla="*/ 0 h 3671432"/>
              <a:gd name="connsiteX2" fmla="*/ 8891386 w 8900648"/>
              <a:gd name="connsiteY2" fmla="*/ 51862 h 3671432"/>
              <a:gd name="connsiteX3" fmla="*/ 4450324 w 8900648"/>
              <a:gd name="connsiteY3" fmla="*/ 3671432 h 3671432"/>
              <a:gd name="connsiteX4" fmla="*/ 9262 w 8900648"/>
              <a:gd name="connsiteY4" fmla="*/ 51862 h 3671432"/>
              <a:gd name="connsiteX0-1" fmla="*/ 0 w 8900648"/>
              <a:gd name="connsiteY0-2" fmla="*/ 12700 h 3684132"/>
              <a:gd name="connsiteX1-3" fmla="*/ 3739124 w 8900648"/>
              <a:gd name="connsiteY1-4" fmla="*/ 0 h 3684132"/>
              <a:gd name="connsiteX2-5" fmla="*/ 8900648 w 8900648"/>
              <a:gd name="connsiteY2-6" fmla="*/ 12700 h 3684132"/>
              <a:gd name="connsiteX3-7" fmla="*/ 8891386 w 8900648"/>
              <a:gd name="connsiteY3-8" fmla="*/ 64562 h 3684132"/>
              <a:gd name="connsiteX4-9" fmla="*/ 4450324 w 8900648"/>
              <a:gd name="connsiteY4-10" fmla="*/ 3684132 h 3684132"/>
              <a:gd name="connsiteX5" fmla="*/ 9262 w 8900648"/>
              <a:gd name="connsiteY5" fmla="*/ 64562 h 3684132"/>
              <a:gd name="connsiteX6" fmla="*/ 0 w 8900648"/>
              <a:gd name="connsiteY6" fmla="*/ 12700 h 3684132"/>
              <a:gd name="connsiteX0-11" fmla="*/ 3739124 w 8900648"/>
              <a:gd name="connsiteY0-12" fmla="*/ 0 h 3684132"/>
              <a:gd name="connsiteX1-13" fmla="*/ 8900648 w 8900648"/>
              <a:gd name="connsiteY1-14" fmla="*/ 12700 h 3684132"/>
              <a:gd name="connsiteX2-15" fmla="*/ 8891386 w 8900648"/>
              <a:gd name="connsiteY2-16" fmla="*/ 64562 h 3684132"/>
              <a:gd name="connsiteX3-17" fmla="*/ 4450324 w 8900648"/>
              <a:gd name="connsiteY3-18" fmla="*/ 3684132 h 3684132"/>
              <a:gd name="connsiteX4-19" fmla="*/ 9262 w 8900648"/>
              <a:gd name="connsiteY4-20" fmla="*/ 64562 h 3684132"/>
              <a:gd name="connsiteX5-21" fmla="*/ 0 w 8900648"/>
              <a:gd name="connsiteY5-22" fmla="*/ 12700 h 3684132"/>
              <a:gd name="connsiteX6-23" fmla="*/ 3830564 w 8900648"/>
              <a:gd name="connsiteY6-24" fmla="*/ 91440 h 3684132"/>
              <a:gd name="connsiteX0-25" fmla="*/ 8900648 w 8900648"/>
              <a:gd name="connsiteY0-26" fmla="*/ 157 h 3671589"/>
              <a:gd name="connsiteX1-27" fmla="*/ 8891386 w 8900648"/>
              <a:gd name="connsiteY1-28" fmla="*/ 52019 h 3671589"/>
              <a:gd name="connsiteX2-29" fmla="*/ 4450324 w 8900648"/>
              <a:gd name="connsiteY2-30" fmla="*/ 3671589 h 3671589"/>
              <a:gd name="connsiteX3-31" fmla="*/ 9262 w 8900648"/>
              <a:gd name="connsiteY3-32" fmla="*/ 52019 h 3671589"/>
              <a:gd name="connsiteX4-33" fmla="*/ 0 w 8900648"/>
              <a:gd name="connsiteY4-34" fmla="*/ 157 h 3671589"/>
              <a:gd name="connsiteX5-35" fmla="*/ 3830564 w 8900648"/>
              <a:gd name="connsiteY5-36" fmla="*/ 78897 h 3671589"/>
              <a:gd name="connsiteX0-37" fmla="*/ 8900648 w 8900648"/>
              <a:gd name="connsiteY0-38" fmla="*/ 0 h 3671432"/>
              <a:gd name="connsiteX1-39" fmla="*/ 8891386 w 8900648"/>
              <a:gd name="connsiteY1-40" fmla="*/ 51862 h 3671432"/>
              <a:gd name="connsiteX2-41" fmla="*/ 4450324 w 8900648"/>
              <a:gd name="connsiteY2-42" fmla="*/ 3671432 h 3671432"/>
              <a:gd name="connsiteX3-43" fmla="*/ 9262 w 8900648"/>
              <a:gd name="connsiteY3-44" fmla="*/ 51862 h 3671432"/>
              <a:gd name="connsiteX4-45" fmla="*/ 0 w 8900648"/>
              <a:gd name="connsiteY4-46" fmla="*/ 0 h 367143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900648" h="3671432">
                <a:moveTo>
                  <a:pt x="8900648" y="0"/>
                </a:moveTo>
                <a:lnTo>
                  <a:pt x="8891386" y="51862"/>
                </a:lnTo>
                <a:cubicBezTo>
                  <a:pt x="8468686" y="2117546"/>
                  <a:pt x="6640970" y="3671432"/>
                  <a:pt x="4450324" y="3671432"/>
                </a:cubicBezTo>
                <a:cubicBezTo>
                  <a:pt x="2259679" y="3671432"/>
                  <a:pt x="431962" y="2117546"/>
                  <a:pt x="9262" y="51862"/>
                </a:cubicBezTo>
                <a:lnTo>
                  <a:pt x="0" y="0"/>
                </a:lnTo>
              </a:path>
            </a:pathLst>
          </a:custGeom>
          <a:noFill/>
          <a:ln w="19050">
            <a:solidFill>
              <a:schemeClr val="accent1">
                <a:lumMod val="40000"/>
                <a:lumOff val="60000"/>
                <a:alpha val="2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wrap="square" lIns="0" tIns="0" rIns="0" bIns="0" rtlCol="0" anchor="b">
            <a:normAutofit/>
          </a:bodyPr>
          <a:lstStyle>
            <a:lvl1pPr>
              <a:defRPr lang="zh-CN" altLang="en-US" dirty="0"/>
            </a:lvl1pPr>
          </a:lstStyle>
          <a:p>
            <a:pPr lvl="0"/>
            <a:r>
              <a:rPr lang="zh-CN" altLang="en-US" dirty="0"/>
              <a:t>单击此处编辑母版标题样式</a:t>
            </a:r>
          </a:p>
        </p:txBody>
      </p:sp>
      <p:sp>
        <p:nvSpPr>
          <p:cNvPr id="3" name="内容占位符 2"/>
          <p:cNvSpPr>
            <a:spLocks noGrp="1"/>
          </p:cNvSpPr>
          <p:nvPr>
            <p:ph sz="half" idx="1"/>
            <p:custDataLst>
              <p:tags r:id="rId2"/>
            </p:custDataLst>
          </p:nvPr>
        </p:nvSpPr>
        <p:spPr>
          <a:xfrm>
            <a:off x="695960" y="1301750"/>
            <a:ext cx="5323840" cy="4875850"/>
          </a:xfrm>
        </p:spPr>
        <p:txBody>
          <a:bodyPr wrap="square">
            <a:normAutofit/>
          </a:body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内容占位符 3"/>
          <p:cNvSpPr>
            <a:spLocks noGrp="1"/>
          </p:cNvSpPr>
          <p:nvPr>
            <p:ph sz="half" idx="2"/>
            <p:custDataLst>
              <p:tags r:id="rId3"/>
            </p:custDataLst>
          </p:nvPr>
        </p:nvSpPr>
        <p:spPr>
          <a:xfrm>
            <a:off x="6172200" y="1301750"/>
            <a:ext cx="5323840" cy="4875850"/>
          </a:xfrm>
        </p:spPr>
        <p:txBody>
          <a:bodyPr wrap="square">
            <a:normAutofit/>
          </a:body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5" name="日期占位符 4"/>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t>2025/7/4</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t>‹#›</a:t>
            </a:fld>
            <a:endParaRPr lang="zh-CN" altLang="en-US"/>
          </a:p>
        </p:txBody>
      </p:sp>
      <p:sp>
        <p:nvSpPr>
          <p:cNvPr id="14" name="任意多边形: 形状 13"/>
          <p:cNvSpPr>
            <a:spLocks noChangeAspect="1"/>
          </p:cNvSpPr>
          <p:nvPr userDrawn="1">
            <p:custDataLst>
              <p:tags r:id="rId7"/>
            </p:custDataLst>
          </p:nvPr>
        </p:nvSpPr>
        <p:spPr>
          <a:xfrm rot="16200000">
            <a:off x="10844781" y="59657"/>
            <a:ext cx="649963" cy="2044477"/>
          </a:xfrm>
          <a:custGeom>
            <a:avLst/>
            <a:gdLst>
              <a:gd name="connsiteX0" fmla="*/ 1406877 w 1406877"/>
              <a:gd name="connsiteY0" fmla="*/ 947834 h 2044477"/>
              <a:gd name="connsiteX1" fmla="*/ 1406877 w 1406877"/>
              <a:gd name="connsiteY1" fmla="*/ 2034781 h 2044477"/>
              <a:gd name="connsiteX2" fmla="*/ 1402315 w 1406877"/>
              <a:gd name="connsiteY2" fmla="*/ 2044477 h 2044477"/>
              <a:gd name="connsiteX3" fmla="*/ 148584 w 1406877"/>
              <a:gd name="connsiteY3" fmla="*/ 2044477 h 2044477"/>
              <a:gd name="connsiteX4" fmla="*/ 118571 w 1406877"/>
              <a:gd name="connsiteY4" fmla="*/ 1979996 h 2044477"/>
              <a:gd name="connsiteX5" fmla="*/ 11855 w 1406877"/>
              <a:gd name="connsiteY5" fmla="*/ 1552698 h 2044477"/>
              <a:gd name="connsiteX6" fmla="*/ 649963 w 1406877"/>
              <a:gd name="connsiteY6" fmla="*/ 0 h 2044477"/>
              <a:gd name="connsiteX0-1" fmla="*/ 1406877 w 1406877"/>
              <a:gd name="connsiteY0-2" fmla="*/ 947834 h 2044477"/>
              <a:gd name="connsiteX1-3" fmla="*/ 1406877 w 1406877"/>
              <a:gd name="connsiteY1-4" fmla="*/ 2034781 h 2044477"/>
              <a:gd name="connsiteX2-5" fmla="*/ 1402315 w 1406877"/>
              <a:gd name="connsiteY2-6" fmla="*/ 2044477 h 2044477"/>
              <a:gd name="connsiteX3-7" fmla="*/ 390877 w 1406877"/>
              <a:gd name="connsiteY3-8" fmla="*/ 2044476 h 2044477"/>
              <a:gd name="connsiteX4-9" fmla="*/ 148584 w 1406877"/>
              <a:gd name="connsiteY4-10" fmla="*/ 2044477 h 2044477"/>
              <a:gd name="connsiteX5-11" fmla="*/ 118571 w 1406877"/>
              <a:gd name="connsiteY5-12" fmla="*/ 1979996 h 2044477"/>
              <a:gd name="connsiteX6-13" fmla="*/ 11855 w 1406877"/>
              <a:gd name="connsiteY6-14" fmla="*/ 1552698 h 2044477"/>
              <a:gd name="connsiteX7" fmla="*/ 649963 w 1406877"/>
              <a:gd name="connsiteY7" fmla="*/ 0 h 2044477"/>
              <a:gd name="connsiteX8" fmla="*/ 1406877 w 1406877"/>
              <a:gd name="connsiteY8" fmla="*/ 947834 h 2044477"/>
              <a:gd name="connsiteX0-15" fmla="*/ 390877 w 1406877"/>
              <a:gd name="connsiteY0-16" fmla="*/ 2044476 h 2135916"/>
              <a:gd name="connsiteX1-17" fmla="*/ 148584 w 1406877"/>
              <a:gd name="connsiteY1-18" fmla="*/ 2044477 h 2135916"/>
              <a:gd name="connsiteX2-19" fmla="*/ 118571 w 1406877"/>
              <a:gd name="connsiteY2-20" fmla="*/ 1979996 h 2135916"/>
              <a:gd name="connsiteX3-21" fmla="*/ 11855 w 1406877"/>
              <a:gd name="connsiteY3-22" fmla="*/ 1552698 h 2135916"/>
              <a:gd name="connsiteX4-23" fmla="*/ 649963 w 1406877"/>
              <a:gd name="connsiteY4-24" fmla="*/ 0 h 2135916"/>
              <a:gd name="connsiteX5-25" fmla="*/ 1406877 w 1406877"/>
              <a:gd name="connsiteY5-26" fmla="*/ 947834 h 2135916"/>
              <a:gd name="connsiteX6-27" fmla="*/ 1406877 w 1406877"/>
              <a:gd name="connsiteY6-28" fmla="*/ 2034781 h 2135916"/>
              <a:gd name="connsiteX7-29" fmla="*/ 1402315 w 1406877"/>
              <a:gd name="connsiteY7-30" fmla="*/ 2044477 h 2135916"/>
              <a:gd name="connsiteX8-31" fmla="*/ 482317 w 1406877"/>
              <a:gd name="connsiteY8-32" fmla="*/ 2135916 h 2135916"/>
              <a:gd name="connsiteX0-33" fmla="*/ 390877 w 1406877"/>
              <a:gd name="connsiteY0-34" fmla="*/ 2044476 h 2044477"/>
              <a:gd name="connsiteX1-35" fmla="*/ 148584 w 1406877"/>
              <a:gd name="connsiteY1-36" fmla="*/ 2044477 h 2044477"/>
              <a:gd name="connsiteX2-37" fmla="*/ 118571 w 1406877"/>
              <a:gd name="connsiteY2-38" fmla="*/ 1979996 h 2044477"/>
              <a:gd name="connsiteX3-39" fmla="*/ 11855 w 1406877"/>
              <a:gd name="connsiteY3-40" fmla="*/ 1552698 h 2044477"/>
              <a:gd name="connsiteX4-41" fmla="*/ 649963 w 1406877"/>
              <a:gd name="connsiteY4-42" fmla="*/ 0 h 2044477"/>
              <a:gd name="connsiteX5-43" fmla="*/ 1406877 w 1406877"/>
              <a:gd name="connsiteY5-44" fmla="*/ 947834 h 2044477"/>
              <a:gd name="connsiteX6-45" fmla="*/ 1406877 w 1406877"/>
              <a:gd name="connsiteY6-46" fmla="*/ 2034781 h 2044477"/>
              <a:gd name="connsiteX7-47" fmla="*/ 1402315 w 1406877"/>
              <a:gd name="connsiteY7-48" fmla="*/ 2044477 h 2044477"/>
              <a:gd name="connsiteX0-49" fmla="*/ 148584 w 1406877"/>
              <a:gd name="connsiteY0-50" fmla="*/ 2044477 h 2044477"/>
              <a:gd name="connsiteX1-51" fmla="*/ 118571 w 1406877"/>
              <a:gd name="connsiteY1-52" fmla="*/ 1979996 h 2044477"/>
              <a:gd name="connsiteX2-53" fmla="*/ 11855 w 1406877"/>
              <a:gd name="connsiteY2-54" fmla="*/ 1552698 h 2044477"/>
              <a:gd name="connsiteX3-55" fmla="*/ 649963 w 1406877"/>
              <a:gd name="connsiteY3-56" fmla="*/ 0 h 2044477"/>
              <a:gd name="connsiteX4-57" fmla="*/ 1406877 w 1406877"/>
              <a:gd name="connsiteY4-58" fmla="*/ 947834 h 2044477"/>
              <a:gd name="connsiteX5-59" fmla="*/ 1406877 w 1406877"/>
              <a:gd name="connsiteY5-60" fmla="*/ 2034781 h 2044477"/>
              <a:gd name="connsiteX6-61" fmla="*/ 1402315 w 1406877"/>
              <a:gd name="connsiteY6-62" fmla="*/ 2044477 h 2044477"/>
              <a:gd name="connsiteX0-63" fmla="*/ 148584 w 1406877"/>
              <a:gd name="connsiteY0-64" fmla="*/ 2044477 h 2044477"/>
              <a:gd name="connsiteX1-65" fmla="*/ 118571 w 1406877"/>
              <a:gd name="connsiteY1-66" fmla="*/ 1979996 h 2044477"/>
              <a:gd name="connsiteX2-67" fmla="*/ 11855 w 1406877"/>
              <a:gd name="connsiteY2-68" fmla="*/ 1552698 h 2044477"/>
              <a:gd name="connsiteX3-69" fmla="*/ 649963 w 1406877"/>
              <a:gd name="connsiteY3-70" fmla="*/ 0 h 2044477"/>
              <a:gd name="connsiteX4-71" fmla="*/ 1406877 w 1406877"/>
              <a:gd name="connsiteY4-72" fmla="*/ 947834 h 2044477"/>
              <a:gd name="connsiteX5-73" fmla="*/ 1406877 w 1406877"/>
              <a:gd name="connsiteY5-74" fmla="*/ 2034781 h 2044477"/>
              <a:gd name="connsiteX0-75" fmla="*/ 148584 w 1406877"/>
              <a:gd name="connsiteY0-76" fmla="*/ 2044477 h 2044477"/>
              <a:gd name="connsiteX1-77" fmla="*/ 118571 w 1406877"/>
              <a:gd name="connsiteY1-78" fmla="*/ 1979996 h 2044477"/>
              <a:gd name="connsiteX2-79" fmla="*/ 11855 w 1406877"/>
              <a:gd name="connsiteY2-80" fmla="*/ 1552698 h 2044477"/>
              <a:gd name="connsiteX3-81" fmla="*/ 649963 w 1406877"/>
              <a:gd name="connsiteY3-82" fmla="*/ 0 h 2044477"/>
              <a:gd name="connsiteX4-83" fmla="*/ 1406877 w 1406877"/>
              <a:gd name="connsiteY4-84" fmla="*/ 2034781 h 2044477"/>
              <a:gd name="connsiteX0-85" fmla="*/ 148584 w 649963"/>
              <a:gd name="connsiteY0-86" fmla="*/ 2044477 h 2044477"/>
              <a:gd name="connsiteX1-87" fmla="*/ 118571 w 649963"/>
              <a:gd name="connsiteY1-88" fmla="*/ 1979996 h 2044477"/>
              <a:gd name="connsiteX2-89" fmla="*/ 11855 w 649963"/>
              <a:gd name="connsiteY2-90" fmla="*/ 1552698 h 2044477"/>
              <a:gd name="connsiteX3-91" fmla="*/ 649963 w 649963"/>
              <a:gd name="connsiteY3-92" fmla="*/ 0 h 2044477"/>
            </a:gdLst>
            <a:ahLst/>
            <a:cxnLst>
              <a:cxn ang="0">
                <a:pos x="connsiteX0-1" y="connsiteY0-2"/>
              </a:cxn>
              <a:cxn ang="0">
                <a:pos x="connsiteX1-3" y="connsiteY1-4"/>
              </a:cxn>
              <a:cxn ang="0">
                <a:pos x="connsiteX2-5" y="connsiteY2-6"/>
              </a:cxn>
              <a:cxn ang="0">
                <a:pos x="connsiteX3-7" y="connsiteY3-8"/>
              </a:cxn>
            </a:cxnLst>
            <a:rect l="l" t="t" r="r" b="b"/>
            <a:pathLst>
              <a:path w="649963" h="2044477">
                <a:moveTo>
                  <a:pt x="148584" y="2044477"/>
                </a:moveTo>
                <a:lnTo>
                  <a:pt x="118571" y="1979996"/>
                </a:lnTo>
                <a:cubicBezTo>
                  <a:pt x="65551" y="1844343"/>
                  <a:pt x="29293" y="1700958"/>
                  <a:pt x="11855" y="1552698"/>
                </a:cubicBezTo>
                <a:cubicBezTo>
                  <a:pt x="-57895" y="959659"/>
                  <a:pt x="183361" y="372616"/>
                  <a:pt x="649963" y="0"/>
                </a:cubicBez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5" name="任意多边形: 形状 14"/>
          <p:cNvSpPr>
            <a:spLocks noChangeAspect="1"/>
          </p:cNvSpPr>
          <p:nvPr userDrawn="1">
            <p:custDataLst>
              <p:tags r:id="rId8"/>
            </p:custDataLst>
          </p:nvPr>
        </p:nvSpPr>
        <p:spPr>
          <a:xfrm rot="16200000">
            <a:off x="9243622" y="127619"/>
            <a:ext cx="1736864" cy="1481625"/>
          </a:xfrm>
          <a:custGeom>
            <a:avLst/>
            <a:gdLst>
              <a:gd name="connsiteX0" fmla="*/ 1736864 w 4216134"/>
              <a:gd name="connsiteY0" fmla="*/ 0 h 2483593"/>
              <a:gd name="connsiteX1" fmla="*/ 1736864 w 4216134"/>
              <a:gd name="connsiteY1" fmla="*/ 2483593 h 2483593"/>
              <a:gd name="connsiteX2" fmla="*/ 0 w 4216134"/>
              <a:gd name="connsiteY2" fmla="*/ 1481625 h 2483593"/>
              <a:gd name="connsiteX3" fmla="*/ 1576110 w 4216134"/>
              <a:gd name="connsiteY3" fmla="*/ 24177 h 2483593"/>
              <a:gd name="connsiteX4" fmla="*/ 4216134 w 4216134"/>
              <a:gd name="connsiteY4" fmla="*/ 2124236 h 2483593"/>
              <a:gd name="connsiteX5" fmla="*/ 4216093 w 4216134"/>
              <a:gd name="connsiteY5" fmla="*/ 2125372 h 2483593"/>
              <a:gd name="connsiteX6" fmla="*/ 4216093 w 4216134"/>
              <a:gd name="connsiteY6" fmla="*/ 2123168 h 2483593"/>
              <a:gd name="connsiteX0-1" fmla="*/ 1736864 w 4216134"/>
              <a:gd name="connsiteY0-2" fmla="*/ 0 h 2483593"/>
              <a:gd name="connsiteX1-3" fmla="*/ 1736864 w 4216134"/>
              <a:gd name="connsiteY1-4" fmla="*/ 2483593 h 2483593"/>
              <a:gd name="connsiteX2-5" fmla="*/ 885963 w 4216134"/>
              <a:gd name="connsiteY2-6" fmla="*/ 2007958 h 2483593"/>
              <a:gd name="connsiteX3-7" fmla="*/ 0 w 4216134"/>
              <a:gd name="connsiteY3-8" fmla="*/ 1481625 h 2483593"/>
              <a:gd name="connsiteX4-9" fmla="*/ 1576110 w 4216134"/>
              <a:gd name="connsiteY4-10" fmla="*/ 24177 h 2483593"/>
              <a:gd name="connsiteX5-11" fmla="*/ 1736864 w 4216134"/>
              <a:gd name="connsiteY5-12" fmla="*/ 0 h 2483593"/>
              <a:gd name="connsiteX6-13" fmla="*/ 4216134 w 4216134"/>
              <a:gd name="connsiteY6-14" fmla="*/ 2124236 h 2483593"/>
              <a:gd name="connsiteX7" fmla="*/ 4216093 w 4216134"/>
              <a:gd name="connsiteY7" fmla="*/ 2125372 h 2483593"/>
              <a:gd name="connsiteX8" fmla="*/ 4216093 w 4216134"/>
              <a:gd name="connsiteY8" fmla="*/ 2123168 h 2483593"/>
              <a:gd name="connsiteX9" fmla="*/ 4216134 w 4216134"/>
              <a:gd name="connsiteY9" fmla="*/ 2124236 h 2483593"/>
              <a:gd name="connsiteX0-15" fmla="*/ 885963 w 4216134"/>
              <a:gd name="connsiteY0-16" fmla="*/ 2007958 h 2483593"/>
              <a:gd name="connsiteX1-17" fmla="*/ 0 w 4216134"/>
              <a:gd name="connsiteY1-18" fmla="*/ 1481625 h 2483593"/>
              <a:gd name="connsiteX2-19" fmla="*/ 1576110 w 4216134"/>
              <a:gd name="connsiteY2-20" fmla="*/ 24177 h 2483593"/>
              <a:gd name="connsiteX3-21" fmla="*/ 1736864 w 4216134"/>
              <a:gd name="connsiteY3-22" fmla="*/ 0 h 2483593"/>
              <a:gd name="connsiteX4-23" fmla="*/ 4216134 w 4216134"/>
              <a:gd name="connsiteY4-24" fmla="*/ 2124236 h 2483593"/>
              <a:gd name="connsiteX5-25" fmla="*/ 4216093 w 4216134"/>
              <a:gd name="connsiteY5-26" fmla="*/ 2125372 h 2483593"/>
              <a:gd name="connsiteX6-27" fmla="*/ 4216093 w 4216134"/>
              <a:gd name="connsiteY6-28" fmla="*/ 2123168 h 2483593"/>
              <a:gd name="connsiteX7-29" fmla="*/ 4216134 w 4216134"/>
              <a:gd name="connsiteY7-30" fmla="*/ 2124236 h 2483593"/>
              <a:gd name="connsiteX8-31" fmla="*/ 1736864 w 4216134"/>
              <a:gd name="connsiteY8-32" fmla="*/ 2483593 h 2483593"/>
              <a:gd name="connsiteX9-33" fmla="*/ 977403 w 4216134"/>
              <a:gd name="connsiteY9-34" fmla="*/ 2099398 h 2483593"/>
              <a:gd name="connsiteX0-35" fmla="*/ 885963 w 4216134"/>
              <a:gd name="connsiteY0-36" fmla="*/ 2007958 h 2483593"/>
              <a:gd name="connsiteX1-37" fmla="*/ 0 w 4216134"/>
              <a:gd name="connsiteY1-38" fmla="*/ 1481625 h 2483593"/>
              <a:gd name="connsiteX2-39" fmla="*/ 1576110 w 4216134"/>
              <a:gd name="connsiteY2-40" fmla="*/ 24177 h 2483593"/>
              <a:gd name="connsiteX3-41" fmla="*/ 1736864 w 4216134"/>
              <a:gd name="connsiteY3-42" fmla="*/ 0 h 2483593"/>
              <a:gd name="connsiteX4-43" fmla="*/ 885963 w 4216134"/>
              <a:gd name="connsiteY4-44" fmla="*/ 2007958 h 2483593"/>
              <a:gd name="connsiteX5-45" fmla="*/ 4216134 w 4216134"/>
              <a:gd name="connsiteY5-46" fmla="*/ 2124236 h 2483593"/>
              <a:gd name="connsiteX6-47" fmla="*/ 4216093 w 4216134"/>
              <a:gd name="connsiteY6-48" fmla="*/ 2125372 h 2483593"/>
              <a:gd name="connsiteX7-49" fmla="*/ 4216093 w 4216134"/>
              <a:gd name="connsiteY7-50" fmla="*/ 2123168 h 2483593"/>
              <a:gd name="connsiteX8-51" fmla="*/ 4216134 w 4216134"/>
              <a:gd name="connsiteY8-52" fmla="*/ 2124236 h 2483593"/>
              <a:gd name="connsiteX9-53" fmla="*/ 1736864 w 4216134"/>
              <a:gd name="connsiteY9-54" fmla="*/ 2483593 h 2483593"/>
              <a:gd name="connsiteX0-55" fmla="*/ 885963 w 4216134"/>
              <a:gd name="connsiteY0-56" fmla="*/ 2007958 h 2125372"/>
              <a:gd name="connsiteX1-57" fmla="*/ 0 w 4216134"/>
              <a:gd name="connsiteY1-58" fmla="*/ 1481625 h 2125372"/>
              <a:gd name="connsiteX2-59" fmla="*/ 1576110 w 4216134"/>
              <a:gd name="connsiteY2-60" fmla="*/ 24177 h 2125372"/>
              <a:gd name="connsiteX3-61" fmla="*/ 1736864 w 4216134"/>
              <a:gd name="connsiteY3-62" fmla="*/ 0 h 2125372"/>
              <a:gd name="connsiteX4-63" fmla="*/ 885963 w 4216134"/>
              <a:gd name="connsiteY4-64" fmla="*/ 2007958 h 2125372"/>
              <a:gd name="connsiteX5-65" fmla="*/ 4216134 w 4216134"/>
              <a:gd name="connsiteY5-66" fmla="*/ 2124236 h 2125372"/>
              <a:gd name="connsiteX6-67" fmla="*/ 4216093 w 4216134"/>
              <a:gd name="connsiteY6-68" fmla="*/ 2125372 h 2125372"/>
              <a:gd name="connsiteX7-69" fmla="*/ 4216093 w 4216134"/>
              <a:gd name="connsiteY7-70" fmla="*/ 2123168 h 2125372"/>
              <a:gd name="connsiteX8-71" fmla="*/ 4216134 w 4216134"/>
              <a:gd name="connsiteY8-72" fmla="*/ 2124236 h 2125372"/>
              <a:gd name="connsiteX0-73" fmla="*/ 885963 w 4216134"/>
              <a:gd name="connsiteY0-74" fmla="*/ 2007958 h 2125372"/>
              <a:gd name="connsiteX1-75" fmla="*/ 0 w 4216134"/>
              <a:gd name="connsiteY1-76" fmla="*/ 1481625 h 2125372"/>
              <a:gd name="connsiteX2-77" fmla="*/ 1576110 w 4216134"/>
              <a:gd name="connsiteY2-78" fmla="*/ 24177 h 2125372"/>
              <a:gd name="connsiteX3-79" fmla="*/ 1736864 w 4216134"/>
              <a:gd name="connsiteY3-80" fmla="*/ 0 h 2125372"/>
              <a:gd name="connsiteX4-81" fmla="*/ 885963 w 4216134"/>
              <a:gd name="connsiteY4-82" fmla="*/ 2007958 h 2125372"/>
              <a:gd name="connsiteX5-83" fmla="*/ 4216134 w 4216134"/>
              <a:gd name="connsiteY5-84" fmla="*/ 2124236 h 2125372"/>
              <a:gd name="connsiteX6-85" fmla="*/ 4216093 w 4216134"/>
              <a:gd name="connsiteY6-86" fmla="*/ 2125372 h 2125372"/>
              <a:gd name="connsiteX7-87" fmla="*/ 4216093 w 4216134"/>
              <a:gd name="connsiteY7-88" fmla="*/ 2123168 h 2125372"/>
              <a:gd name="connsiteX0-89" fmla="*/ 885963 w 4216134"/>
              <a:gd name="connsiteY0-90" fmla="*/ 2007958 h 2125372"/>
              <a:gd name="connsiteX1-91" fmla="*/ 0 w 4216134"/>
              <a:gd name="connsiteY1-92" fmla="*/ 1481625 h 2125372"/>
              <a:gd name="connsiteX2-93" fmla="*/ 1576110 w 4216134"/>
              <a:gd name="connsiteY2-94" fmla="*/ 24177 h 2125372"/>
              <a:gd name="connsiteX3-95" fmla="*/ 1736864 w 4216134"/>
              <a:gd name="connsiteY3-96" fmla="*/ 0 h 2125372"/>
              <a:gd name="connsiteX4-97" fmla="*/ 885963 w 4216134"/>
              <a:gd name="connsiteY4-98" fmla="*/ 2007958 h 2125372"/>
              <a:gd name="connsiteX5-99" fmla="*/ 4216134 w 4216134"/>
              <a:gd name="connsiteY5-100" fmla="*/ 2124236 h 2125372"/>
              <a:gd name="connsiteX6-101" fmla="*/ 4216093 w 4216134"/>
              <a:gd name="connsiteY6-102" fmla="*/ 2125372 h 2125372"/>
              <a:gd name="connsiteX0-103" fmla="*/ 885963 w 1736864"/>
              <a:gd name="connsiteY0-104" fmla="*/ 2007958 h 2007958"/>
              <a:gd name="connsiteX1-105" fmla="*/ 0 w 1736864"/>
              <a:gd name="connsiteY1-106" fmla="*/ 1481625 h 2007958"/>
              <a:gd name="connsiteX2-107" fmla="*/ 1576110 w 1736864"/>
              <a:gd name="connsiteY2-108" fmla="*/ 24177 h 2007958"/>
              <a:gd name="connsiteX3-109" fmla="*/ 1736864 w 1736864"/>
              <a:gd name="connsiteY3-110" fmla="*/ 0 h 2007958"/>
              <a:gd name="connsiteX4-111" fmla="*/ 885963 w 1736864"/>
              <a:gd name="connsiteY4-112" fmla="*/ 2007958 h 2007958"/>
              <a:gd name="connsiteX0-113" fmla="*/ 0 w 1736864"/>
              <a:gd name="connsiteY0-114" fmla="*/ 1481625 h 2099398"/>
              <a:gd name="connsiteX1-115" fmla="*/ 1576110 w 1736864"/>
              <a:gd name="connsiteY1-116" fmla="*/ 24177 h 2099398"/>
              <a:gd name="connsiteX2-117" fmla="*/ 1736864 w 1736864"/>
              <a:gd name="connsiteY2-118" fmla="*/ 0 h 2099398"/>
              <a:gd name="connsiteX3-119" fmla="*/ 977403 w 1736864"/>
              <a:gd name="connsiteY3-120" fmla="*/ 2099398 h 2099398"/>
              <a:gd name="connsiteX0-121" fmla="*/ 0 w 1736864"/>
              <a:gd name="connsiteY0-122" fmla="*/ 1481625 h 1481625"/>
              <a:gd name="connsiteX1-123" fmla="*/ 1576110 w 1736864"/>
              <a:gd name="connsiteY1-124" fmla="*/ 24177 h 1481625"/>
              <a:gd name="connsiteX2-125" fmla="*/ 1736864 w 1736864"/>
              <a:gd name="connsiteY2-126" fmla="*/ 0 h 1481625"/>
            </a:gdLst>
            <a:ahLst/>
            <a:cxnLst>
              <a:cxn ang="0">
                <a:pos x="connsiteX0-1" y="connsiteY0-2"/>
              </a:cxn>
              <a:cxn ang="0">
                <a:pos x="connsiteX1-3" y="connsiteY1-4"/>
              </a:cxn>
              <a:cxn ang="0">
                <a:pos x="connsiteX2-5" y="connsiteY2-6"/>
              </a:cxn>
            </a:cxnLst>
            <a:rect l="l" t="t" r="r" b="b"/>
            <a:pathLst>
              <a:path w="1736864" h="1481625">
                <a:moveTo>
                  <a:pt x="0" y="1481625"/>
                </a:moveTo>
                <a:cubicBezTo>
                  <a:pt x="231589" y="742961"/>
                  <a:pt x="837233" y="193516"/>
                  <a:pt x="1576110" y="24177"/>
                </a:cubicBezTo>
                <a:lnTo>
                  <a:pt x="1736864" y="0"/>
                </a:ln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6" name="椭圆 15"/>
          <p:cNvSpPr>
            <a:spLocks noChangeAspect="1"/>
          </p:cNvSpPr>
          <p:nvPr userDrawn="1">
            <p:custDataLst>
              <p:tags r:id="rId9"/>
            </p:custDataLst>
          </p:nvPr>
        </p:nvSpPr>
        <p:spPr>
          <a:xfrm rot="16200000">
            <a:off x="11716140" y="1332452"/>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7" name="任意多边形: 形状 16"/>
          <p:cNvSpPr>
            <a:spLocks noChangeAspect="1"/>
          </p:cNvSpPr>
          <p:nvPr userDrawn="1">
            <p:custDataLst>
              <p:tags r:id="rId10"/>
            </p:custDataLst>
          </p:nvPr>
        </p:nvSpPr>
        <p:spPr>
          <a:xfrm rot="16200000">
            <a:off x="10791949" y="-470608"/>
            <a:ext cx="916108" cy="1883994"/>
          </a:xfrm>
          <a:custGeom>
            <a:avLst/>
            <a:gdLst>
              <a:gd name="connsiteX0" fmla="*/ 916108 w 916108"/>
              <a:gd name="connsiteY0" fmla="*/ 0 h 1883994"/>
              <a:gd name="connsiteX1" fmla="*/ 916108 w 916108"/>
              <a:gd name="connsiteY1" fmla="*/ 1883994 h 1883994"/>
              <a:gd name="connsiteX2" fmla="*/ 212597 w 916108"/>
              <a:gd name="connsiteY2" fmla="*/ 1883994 h 1883994"/>
              <a:gd name="connsiteX3" fmla="*/ 211412 w 916108"/>
              <a:gd name="connsiteY3" fmla="*/ 1882408 h 1883994"/>
              <a:gd name="connsiteX4" fmla="*/ 0 w 916108"/>
              <a:gd name="connsiteY4" fmla="*/ 1190294 h 1883994"/>
              <a:gd name="connsiteX5" fmla="*/ 756045 w 916108"/>
              <a:gd name="connsiteY5" fmla="*/ 49686 h 1883994"/>
              <a:gd name="connsiteX0-1" fmla="*/ 916108 w 916108"/>
              <a:gd name="connsiteY0-2" fmla="*/ 0 h 1909394"/>
              <a:gd name="connsiteX1-3" fmla="*/ 916108 w 916108"/>
              <a:gd name="connsiteY1-4" fmla="*/ 1883994 h 1909394"/>
              <a:gd name="connsiteX2-5" fmla="*/ 547808 w 916108"/>
              <a:gd name="connsiteY2-6" fmla="*/ 1909394 h 1909394"/>
              <a:gd name="connsiteX3-7" fmla="*/ 212597 w 916108"/>
              <a:gd name="connsiteY3-8" fmla="*/ 1883994 h 1909394"/>
              <a:gd name="connsiteX4-9" fmla="*/ 211412 w 916108"/>
              <a:gd name="connsiteY4-10" fmla="*/ 1882408 h 1909394"/>
              <a:gd name="connsiteX5-11" fmla="*/ 0 w 916108"/>
              <a:gd name="connsiteY5-12" fmla="*/ 1190294 h 1909394"/>
              <a:gd name="connsiteX6" fmla="*/ 756045 w 916108"/>
              <a:gd name="connsiteY6" fmla="*/ 49686 h 1909394"/>
              <a:gd name="connsiteX7" fmla="*/ 916108 w 916108"/>
              <a:gd name="connsiteY7" fmla="*/ 0 h 1909394"/>
              <a:gd name="connsiteX0-13" fmla="*/ 547808 w 916108"/>
              <a:gd name="connsiteY0-14" fmla="*/ 1909394 h 2000834"/>
              <a:gd name="connsiteX1-15" fmla="*/ 212597 w 916108"/>
              <a:gd name="connsiteY1-16" fmla="*/ 1883994 h 2000834"/>
              <a:gd name="connsiteX2-17" fmla="*/ 211412 w 916108"/>
              <a:gd name="connsiteY2-18" fmla="*/ 1882408 h 2000834"/>
              <a:gd name="connsiteX3-19" fmla="*/ 0 w 916108"/>
              <a:gd name="connsiteY3-20" fmla="*/ 1190294 h 2000834"/>
              <a:gd name="connsiteX4-21" fmla="*/ 756045 w 916108"/>
              <a:gd name="connsiteY4-22" fmla="*/ 49686 h 2000834"/>
              <a:gd name="connsiteX5-23" fmla="*/ 916108 w 916108"/>
              <a:gd name="connsiteY5-24" fmla="*/ 0 h 2000834"/>
              <a:gd name="connsiteX6-25" fmla="*/ 916108 w 916108"/>
              <a:gd name="connsiteY6-26" fmla="*/ 1883994 h 2000834"/>
              <a:gd name="connsiteX7-27" fmla="*/ 639248 w 916108"/>
              <a:gd name="connsiteY7-28" fmla="*/ 2000834 h 2000834"/>
              <a:gd name="connsiteX0-29" fmla="*/ 547808 w 916108"/>
              <a:gd name="connsiteY0-30" fmla="*/ 1909394 h 1909394"/>
              <a:gd name="connsiteX1-31" fmla="*/ 212597 w 916108"/>
              <a:gd name="connsiteY1-32" fmla="*/ 1883994 h 1909394"/>
              <a:gd name="connsiteX2-33" fmla="*/ 211412 w 916108"/>
              <a:gd name="connsiteY2-34" fmla="*/ 1882408 h 1909394"/>
              <a:gd name="connsiteX3-35" fmla="*/ 0 w 916108"/>
              <a:gd name="connsiteY3-36" fmla="*/ 1190294 h 1909394"/>
              <a:gd name="connsiteX4-37" fmla="*/ 756045 w 916108"/>
              <a:gd name="connsiteY4-38" fmla="*/ 49686 h 1909394"/>
              <a:gd name="connsiteX5-39" fmla="*/ 916108 w 916108"/>
              <a:gd name="connsiteY5-40" fmla="*/ 0 h 1909394"/>
              <a:gd name="connsiteX6-41" fmla="*/ 916108 w 916108"/>
              <a:gd name="connsiteY6-42" fmla="*/ 1883994 h 1909394"/>
              <a:gd name="connsiteX0-43" fmla="*/ 547808 w 916108"/>
              <a:gd name="connsiteY0-44" fmla="*/ 1909394 h 1909394"/>
              <a:gd name="connsiteX1-45" fmla="*/ 212597 w 916108"/>
              <a:gd name="connsiteY1-46" fmla="*/ 1883994 h 1909394"/>
              <a:gd name="connsiteX2-47" fmla="*/ 211412 w 916108"/>
              <a:gd name="connsiteY2-48" fmla="*/ 1882408 h 1909394"/>
              <a:gd name="connsiteX3-49" fmla="*/ 0 w 916108"/>
              <a:gd name="connsiteY3-50" fmla="*/ 1190294 h 1909394"/>
              <a:gd name="connsiteX4-51" fmla="*/ 756045 w 916108"/>
              <a:gd name="connsiteY4-52" fmla="*/ 49686 h 1909394"/>
              <a:gd name="connsiteX5-53" fmla="*/ 916108 w 916108"/>
              <a:gd name="connsiteY5-54" fmla="*/ 0 h 1909394"/>
              <a:gd name="connsiteX0-55" fmla="*/ 212597 w 916108"/>
              <a:gd name="connsiteY0-56" fmla="*/ 1883994 h 1883994"/>
              <a:gd name="connsiteX1-57" fmla="*/ 211412 w 916108"/>
              <a:gd name="connsiteY1-58" fmla="*/ 1882408 h 1883994"/>
              <a:gd name="connsiteX2-59" fmla="*/ 0 w 916108"/>
              <a:gd name="connsiteY2-60" fmla="*/ 1190294 h 1883994"/>
              <a:gd name="connsiteX3-61" fmla="*/ 756045 w 916108"/>
              <a:gd name="connsiteY3-62" fmla="*/ 49686 h 1883994"/>
              <a:gd name="connsiteX4-63" fmla="*/ 916108 w 916108"/>
              <a:gd name="connsiteY4-64" fmla="*/ 0 h 188399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6108" h="1883994">
                <a:moveTo>
                  <a:pt x="212597" y="1883994"/>
                </a:moveTo>
                <a:lnTo>
                  <a:pt x="211412" y="1882408"/>
                </a:lnTo>
                <a:cubicBezTo>
                  <a:pt x="77937" y="1684840"/>
                  <a:pt x="0" y="1446669"/>
                  <a:pt x="0" y="1190294"/>
                </a:cubicBezTo>
                <a:cubicBezTo>
                  <a:pt x="0" y="677544"/>
                  <a:pt x="311749" y="237608"/>
                  <a:pt x="756045" y="49686"/>
                </a:cubicBezTo>
                <a:lnTo>
                  <a:pt x="916108" y="0"/>
                </a:lnTo>
              </a:path>
            </a:pathLst>
          </a:custGeom>
          <a:noFill/>
          <a:ln w="19050">
            <a:solidFill>
              <a:schemeClr val="accent1">
                <a:lumMod val="40000"/>
                <a:lumOff val="60000"/>
                <a:alpha val="42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8" name="椭圆 17"/>
          <p:cNvSpPr>
            <a:spLocks noChangeAspect="1"/>
          </p:cNvSpPr>
          <p:nvPr userDrawn="1">
            <p:custDataLst>
              <p:tags r:id="rId11"/>
            </p:custDataLst>
          </p:nvPr>
        </p:nvSpPr>
        <p:spPr>
          <a:xfrm rot="16200000">
            <a:off x="9597937" y="720000"/>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1"/>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p>
        </p:txBody>
      </p:sp>
      <p:sp>
        <p:nvSpPr>
          <p:cNvPr id="4" name="内容占位符 3"/>
          <p:cNvSpPr>
            <a:spLocks noGrp="1"/>
          </p:cNvSpPr>
          <p:nvPr>
            <p:ph sz="half" idx="2"/>
            <p:custDataLst>
              <p:tags r:id="rId2"/>
            </p:custDataLst>
          </p:nvPr>
        </p:nvSpPr>
        <p:spPr>
          <a:xfrm>
            <a:off x="695960" y="1875099"/>
            <a:ext cx="5323840" cy="4300276"/>
          </a:xfrm>
        </p:spPr>
        <p:txBody>
          <a:bodyPr wrap="square">
            <a:normAutofit/>
          </a:bodyPr>
          <a:lstStyle>
            <a:lvl1pPr>
              <a:defRPr sz="2200"/>
            </a:lvl1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5" name="文本占位符 4"/>
          <p:cNvSpPr>
            <a:spLocks noGrp="1"/>
          </p:cNvSpPr>
          <p:nvPr>
            <p:ph type="body" sz="quarter" idx="3" hasCustomPrompt="1"/>
            <p:custDataLst>
              <p:tags r:id="rId3"/>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p>
        </p:txBody>
      </p:sp>
      <p:sp>
        <p:nvSpPr>
          <p:cNvPr id="6" name="内容占位符 5"/>
          <p:cNvSpPr>
            <a:spLocks noGrp="1"/>
          </p:cNvSpPr>
          <p:nvPr>
            <p:ph sz="quarter" idx="4"/>
            <p:custDataLst>
              <p:tags r:id="rId4"/>
            </p:custDataLst>
          </p:nvPr>
        </p:nvSpPr>
        <p:spPr>
          <a:xfrm>
            <a:off x="6172200" y="1875099"/>
            <a:ext cx="5323840" cy="4300276"/>
          </a:xfrm>
        </p:spPr>
        <p:txBody>
          <a:bodyPr wrap="square">
            <a:normAutofit/>
          </a:bodyPr>
          <a:lstStyle>
            <a:lvl1pPr>
              <a:defRPr sz="2200"/>
            </a:lvl1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7" name="日期占位符 6"/>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t>2025/7/4</a:t>
            </a:fld>
            <a:endParaRPr lang="zh-CN" altLang="en-US"/>
          </a:p>
        </p:txBody>
      </p:sp>
      <p:sp>
        <p:nvSpPr>
          <p:cNvPr id="8" name="页脚占位符 7"/>
          <p:cNvSpPr>
            <a:spLocks noGrp="1"/>
          </p:cNvSpPr>
          <p:nvPr>
            <p:ph type="ftr" sz="quarter" idx="11"/>
            <p:custDataLst>
              <p:tags r:id="rId6"/>
            </p:custDataLst>
          </p:nvPr>
        </p:nvSpPr>
        <p:spPr/>
        <p:txBody>
          <a:bodyPr/>
          <a:lstStyle/>
          <a:p>
            <a:endParaRPr lang="zh-CN" altLang="en-US"/>
          </a:p>
        </p:txBody>
      </p:sp>
      <p:sp>
        <p:nvSpPr>
          <p:cNvPr id="9" name="灯片编号占位符 8"/>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t>‹#›</a:t>
            </a:fld>
            <a:endParaRPr lang="zh-CN" altLang="en-US"/>
          </a:p>
        </p:txBody>
      </p:sp>
      <p:sp>
        <p:nvSpPr>
          <p:cNvPr id="10" name="标题 9"/>
          <p:cNvSpPr>
            <a:spLocks noGrp="1"/>
          </p:cNvSpPr>
          <p:nvPr>
            <p:ph type="title"/>
            <p:custDataLst>
              <p:tags r:id="rId8"/>
            </p:custDataLst>
          </p:nvPr>
        </p:nvSpPr>
        <p:spPr/>
        <p:txBody>
          <a:bodyPr/>
          <a:lstStyle/>
          <a:p>
            <a:r>
              <a:rPr lang="zh-CN" altLang="en-US"/>
              <a:t>单击此处编辑母版标题样式</a:t>
            </a:r>
          </a:p>
        </p:txBody>
      </p:sp>
      <p:sp>
        <p:nvSpPr>
          <p:cNvPr id="15" name="任意多边形: 形状 14"/>
          <p:cNvSpPr>
            <a:spLocks noChangeAspect="1"/>
          </p:cNvSpPr>
          <p:nvPr userDrawn="1">
            <p:custDataLst>
              <p:tags r:id="rId9"/>
            </p:custDataLst>
          </p:nvPr>
        </p:nvSpPr>
        <p:spPr>
          <a:xfrm rot="16200000">
            <a:off x="10844781" y="59657"/>
            <a:ext cx="649963" cy="2044477"/>
          </a:xfrm>
          <a:custGeom>
            <a:avLst/>
            <a:gdLst>
              <a:gd name="connsiteX0" fmla="*/ 1406877 w 1406877"/>
              <a:gd name="connsiteY0" fmla="*/ 947834 h 2044477"/>
              <a:gd name="connsiteX1" fmla="*/ 1406877 w 1406877"/>
              <a:gd name="connsiteY1" fmla="*/ 2034781 h 2044477"/>
              <a:gd name="connsiteX2" fmla="*/ 1402315 w 1406877"/>
              <a:gd name="connsiteY2" fmla="*/ 2044477 h 2044477"/>
              <a:gd name="connsiteX3" fmla="*/ 148584 w 1406877"/>
              <a:gd name="connsiteY3" fmla="*/ 2044477 h 2044477"/>
              <a:gd name="connsiteX4" fmla="*/ 118571 w 1406877"/>
              <a:gd name="connsiteY4" fmla="*/ 1979996 h 2044477"/>
              <a:gd name="connsiteX5" fmla="*/ 11855 w 1406877"/>
              <a:gd name="connsiteY5" fmla="*/ 1552698 h 2044477"/>
              <a:gd name="connsiteX6" fmla="*/ 649963 w 1406877"/>
              <a:gd name="connsiteY6" fmla="*/ 0 h 2044477"/>
              <a:gd name="connsiteX0-1" fmla="*/ 1406877 w 1406877"/>
              <a:gd name="connsiteY0-2" fmla="*/ 947834 h 2044477"/>
              <a:gd name="connsiteX1-3" fmla="*/ 1406877 w 1406877"/>
              <a:gd name="connsiteY1-4" fmla="*/ 2034781 h 2044477"/>
              <a:gd name="connsiteX2-5" fmla="*/ 1402315 w 1406877"/>
              <a:gd name="connsiteY2-6" fmla="*/ 2044477 h 2044477"/>
              <a:gd name="connsiteX3-7" fmla="*/ 390877 w 1406877"/>
              <a:gd name="connsiteY3-8" fmla="*/ 2044476 h 2044477"/>
              <a:gd name="connsiteX4-9" fmla="*/ 148584 w 1406877"/>
              <a:gd name="connsiteY4-10" fmla="*/ 2044477 h 2044477"/>
              <a:gd name="connsiteX5-11" fmla="*/ 118571 w 1406877"/>
              <a:gd name="connsiteY5-12" fmla="*/ 1979996 h 2044477"/>
              <a:gd name="connsiteX6-13" fmla="*/ 11855 w 1406877"/>
              <a:gd name="connsiteY6-14" fmla="*/ 1552698 h 2044477"/>
              <a:gd name="connsiteX7" fmla="*/ 649963 w 1406877"/>
              <a:gd name="connsiteY7" fmla="*/ 0 h 2044477"/>
              <a:gd name="connsiteX8" fmla="*/ 1406877 w 1406877"/>
              <a:gd name="connsiteY8" fmla="*/ 947834 h 2044477"/>
              <a:gd name="connsiteX0-15" fmla="*/ 390877 w 1406877"/>
              <a:gd name="connsiteY0-16" fmla="*/ 2044476 h 2135916"/>
              <a:gd name="connsiteX1-17" fmla="*/ 148584 w 1406877"/>
              <a:gd name="connsiteY1-18" fmla="*/ 2044477 h 2135916"/>
              <a:gd name="connsiteX2-19" fmla="*/ 118571 w 1406877"/>
              <a:gd name="connsiteY2-20" fmla="*/ 1979996 h 2135916"/>
              <a:gd name="connsiteX3-21" fmla="*/ 11855 w 1406877"/>
              <a:gd name="connsiteY3-22" fmla="*/ 1552698 h 2135916"/>
              <a:gd name="connsiteX4-23" fmla="*/ 649963 w 1406877"/>
              <a:gd name="connsiteY4-24" fmla="*/ 0 h 2135916"/>
              <a:gd name="connsiteX5-25" fmla="*/ 1406877 w 1406877"/>
              <a:gd name="connsiteY5-26" fmla="*/ 947834 h 2135916"/>
              <a:gd name="connsiteX6-27" fmla="*/ 1406877 w 1406877"/>
              <a:gd name="connsiteY6-28" fmla="*/ 2034781 h 2135916"/>
              <a:gd name="connsiteX7-29" fmla="*/ 1402315 w 1406877"/>
              <a:gd name="connsiteY7-30" fmla="*/ 2044477 h 2135916"/>
              <a:gd name="connsiteX8-31" fmla="*/ 482317 w 1406877"/>
              <a:gd name="connsiteY8-32" fmla="*/ 2135916 h 2135916"/>
              <a:gd name="connsiteX0-33" fmla="*/ 390877 w 1406877"/>
              <a:gd name="connsiteY0-34" fmla="*/ 2044476 h 2044477"/>
              <a:gd name="connsiteX1-35" fmla="*/ 148584 w 1406877"/>
              <a:gd name="connsiteY1-36" fmla="*/ 2044477 h 2044477"/>
              <a:gd name="connsiteX2-37" fmla="*/ 118571 w 1406877"/>
              <a:gd name="connsiteY2-38" fmla="*/ 1979996 h 2044477"/>
              <a:gd name="connsiteX3-39" fmla="*/ 11855 w 1406877"/>
              <a:gd name="connsiteY3-40" fmla="*/ 1552698 h 2044477"/>
              <a:gd name="connsiteX4-41" fmla="*/ 649963 w 1406877"/>
              <a:gd name="connsiteY4-42" fmla="*/ 0 h 2044477"/>
              <a:gd name="connsiteX5-43" fmla="*/ 1406877 w 1406877"/>
              <a:gd name="connsiteY5-44" fmla="*/ 947834 h 2044477"/>
              <a:gd name="connsiteX6-45" fmla="*/ 1406877 w 1406877"/>
              <a:gd name="connsiteY6-46" fmla="*/ 2034781 h 2044477"/>
              <a:gd name="connsiteX7-47" fmla="*/ 1402315 w 1406877"/>
              <a:gd name="connsiteY7-48" fmla="*/ 2044477 h 2044477"/>
              <a:gd name="connsiteX0-49" fmla="*/ 148584 w 1406877"/>
              <a:gd name="connsiteY0-50" fmla="*/ 2044477 h 2044477"/>
              <a:gd name="connsiteX1-51" fmla="*/ 118571 w 1406877"/>
              <a:gd name="connsiteY1-52" fmla="*/ 1979996 h 2044477"/>
              <a:gd name="connsiteX2-53" fmla="*/ 11855 w 1406877"/>
              <a:gd name="connsiteY2-54" fmla="*/ 1552698 h 2044477"/>
              <a:gd name="connsiteX3-55" fmla="*/ 649963 w 1406877"/>
              <a:gd name="connsiteY3-56" fmla="*/ 0 h 2044477"/>
              <a:gd name="connsiteX4-57" fmla="*/ 1406877 w 1406877"/>
              <a:gd name="connsiteY4-58" fmla="*/ 947834 h 2044477"/>
              <a:gd name="connsiteX5-59" fmla="*/ 1406877 w 1406877"/>
              <a:gd name="connsiteY5-60" fmla="*/ 2034781 h 2044477"/>
              <a:gd name="connsiteX6-61" fmla="*/ 1402315 w 1406877"/>
              <a:gd name="connsiteY6-62" fmla="*/ 2044477 h 2044477"/>
              <a:gd name="connsiteX0-63" fmla="*/ 148584 w 1406877"/>
              <a:gd name="connsiteY0-64" fmla="*/ 2044477 h 2044477"/>
              <a:gd name="connsiteX1-65" fmla="*/ 118571 w 1406877"/>
              <a:gd name="connsiteY1-66" fmla="*/ 1979996 h 2044477"/>
              <a:gd name="connsiteX2-67" fmla="*/ 11855 w 1406877"/>
              <a:gd name="connsiteY2-68" fmla="*/ 1552698 h 2044477"/>
              <a:gd name="connsiteX3-69" fmla="*/ 649963 w 1406877"/>
              <a:gd name="connsiteY3-70" fmla="*/ 0 h 2044477"/>
              <a:gd name="connsiteX4-71" fmla="*/ 1406877 w 1406877"/>
              <a:gd name="connsiteY4-72" fmla="*/ 947834 h 2044477"/>
              <a:gd name="connsiteX5-73" fmla="*/ 1406877 w 1406877"/>
              <a:gd name="connsiteY5-74" fmla="*/ 2034781 h 2044477"/>
              <a:gd name="connsiteX0-75" fmla="*/ 148584 w 1406877"/>
              <a:gd name="connsiteY0-76" fmla="*/ 2044477 h 2044477"/>
              <a:gd name="connsiteX1-77" fmla="*/ 118571 w 1406877"/>
              <a:gd name="connsiteY1-78" fmla="*/ 1979996 h 2044477"/>
              <a:gd name="connsiteX2-79" fmla="*/ 11855 w 1406877"/>
              <a:gd name="connsiteY2-80" fmla="*/ 1552698 h 2044477"/>
              <a:gd name="connsiteX3-81" fmla="*/ 649963 w 1406877"/>
              <a:gd name="connsiteY3-82" fmla="*/ 0 h 2044477"/>
              <a:gd name="connsiteX4-83" fmla="*/ 1406877 w 1406877"/>
              <a:gd name="connsiteY4-84" fmla="*/ 2034781 h 2044477"/>
              <a:gd name="connsiteX0-85" fmla="*/ 148584 w 649963"/>
              <a:gd name="connsiteY0-86" fmla="*/ 2044477 h 2044477"/>
              <a:gd name="connsiteX1-87" fmla="*/ 118571 w 649963"/>
              <a:gd name="connsiteY1-88" fmla="*/ 1979996 h 2044477"/>
              <a:gd name="connsiteX2-89" fmla="*/ 11855 w 649963"/>
              <a:gd name="connsiteY2-90" fmla="*/ 1552698 h 2044477"/>
              <a:gd name="connsiteX3-91" fmla="*/ 649963 w 649963"/>
              <a:gd name="connsiteY3-92" fmla="*/ 0 h 2044477"/>
            </a:gdLst>
            <a:ahLst/>
            <a:cxnLst>
              <a:cxn ang="0">
                <a:pos x="connsiteX0-1" y="connsiteY0-2"/>
              </a:cxn>
              <a:cxn ang="0">
                <a:pos x="connsiteX1-3" y="connsiteY1-4"/>
              </a:cxn>
              <a:cxn ang="0">
                <a:pos x="connsiteX2-5" y="connsiteY2-6"/>
              </a:cxn>
              <a:cxn ang="0">
                <a:pos x="connsiteX3-7" y="connsiteY3-8"/>
              </a:cxn>
            </a:cxnLst>
            <a:rect l="l" t="t" r="r" b="b"/>
            <a:pathLst>
              <a:path w="649963" h="2044477">
                <a:moveTo>
                  <a:pt x="148584" y="2044477"/>
                </a:moveTo>
                <a:lnTo>
                  <a:pt x="118571" y="1979996"/>
                </a:lnTo>
                <a:cubicBezTo>
                  <a:pt x="65551" y="1844343"/>
                  <a:pt x="29293" y="1700958"/>
                  <a:pt x="11855" y="1552698"/>
                </a:cubicBezTo>
                <a:cubicBezTo>
                  <a:pt x="-57895" y="959659"/>
                  <a:pt x="183361" y="372616"/>
                  <a:pt x="649963" y="0"/>
                </a:cubicBez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6" name="任意多边形: 形状 15"/>
          <p:cNvSpPr>
            <a:spLocks noChangeAspect="1"/>
          </p:cNvSpPr>
          <p:nvPr userDrawn="1">
            <p:custDataLst>
              <p:tags r:id="rId10"/>
            </p:custDataLst>
          </p:nvPr>
        </p:nvSpPr>
        <p:spPr>
          <a:xfrm rot="16200000">
            <a:off x="9243622" y="127619"/>
            <a:ext cx="1736864" cy="1481625"/>
          </a:xfrm>
          <a:custGeom>
            <a:avLst/>
            <a:gdLst>
              <a:gd name="connsiteX0" fmla="*/ 1736864 w 4216134"/>
              <a:gd name="connsiteY0" fmla="*/ 0 h 2483593"/>
              <a:gd name="connsiteX1" fmla="*/ 1736864 w 4216134"/>
              <a:gd name="connsiteY1" fmla="*/ 2483593 h 2483593"/>
              <a:gd name="connsiteX2" fmla="*/ 0 w 4216134"/>
              <a:gd name="connsiteY2" fmla="*/ 1481625 h 2483593"/>
              <a:gd name="connsiteX3" fmla="*/ 1576110 w 4216134"/>
              <a:gd name="connsiteY3" fmla="*/ 24177 h 2483593"/>
              <a:gd name="connsiteX4" fmla="*/ 4216134 w 4216134"/>
              <a:gd name="connsiteY4" fmla="*/ 2124236 h 2483593"/>
              <a:gd name="connsiteX5" fmla="*/ 4216093 w 4216134"/>
              <a:gd name="connsiteY5" fmla="*/ 2125372 h 2483593"/>
              <a:gd name="connsiteX6" fmla="*/ 4216093 w 4216134"/>
              <a:gd name="connsiteY6" fmla="*/ 2123168 h 2483593"/>
              <a:gd name="connsiteX0-1" fmla="*/ 1736864 w 4216134"/>
              <a:gd name="connsiteY0-2" fmla="*/ 0 h 2483593"/>
              <a:gd name="connsiteX1-3" fmla="*/ 1736864 w 4216134"/>
              <a:gd name="connsiteY1-4" fmla="*/ 2483593 h 2483593"/>
              <a:gd name="connsiteX2-5" fmla="*/ 885963 w 4216134"/>
              <a:gd name="connsiteY2-6" fmla="*/ 2007958 h 2483593"/>
              <a:gd name="connsiteX3-7" fmla="*/ 0 w 4216134"/>
              <a:gd name="connsiteY3-8" fmla="*/ 1481625 h 2483593"/>
              <a:gd name="connsiteX4-9" fmla="*/ 1576110 w 4216134"/>
              <a:gd name="connsiteY4-10" fmla="*/ 24177 h 2483593"/>
              <a:gd name="connsiteX5-11" fmla="*/ 1736864 w 4216134"/>
              <a:gd name="connsiteY5-12" fmla="*/ 0 h 2483593"/>
              <a:gd name="connsiteX6-13" fmla="*/ 4216134 w 4216134"/>
              <a:gd name="connsiteY6-14" fmla="*/ 2124236 h 2483593"/>
              <a:gd name="connsiteX7" fmla="*/ 4216093 w 4216134"/>
              <a:gd name="connsiteY7" fmla="*/ 2125372 h 2483593"/>
              <a:gd name="connsiteX8" fmla="*/ 4216093 w 4216134"/>
              <a:gd name="connsiteY8" fmla="*/ 2123168 h 2483593"/>
              <a:gd name="connsiteX9" fmla="*/ 4216134 w 4216134"/>
              <a:gd name="connsiteY9" fmla="*/ 2124236 h 2483593"/>
              <a:gd name="connsiteX0-15" fmla="*/ 885963 w 4216134"/>
              <a:gd name="connsiteY0-16" fmla="*/ 2007958 h 2483593"/>
              <a:gd name="connsiteX1-17" fmla="*/ 0 w 4216134"/>
              <a:gd name="connsiteY1-18" fmla="*/ 1481625 h 2483593"/>
              <a:gd name="connsiteX2-19" fmla="*/ 1576110 w 4216134"/>
              <a:gd name="connsiteY2-20" fmla="*/ 24177 h 2483593"/>
              <a:gd name="connsiteX3-21" fmla="*/ 1736864 w 4216134"/>
              <a:gd name="connsiteY3-22" fmla="*/ 0 h 2483593"/>
              <a:gd name="connsiteX4-23" fmla="*/ 4216134 w 4216134"/>
              <a:gd name="connsiteY4-24" fmla="*/ 2124236 h 2483593"/>
              <a:gd name="connsiteX5-25" fmla="*/ 4216093 w 4216134"/>
              <a:gd name="connsiteY5-26" fmla="*/ 2125372 h 2483593"/>
              <a:gd name="connsiteX6-27" fmla="*/ 4216093 w 4216134"/>
              <a:gd name="connsiteY6-28" fmla="*/ 2123168 h 2483593"/>
              <a:gd name="connsiteX7-29" fmla="*/ 4216134 w 4216134"/>
              <a:gd name="connsiteY7-30" fmla="*/ 2124236 h 2483593"/>
              <a:gd name="connsiteX8-31" fmla="*/ 1736864 w 4216134"/>
              <a:gd name="connsiteY8-32" fmla="*/ 2483593 h 2483593"/>
              <a:gd name="connsiteX9-33" fmla="*/ 977403 w 4216134"/>
              <a:gd name="connsiteY9-34" fmla="*/ 2099398 h 2483593"/>
              <a:gd name="connsiteX0-35" fmla="*/ 885963 w 4216134"/>
              <a:gd name="connsiteY0-36" fmla="*/ 2007958 h 2483593"/>
              <a:gd name="connsiteX1-37" fmla="*/ 0 w 4216134"/>
              <a:gd name="connsiteY1-38" fmla="*/ 1481625 h 2483593"/>
              <a:gd name="connsiteX2-39" fmla="*/ 1576110 w 4216134"/>
              <a:gd name="connsiteY2-40" fmla="*/ 24177 h 2483593"/>
              <a:gd name="connsiteX3-41" fmla="*/ 1736864 w 4216134"/>
              <a:gd name="connsiteY3-42" fmla="*/ 0 h 2483593"/>
              <a:gd name="connsiteX4-43" fmla="*/ 885963 w 4216134"/>
              <a:gd name="connsiteY4-44" fmla="*/ 2007958 h 2483593"/>
              <a:gd name="connsiteX5-45" fmla="*/ 4216134 w 4216134"/>
              <a:gd name="connsiteY5-46" fmla="*/ 2124236 h 2483593"/>
              <a:gd name="connsiteX6-47" fmla="*/ 4216093 w 4216134"/>
              <a:gd name="connsiteY6-48" fmla="*/ 2125372 h 2483593"/>
              <a:gd name="connsiteX7-49" fmla="*/ 4216093 w 4216134"/>
              <a:gd name="connsiteY7-50" fmla="*/ 2123168 h 2483593"/>
              <a:gd name="connsiteX8-51" fmla="*/ 4216134 w 4216134"/>
              <a:gd name="connsiteY8-52" fmla="*/ 2124236 h 2483593"/>
              <a:gd name="connsiteX9-53" fmla="*/ 1736864 w 4216134"/>
              <a:gd name="connsiteY9-54" fmla="*/ 2483593 h 2483593"/>
              <a:gd name="connsiteX0-55" fmla="*/ 885963 w 4216134"/>
              <a:gd name="connsiteY0-56" fmla="*/ 2007958 h 2125372"/>
              <a:gd name="connsiteX1-57" fmla="*/ 0 w 4216134"/>
              <a:gd name="connsiteY1-58" fmla="*/ 1481625 h 2125372"/>
              <a:gd name="connsiteX2-59" fmla="*/ 1576110 w 4216134"/>
              <a:gd name="connsiteY2-60" fmla="*/ 24177 h 2125372"/>
              <a:gd name="connsiteX3-61" fmla="*/ 1736864 w 4216134"/>
              <a:gd name="connsiteY3-62" fmla="*/ 0 h 2125372"/>
              <a:gd name="connsiteX4-63" fmla="*/ 885963 w 4216134"/>
              <a:gd name="connsiteY4-64" fmla="*/ 2007958 h 2125372"/>
              <a:gd name="connsiteX5-65" fmla="*/ 4216134 w 4216134"/>
              <a:gd name="connsiteY5-66" fmla="*/ 2124236 h 2125372"/>
              <a:gd name="connsiteX6-67" fmla="*/ 4216093 w 4216134"/>
              <a:gd name="connsiteY6-68" fmla="*/ 2125372 h 2125372"/>
              <a:gd name="connsiteX7-69" fmla="*/ 4216093 w 4216134"/>
              <a:gd name="connsiteY7-70" fmla="*/ 2123168 h 2125372"/>
              <a:gd name="connsiteX8-71" fmla="*/ 4216134 w 4216134"/>
              <a:gd name="connsiteY8-72" fmla="*/ 2124236 h 2125372"/>
              <a:gd name="connsiteX0-73" fmla="*/ 885963 w 4216134"/>
              <a:gd name="connsiteY0-74" fmla="*/ 2007958 h 2125372"/>
              <a:gd name="connsiteX1-75" fmla="*/ 0 w 4216134"/>
              <a:gd name="connsiteY1-76" fmla="*/ 1481625 h 2125372"/>
              <a:gd name="connsiteX2-77" fmla="*/ 1576110 w 4216134"/>
              <a:gd name="connsiteY2-78" fmla="*/ 24177 h 2125372"/>
              <a:gd name="connsiteX3-79" fmla="*/ 1736864 w 4216134"/>
              <a:gd name="connsiteY3-80" fmla="*/ 0 h 2125372"/>
              <a:gd name="connsiteX4-81" fmla="*/ 885963 w 4216134"/>
              <a:gd name="connsiteY4-82" fmla="*/ 2007958 h 2125372"/>
              <a:gd name="connsiteX5-83" fmla="*/ 4216134 w 4216134"/>
              <a:gd name="connsiteY5-84" fmla="*/ 2124236 h 2125372"/>
              <a:gd name="connsiteX6-85" fmla="*/ 4216093 w 4216134"/>
              <a:gd name="connsiteY6-86" fmla="*/ 2125372 h 2125372"/>
              <a:gd name="connsiteX7-87" fmla="*/ 4216093 w 4216134"/>
              <a:gd name="connsiteY7-88" fmla="*/ 2123168 h 2125372"/>
              <a:gd name="connsiteX0-89" fmla="*/ 885963 w 4216134"/>
              <a:gd name="connsiteY0-90" fmla="*/ 2007958 h 2125372"/>
              <a:gd name="connsiteX1-91" fmla="*/ 0 w 4216134"/>
              <a:gd name="connsiteY1-92" fmla="*/ 1481625 h 2125372"/>
              <a:gd name="connsiteX2-93" fmla="*/ 1576110 w 4216134"/>
              <a:gd name="connsiteY2-94" fmla="*/ 24177 h 2125372"/>
              <a:gd name="connsiteX3-95" fmla="*/ 1736864 w 4216134"/>
              <a:gd name="connsiteY3-96" fmla="*/ 0 h 2125372"/>
              <a:gd name="connsiteX4-97" fmla="*/ 885963 w 4216134"/>
              <a:gd name="connsiteY4-98" fmla="*/ 2007958 h 2125372"/>
              <a:gd name="connsiteX5-99" fmla="*/ 4216134 w 4216134"/>
              <a:gd name="connsiteY5-100" fmla="*/ 2124236 h 2125372"/>
              <a:gd name="connsiteX6-101" fmla="*/ 4216093 w 4216134"/>
              <a:gd name="connsiteY6-102" fmla="*/ 2125372 h 2125372"/>
              <a:gd name="connsiteX0-103" fmla="*/ 885963 w 1736864"/>
              <a:gd name="connsiteY0-104" fmla="*/ 2007958 h 2007958"/>
              <a:gd name="connsiteX1-105" fmla="*/ 0 w 1736864"/>
              <a:gd name="connsiteY1-106" fmla="*/ 1481625 h 2007958"/>
              <a:gd name="connsiteX2-107" fmla="*/ 1576110 w 1736864"/>
              <a:gd name="connsiteY2-108" fmla="*/ 24177 h 2007958"/>
              <a:gd name="connsiteX3-109" fmla="*/ 1736864 w 1736864"/>
              <a:gd name="connsiteY3-110" fmla="*/ 0 h 2007958"/>
              <a:gd name="connsiteX4-111" fmla="*/ 885963 w 1736864"/>
              <a:gd name="connsiteY4-112" fmla="*/ 2007958 h 2007958"/>
              <a:gd name="connsiteX0-113" fmla="*/ 0 w 1736864"/>
              <a:gd name="connsiteY0-114" fmla="*/ 1481625 h 2099398"/>
              <a:gd name="connsiteX1-115" fmla="*/ 1576110 w 1736864"/>
              <a:gd name="connsiteY1-116" fmla="*/ 24177 h 2099398"/>
              <a:gd name="connsiteX2-117" fmla="*/ 1736864 w 1736864"/>
              <a:gd name="connsiteY2-118" fmla="*/ 0 h 2099398"/>
              <a:gd name="connsiteX3-119" fmla="*/ 977403 w 1736864"/>
              <a:gd name="connsiteY3-120" fmla="*/ 2099398 h 2099398"/>
              <a:gd name="connsiteX0-121" fmla="*/ 0 w 1736864"/>
              <a:gd name="connsiteY0-122" fmla="*/ 1481625 h 1481625"/>
              <a:gd name="connsiteX1-123" fmla="*/ 1576110 w 1736864"/>
              <a:gd name="connsiteY1-124" fmla="*/ 24177 h 1481625"/>
              <a:gd name="connsiteX2-125" fmla="*/ 1736864 w 1736864"/>
              <a:gd name="connsiteY2-126" fmla="*/ 0 h 1481625"/>
            </a:gdLst>
            <a:ahLst/>
            <a:cxnLst>
              <a:cxn ang="0">
                <a:pos x="connsiteX0-1" y="connsiteY0-2"/>
              </a:cxn>
              <a:cxn ang="0">
                <a:pos x="connsiteX1-3" y="connsiteY1-4"/>
              </a:cxn>
              <a:cxn ang="0">
                <a:pos x="connsiteX2-5" y="connsiteY2-6"/>
              </a:cxn>
            </a:cxnLst>
            <a:rect l="l" t="t" r="r" b="b"/>
            <a:pathLst>
              <a:path w="1736864" h="1481625">
                <a:moveTo>
                  <a:pt x="0" y="1481625"/>
                </a:moveTo>
                <a:cubicBezTo>
                  <a:pt x="231589" y="742961"/>
                  <a:pt x="837233" y="193516"/>
                  <a:pt x="1576110" y="24177"/>
                </a:cubicBezTo>
                <a:lnTo>
                  <a:pt x="1736864" y="0"/>
                </a:ln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7" name="椭圆 16"/>
          <p:cNvSpPr>
            <a:spLocks noChangeAspect="1"/>
          </p:cNvSpPr>
          <p:nvPr userDrawn="1">
            <p:custDataLst>
              <p:tags r:id="rId11"/>
            </p:custDataLst>
          </p:nvPr>
        </p:nvSpPr>
        <p:spPr>
          <a:xfrm rot="16200000">
            <a:off x="11716140" y="1332452"/>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8" name="任意多边形: 形状 17"/>
          <p:cNvSpPr>
            <a:spLocks noChangeAspect="1"/>
          </p:cNvSpPr>
          <p:nvPr userDrawn="1">
            <p:custDataLst>
              <p:tags r:id="rId12"/>
            </p:custDataLst>
          </p:nvPr>
        </p:nvSpPr>
        <p:spPr>
          <a:xfrm rot="16200000">
            <a:off x="10791949" y="-470608"/>
            <a:ext cx="916108" cy="1883994"/>
          </a:xfrm>
          <a:custGeom>
            <a:avLst/>
            <a:gdLst>
              <a:gd name="connsiteX0" fmla="*/ 916108 w 916108"/>
              <a:gd name="connsiteY0" fmla="*/ 0 h 1883994"/>
              <a:gd name="connsiteX1" fmla="*/ 916108 w 916108"/>
              <a:gd name="connsiteY1" fmla="*/ 1883994 h 1883994"/>
              <a:gd name="connsiteX2" fmla="*/ 212597 w 916108"/>
              <a:gd name="connsiteY2" fmla="*/ 1883994 h 1883994"/>
              <a:gd name="connsiteX3" fmla="*/ 211412 w 916108"/>
              <a:gd name="connsiteY3" fmla="*/ 1882408 h 1883994"/>
              <a:gd name="connsiteX4" fmla="*/ 0 w 916108"/>
              <a:gd name="connsiteY4" fmla="*/ 1190294 h 1883994"/>
              <a:gd name="connsiteX5" fmla="*/ 756045 w 916108"/>
              <a:gd name="connsiteY5" fmla="*/ 49686 h 1883994"/>
              <a:gd name="connsiteX0-1" fmla="*/ 916108 w 916108"/>
              <a:gd name="connsiteY0-2" fmla="*/ 0 h 1909394"/>
              <a:gd name="connsiteX1-3" fmla="*/ 916108 w 916108"/>
              <a:gd name="connsiteY1-4" fmla="*/ 1883994 h 1909394"/>
              <a:gd name="connsiteX2-5" fmla="*/ 547808 w 916108"/>
              <a:gd name="connsiteY2-6" fmla="*/ 1909394 h 1909394"/>
              <a:gd name="connsiteX3-7" fmla="*/ 212597 w 916108"/>
              <a:gd name="connsiteY3-8" fmla="*/ 1883994 h 1909394"/>
              <a:gd name="connsiteX4-9" fmla="*/ 211412 w 916108"/>
              <a:gd name="connsiteY4-10" fmla="*/ 1882408 h 1909394"/>
              <a:gd name="connsiteX5-11" fmla="*/ 0 w 916108"/>
              <a:gd name="connsiteY5-12" fmla="*/ 1190294 h 1909394"/>
              <a:gd name="connsiteX6" fmla="*/ 756045 w 916108"/>
              <a:gd name="connsiteY6" fmla="*/ 49686 h 1909394"/>
              <a:gd name="connsiteX7" fmla="*/ 916108 w 916108"/>
              <a:gd name="connsiteY7" fmla="*/ 0 h 1909394"/>
              <a:gd name="connsiteX0-13" fmla="*/ 547808 w 916108"/>
              <a:gd name="connsiteY0-14" fmla="*/ 1909394 h 2000834"/>
              <a:gd name="connsiteX1-15" fmla="*/ 212597 w 916108"/>
              <a:gd name="connsiteY1-16" fmla="*/ 1883994 h 2000834"/>
              <a:gd name="connsiteX2-17" fmla="*/ 211412 w 916108"/>
              <a:gd name="connsiteY2-18" fmla="*/ 1882408 h 2000834"/>
              <a:gd name="connsiteX3-19" fmla="*/ 0 w 916108"/>
              <a:gd name="connsiteY3-20" fmla="*/ 1190294 h 2000834"/>
              <a:gd name="connsiteX4-21" fmla="*/ 756045 w 916108"/>
              <a:gd name="connsiteY4-22" fmla="*/ 49686 h 2000834"/>
              <a:gd name="connsiteX5-23" fmla="*/ 916108 w 916108"/>
              <a:gd name="connsiteY5-24" fmla="*/ 0 h 2000834"/>
              <a:gd name="connsiteX6-25" fmla="*/ 916108 w 916108"/>
              <a:gd name="connsiteY6-26" fmla="*/ 1883994 h 2000834"/>
              <a:gd name="connsiteX7-27" fmla="*/ 639248 w 916108"/>
              <a:gd name="connsiteY7-28" fmla="*/ 2000834 h 2000834"/>
              <a:gd name="connsiteX0-29" fmla="*/ 547808 w 916108"/>
              <a:gd name="connsiteY0-30" fmla="*/ 1909394 h 1909394"/>
              <a:gd name="connsiteX1-31" fmla="*/ 212597 w 916108"/>
              <a:gd name="connsiteY1-32" fmla="*/ 1883994 h 1909394"/>
              <a:gd name="connsiteX2-33" fmla="*/ 211412 w 916108"/>
              <a:gd name="connsiteY2-34" fmla="*/ 1882408 h 1909394"/>
              <a:gd name="connsiteX3-35" fmla="*/ 0 w 916108"/>
              <a:gd name="connsiteY3-36" fmla="*/ 1190294 h 1909394"/>
              <a:gd name="connsiteX4-37" fmla="*/ 756045 w 916108"/>
              <a:gd name="connsiteY4-38" fmla="*/ 49686 h 1909394"/>
              <a:gd name="connsiteX5-39" fmla="*/ 916108 w 916108"/>
              <a:gd name="connsiteY5-40" fmla="*/ 0 h 1909394"/>
              <a:gd name="connsiteX6-41" fmla="*/ 916108 w 916108"/>
              <a:gd name="connsiteY6-42" fmla="*/ 1883994 h 1909394"/>
              <a:gd name="connsiteX0-43" fmla="*/ 547808 w 916108"/>
              <a:gd name="connsiteY0-44" fmla="*/ 1909394 h 1909394"/>
              <a:gd name="connsiteX1-45" fmla="*/ 212597 w 916108"/>
              <a:gd name="connsiteY1-46" fmla="*/ 1883994 h 1909394"/>
              <a:gd name="connsiteX2-47" fmla="*/ 211412 w 916108"/>
              <a:gd name="connsiteY2-48" fmla="*/ 1882408 h 1909394"/>
              <a:gd name="connsiteX3-49" fmla="*/ 0 w 916108"/>
              <a:gd name="connsiteY3-50" fmla="*/ 1190294 h 1909394"/>
              <a:gd name="connsiteX4-51" fmla="*/ 756045 w 916108"/>
              <a:gd name="connsiteY4-52" fmla="*/ 49686 h 1909394"/>
              <a:gd name="connsiteX5-53" fmla="*/ 916108 w 916108"/>
              <a:gd name="connsiteY5-54" fmla="*/ 0 h 1909394"/>
              <a:gd name="connsiteX0-55" fmla="*/ 212597 w 916108"/>
              <a:gd name="connsiteY0-56" fmla="*/ 1883994 h 1883994"/>
              <a:gd name="connsiteX1-57" fmla="*/ 211412 w 916108"/>
              <a:gd name="connsiteY1-58" fmla="*/ 1882408 h 1883994"/>
              <a:gd name="connsiteX2-59" fmla="*/ 0 w 916108"/>
              <a:gd name="connsiteY2-60" fmla="*/ 1190294 h 1883994"/>
              <a:gd name="connsiteX3-61" fmla="*/ 756045 w 916108"/>
              <a:gd name="connsiteY3-62" fmla="*/ 49686 h 1883994"/>
              <a:gd name="connsiteX4-63" fmla="*/ 916108 w 916108"/>
              <a:gd name="connsiteY4-64" fmla="*/ 0 h 188399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6108" h="1883994">
                <a:moveTo>
                  <a:pt x="212597" y="1883994"/>
                </a:moveTo>
                <a:lnTo>
                  <a:pt x="211412" y="1882408"/>
                </a:lnTo>
                <a:cubicBezTo>
                  <a:pt x="77937" y="1684840"/>
                  <a:pt x="0" y="1446669"/>
                  <a:pt x="0" y="1190294"/>
                </a:cubicBezTo>
                <a:cubicBezTo>
                  <a:pt x="0" y="677544"/>
                  <a:pt x="311749" y="237608"/>
                  <a:pt x="756045" y="49686"/>
                </a:cubicBezTo>
                <a:lnTo>
                  <a:pt x="916108" y="0"/>
                </a:lnTo>
              </a:path>
            </a:pathLst>
          </a:custGeom>
          <a:noFill/>
          <a:ln w="19050">
            <a:solidFill>
              <a:schemeClr val="accent1">
                <a:lumMod val="40000"/>
                <a:lumOff val="60000"/>
                <a:alpha val="42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9" name="椭圆 18"/>
          <p:cNvSpPr>
            <a:spLocks noChangeAspect="1"/>
          </p:cNvSpPr>
          <p:nvPr userDrawn="1">
            <p:custDataLst>
              <p:tags r:id="rId13"/>
            </p:custDataLst>
          </p:nvPr>
        </p:nvSpPr>
        <p:spPr>
          <a:xfrm rot="16200000">
            <a:off x="9597937" y="720000"/>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wrap="square">
            <a:normAutofit/>
          </a:bodyPr>
          <a:lstStyle/>
          <a:p>
            <a:r>
              <a:rPr lang="zh-CN" altLang="en-US" dirty="0"/>
              <a:t>单击此处编辑母版标题样式</a:t>
            </a:r>
          </a:p>
        </p:txBody>
      </p:sp>
      <p:sp>
        <p:nvSpPr>
          <p:cNvPr id="3" name="日期占位符 2"/>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t>2025/7/4</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t>‹#›</a:t>
            </a:fld>
            <a:endParaRPr lang="zh-CN" altLang="en-US"/>
          </a:p>
        </p:txBody>
      </p:sp>
      <p:sp>
        <p:nvSpPr>
          <p:cNvPr id="14" name="任意多边形: 形状 13"/>
          <p:cNvSpPr>
            <a:spLocks noChangeAspect="1"/>
          </p:cNvSpPr>
          <p:nvPr userDrawn="1">
            <p:custDataLst>
              <p:tags r:id="rId5"/>
            </p:custDataLst>
          </p:nvPr>
        </p:nvSpPr>
        <p:spPr>
          <a:xfrm rot="16200000">
            <a:off x="10844781" y="59657"/>
            <a:ext cx="649963" cy="2044477"/>
          </a:xfrm>
          <a:custGeom>
            <a:avLst/>
            <a:gdLst>
              <a:gd name="connsiteX0" fmla="*/ 1406877 w 1406877"/>
              <a:gd name="connsiteY0" fmla="*/ 947834 h 2044477"/>
              <a:gd name="connsiteX1" fmla="*/ 1406877 w 1406877"/>
              <a:gd name="connsiteY1" fmla="*/ 2034781 h 2044477"/>
              <a:gd name="connsiteX2" fmla="*/ 1402315 w 1406877"/>
              <a:gd name="connsiteY2" fmla="*/ 2044477 h 2044477"/>
              <a:gd name="connsiteX3" fmla="*/ 148584 w 1406877"/>
              <a:gd name="connsiteY3" fmla="*/ 2044477 h 2044477"/>
              <a:gd name="connsiteX4" fmla="*/ 118571 w 1406877"/>
              <a:gd name="connsiteY4" fmla="*/ 1979996 h 2044477"/>
              <a:gd name="connsiteX5" fmla="*/ 11855 w 1406877"/>
              <a:gd name="connsiteY5" fmla="*/ 1552698 h 2044477"/>
              <a:gd name="connsiteX6" fmla="*/ 649963 w 1406877"/>
              <a:gd name="connsiteY6" fmla="*/ 0 h 2044477"/>
              <a:gd name="connsiteX0-1" fmla="*/ 1406877 w 1406877"/>
              <a:gd name="connsiteY0-2" fmla="*/ 947834 h 2044477"/>
              <a:gd name="connsiteX1-3" fmla="*/ 1406877 w 1406877"/>
              <a:gd name="connsiteY1-4" fmla="*/ 2034781 h 2044477"/>
              <a:gd name="connsiteX2-5" fmla="*/ 1402315 w 1406877"/>
              <a:gd name="connsiteY2-6" fmla="*/ 2044477 h 2044477"/>
              <a:gd name="connsiteX3-7" fmla="*/ 390877 w 1406877"/>
              <a:gd name="connsiteY3-8" fmla="*/ 2044476 h 2044477"/>
              <a:gd name="connsiteX4-9" fmla="*/ 148584 w 1406877"/>
              <a:gd name="connsiteY4-10" fmla="*/ 2044477 h 2044477"/>
              <a:gd name="connsiteX5-11" fmla="*/ 118571 w 1406877"/>
              <a:gd name="connsiteY5-12" fmla="*/ 1979996 h 2044477"/>
              <a:gd name="connsiteX6-13" fmla="*/ 11855 w 1406877"/>
              <a:gd name="connsiteY6-14" fmla="*/ 1552698 h 2044477"/>
              <a:gd name="connsiteX7" fmla="*/ 649963 w 1406877"/>
              <a:gd name="connsiteY7" fmla="*/ 0 h 2044477"/>
              <a:gd name="connsiteX8" fmla="*/ 1406877 w 1406877"/>
              <a:gd name="connsiteY8" fmla="*/ 947834 h 2044477"/>
              <a:gd name="connsiteX0-15" fmla="*/ 390877 w 1406877"/>
              <a:gd name="connsiteY0-16" fmla="*/ 2044476 h 2135916"/>
              <a:gd name="connsiteX1-17" fmla="*/ 148584 w 1406877"/>
              <a:gd name="connsiteY1-18" fmla="*/ 2044477 h 2135916"/>
              <a:gd name="connsiteX2-19" fmla="*/ 118571 w 1406877"/>
              <a:gd name="connsiteY2-20" fmla="*/ 1979996 h 2135916"/>
              <a:gd name="connsiteX3-21" fmla="*/ 11855 w 1406877"/>
              <a:gd name="connsiteY3-22" fmla="*/ 1552698 h 2135916"/>
              <a:gd name="connsiteX4-23" fmla="*/ 649963 w 1406877"/>
              <a:gd name="connsiteY4-24" fmla="*/ 0 h 2135916"/>
              <a:gd name="connsiteX5-25" fmla="*/ 1406877 w 1406877"/>
              <a:gd name="connsiteY5-26" fmla="*/ 947834 h 2135916"/>
              <a:gd name="connsiteX6-27" fmla="*/ 1406877 w 1406877"/>
              <a:gd name="connsiteY6-28" fmla="*/ 2034781 h 2135916"/>
              <a:gd name="connsiteX7-29" fmla="*/ 1402315 w 1406877"/>
              <a:gd name="connsiteY7-30" fmla="*/ 2044477 h 2135916"/>
              <a:gd name="connsiteX8-31" fmla="*/ 482317 w 1406877"/>
              <a:gd name="connsiteY8-32" fmla="*/ 2135916 h 2135916"/>
              <a:gd name="connsiteX0-33" fmla="*/ 390877 w 1406877"/>
              <a:gd name="connsiteY0-34" fmla="*/ 2044476 h 2044477"/>
              <a:gd name="connsiteX1-35" fmla="*/ 148584 w 1406877"/>
              <a:gd name="connsiteY1-36" fmla="*/ 2044477 h 2044477"/>
              <a:gd name="connsiteX2-37" fmla="*/ 118571 w 1406877"/>
              <a:gd name="connsiteY2-38" fmla="*/ 1979996 h 2044477"/>
              <a:gd name="connsiteX3-39" fmla="*/ 11855 w 1406877"/>
              <a:gd name="connsiteY3-40" fmla="*/ 1552698 h 2044477"/>
              <a:gd name="connsiteX4-41" fmla="*/ 649963 w 1406877"/>
              <a:gd name="connsiteY4-42" fmla="*/ 0 h 2044477"/>
              <a:gd name="connsiteX5-43" fmla="*/ 1406877 w 1406877"/>
              <a:gd name="connsiteY5-44" fmla="*/ 947834 h 2044477"/>
              <a:gd name="connsiteX6-45" fmla="*/ 1406877 w 1406877"/>
              <a:gd name="connsiteY6-46" fmla="*/ 2034781 h 2044477"/>
              <a:gd name="connsiteX7-47" fmla="*/ 1402315 w 1406877"/>
              <a:gd name="connsiteY7-48" fmla="*/ 2044477 h 2044477"/>
              <a:gd name="connsiteX0-49" fmla="*/ 148584 w 1406877"/>
              <a:gd name="connsiteY0-50" fmla="*/ 2044477 h 2044477"/>
              <a:gd name="connsiteX1-51" fmla="*/ 118571 w 1406877"/>
              <a:gd name="connsiteY1-52" fmla="*/ 1979996 h 2044477"/>
              <a:gd name="connsiteX2-53" fmla="*/ 11855 w 1406877"/>
              <a:gd name="connsiteY2-54" fmla="*/ 1552698 h 2044477"/>
              <a:gd name="connsiteX3-55" fmla="*/ 649963 w 1406877"/>
              <a:gd name="connsiteY3-56" fmla="*/ 0 h 2044477"/>
              <a:gd name="connsiteX4-57" fmla="*/ 1406877 w 1406877"/>
              <a:gd name="connsiteY4-58" fmla="*/ 947834 h 2044477"/>
              <a:gd name="connsiteX5-59" fmla="*/ 1406877 w 1406877"/>
              <a:gd name="connsiteY5-60" fmla="*/ 2034781 h 2044477"/>
              <a:gd name="connsiteX6-61" fmla="*/ 1402315 w 1406877"/>
              <a:gd name="connsiteY6-62" fmla="*/ 2044477 h 2044477"/>
              <a:gd name="connsiteX0-63" fmla="*/ 148584 w 1406877"/>
              <a:gd name="connsiteY0-64" fmla="*/ 2044477 h 2044477"/>
              <a:gd name="connsiteX1-65" fmla="*/ 118571 w 1406877"/>
              <a:gd name="connsiteY1-66" fmla="*/ 1979996 h 2044477"/>
              <a:gd name="connsiteX2-67" fmla="*/ 11855 w 1406877"/>
              <a:gd name="connsiteY2-68" fmla="*/ 1552698 h 2044477"/>
              <a:gd name="connsiteX3-69" fmla="*/ 649963 w 1406877"/>
              <a:gd name="connsiteY3-70" fmla="*/ 0 h 2044477"/>
              <a:gd name="connsiteX4-71" fmla="*/ 1406877 w 1406877"/>
              <a:gd name="connsiteY4-72" fmla="*/ 947834 h 2044477"/>
              <a:gd name="connsiteX5-73" fmla="*/ 1406877 w 1406877"/>
              <a:gd name="connsiteY5-74" fmla="*/ 2034781 h 2044477"/>
              <a:gd name="connsiteX0-75" fmla="*/ 148584 w 1406877"/>
              <a:gd name="connsiteY0-76" fmla="*/ 2044477 h 2044477"/>
              <a:gd name="connsiteX1-77" fmla="*/ 118571 w 1406877"/>
              <a:gd name="connsiteY1-78" fmla="*/ 1979996 h 2044477"/>
              <a:gd name="connsiteX2-79" fmla="*/ 11855 w 1406877"/>
              <a:gd name="connsiteY2-80" fmla="*/ 1552698 h 2044477"/>
              <a:gd name="connsiteX3-81" fmla="*/ 649963 w 1406877"/>
              <a:gd name="connsiteY3-82" fmla="*/ 0 h 2044477"/>
              <a:gd name="connsiteX4-83" fmla="*/ 1406877 w 1406877"/>
              <a:gd name="connsiteY4-84" fmla="*/ 2034781 h 2044477"/>
              <a:gd name="connsiteX0-85" fmla="*/ 148584 w 649963"/>
              <a:gd name="connsiteY0-86" fmla="*/ 2044477 h 2044477"/>
              <a:gd name="connsiteX1-87" fmla="*/ 118571 w 649963"/>
              <a:gd name="connsiteY1-88" fmla="*/ 1979996 h 2044477"/>
              <a:gd name="connsiteX2-89" fmla="*/ 11855 w 649963"/>
              <a:gd name="connsiteY2-90" fmla="*/ 1552698 h 2044477"/>
              <a:gd name="connsiteX3-91" fmla="*/ 649963 w 649963"/>
              <a:gd name="connsiteY3-92" fmla="*/ 0 h 2044477"/>
            </a:gdLst>
            <a:ahLst/>
            <a:cxnLst>
              <a:cxn ang="0">
                <a:pos x="connsiteX0-1" y="connsiteY0-2"/>
              </a:cxn>
              <a:cxn ang="0">
                <a:pos x="connsiteX1-3" y="connsiteY1-4"/>
              </a:cxn>
              <a:cxn ang="0">
                <a:pos x="connsiteX2-5" y="connsiteY2-6"/>
              </a:cxn>
              <a:cxn ang="0">
                <a:pos x="connsiteX3-7" y="connsiteY3-8"/>
              </a:cxn>
            </a:cxnLst>
            <a:rect l="l" t="t" r="r" b="b"/>
            <a:pathLst>
              <a:path w="649963" h="2044477">
                <a:moveTo>
                  <a:pt x="148584" y="2044477"/>
                </a:moveTo>
                <a:lnTo>
                  <a:pt x="118571" y="1979996"/>
                </a:lnTo>
                <a:cubicBezTo>
                  <a:pt x="65551" y="1844343"/>
                  <a:pt x="29293" y="1700958"/>
                  <a:pt x="11855" y="1552698"/>
                </a:cubicBezTo>
                <a:cubicBezTo>
                  <a:pt x="-57895" y="959659"/>
                  <a:pt x="183361" y="372616"/>
                  <a:pt x="649963" y="0"/>
                </a:cubicBez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5" name="任意多边形: 形状 14"/>
          <p:cNvSpPr>
            <a:spLocks noChangeAspect="1"/>
          </p:cNvSpPr>
          <p:nvPr userDrawn="1">
            <p:custDataLst>
              <p:tags r:id="rId6"/>
            </p:custDataLst>
          </p:nvPr>
        </p:nvSpPr>
        <p:spPr>
          <a:xfrm rot="16200000">
            <a:off x="9243622" y="127619"/>
            <a:ext cx="1736864" cy="1481625"/>
          </a:xfrm>
          <a:custGeom>
            <a:avLst/>
            <a:gdLst>
              <a:gd name="connsiteX0" fmla="*/ 1736864 w 4216134"/>
              <a:gd name="connsiteY0" fmla="*/ 0 h 2483593"/>
              <a:gd name="connsiteX1" fmla="*/ 1736864 w 4216134"/>
              <a:gd name="connsiteY1" fmla="*/ 2483593 h 2483593"/>
              <a:gd name="connsiteX2" fmla="*/ 0 w 4216134"/>
              <a:gd name="connsiteY2" fmla="*/ 1481625 h 2483593"/>
              <a:gd name="connsiteX3" fmla="*/ 1576110 w 4216134"/>
              <a:gd name="connsiteY3" fmla="*/ 24177 h 2483593"/>
              <a:gd name="connsiteX4" fmla="*/ 4216134 w 4216134"/>
              <a:gd name="connsiteY4" fmla="*/ 2124236 h 2483593"/>
              <a:gd name="connsiteX5" fmla="*/ 4216093 w 4216134"/>
              <a:gd name="connsiteY5" fmla="*/ 2125372 h 2483593"/>
              <a:gd name="connsiteX6" fmla="*/ 4216093 w 4216134"/>
              <a:gd name="connsiteY6" fmla="*/ 2123168 h 2483593"/>
              <a:gd name="connsiteX0-1" fmla="*/ 1736864 w 4216134"/>
              <a:gd name="connsiteY0-2" fmla="*/ 0 h 2483593"/>
              <a:gd name="connsiteX1-3" fmla="*/ 1736864 w 4216134"/>
              <a:gd name="connsiteY1-4" fmla="*/ 2483593 h 2483593"/>
              <a:gd name="connsiteX2-5" fmla="*/ 885963 w 4216134"/>
              <a:gd name="connsiteY2-6" fmla="*/ 2007958 h 2483593"/>
              <a:gd name="connsiteX3-7" fmla="*/ 0 w 4216134"/>
              <a:gd name="connsiteY3-8" fmla="*/ 1481625 h 2483593"/>
              <a:gd name="connsiteX4-9" fmla="*/ 1576110 w 4216134"/>
              <a:gd name="connsiteY4-10" fmla="*/ 24177 h 2483593"/>
              <a:gd name="connsiteX5-11" fmla="*/ 1736864 w 4216134"/>
              <a:gd name="connsiteY5-12" fmla="*/ 0 h 2483593"/>
              <a:gd name="connsiteX6-13" fmla="*/ 4216134 w 4216134"/>
              <a:gd name="connsiteY6-14" fmla="*/ 2124236 h 2483593"/>
              <a:gd name="connsiteX7" fmla="*/ 4216093 w 4216134"/>
              <a:gd name="connsiteY7" fmla="*/ 2125372 h 2483593"/>
              <a:gd name="connsiteX8" fmla="*/ 4216093 w 4216134"/>
              <a:gd name="connsiteY8" fmla="*/ 2123168 h 2483593"/>
              <a:gd name="connsiteX9" fmla="*/ 4216134 w 4216134"/>
              <a:gd name="connsiteY9" fmla="*/ 2124236 h 2483593"/>
              <a:gd name="connsiteX0-15" fmla="*/ 885963 w 4216134"/>
              <a:gd name="connsiteY0-16" fmla="*/ 2007958 h 2483593"/>
              <a:gd name="connsiteX1-17" fmla="*/ 0 w 4216134"/>
              <a:gd name="connsiteY1-18" fmla="*/ 1481625 h 2483593"/>
              <a:gd name="connsiteX2-19" fmla="*/ 1576110 w 4216134"/>
              <a:gd name="connsiteY2-20" fmla="*/ 24177 h 2483593"/>
              <a:gd name="connsiteX3-21" fmla="*/ 1736864 w 4216134"/>
              <a:gd name="connsiteY3-22" fmla="*/ 0 h 2483593"/>
              <a:gd name="connsiteX4-23" fmla="*/ 4216134 w 4216134"/>
              <a:gd name="connsiteY4-24" fmla="*/ 2124236 h 2483593"/>
              <a:gd name="connsiteX5-25" fmla="*/ 4216093 w 4216134"/>
              <a:gd name="connsiteY5-26" fmla="*/ 2125372 h 2483593"/>
              <a:gd name="connsiteX6-27" fmla="*/ 4216093 w 4216134"/>
              <a:gd name="connsiteY6-28" fmla="*/ 2123168 h 2483593"/>
              <a:gd name="connsiteX7-29" fmla="*/ 4216134 w 4216134"/>
              <a:gd name="connsiteY7-30" fmla="*/ 2124236 h 2483593"/>
              <a:gd name="connsiteX8-31" fmla="*/ 1736864 w 4216134"/>
              <a:gd name="connsiteY8-32" fmla="*/ 2483593 h 2483593"/>
              <a:gd name="connsiteX9-33" fmla="*/ 977403 w 4216134"/>
              <a:gd name="connsiteY9-34" fmla="*/ 2099398 h 2483593"/>
              <a:gd name="connsiteX0-35" fmla="*/ 885963 w 4216134"/>
              <a:gd name="connsiteY0-36" fmla="*/ 2007958 h 2483593"/>
              <a:gd name="connsiteX1-37" fmla="*/ 0 w 4216134"/>
              <a:gd name="connsiteY1-38" fmla="*/ 1481625 h 2483593"/>
              <a:gd name="connsiteX2-39" fmla="*/ 1576110 w 4216134"/>
              <a:gd name="connsiteY2-40" fmla="*/ 24177 h 2483593"/>
              <a:gd name="connsiteX3-41" fmla="*/ 1736864 w 4216134"/>
              <a:gd name="connsiteY3-42" fmla="*/ 0 h 2483593"/>
              <a:gd name="connsiteX4-43" fmla="*/ 885963 w 4216134"/>
              <a:gd name="connsiteY4-44" fmla="*/ 2007958 h 2483593"/>
              <a:gd name="connsiteX5-45" fmla="*/ 4216134 w 4216134"/>
              <a:gd name="connsiteY5-46" fmla="*/ 2124236 h 2483593"/>
              <a:gd name="connsiteX6-47" fmla="*/ 4216093 w 4216134"/>
              <a:gd name="connsiteY6-48" fmla="*/ 2125372 h 2483593"/>
              <a:gd name="connsiteX7-49" fmla="*/ 4216093 w 4216134"/>
              <a:gd name="connsiteY7-50" fmla="*/ 2123168 h 2483593"/>
              <a:gd name="connsiteX8-51" fmla="*/ 4216134 w 4216134"/>
              <a:gd name="connsiteY8-52" fmla="*/ 2124236 h 2483593"/>
              <a:gd name="connsiteX9-53" fmla="*/ 1736864 w 4216134"/>
              <a:gd name="connsiteY9-54" fmla="*/ 2483593 h 2483593"/>
              <a:gd name="connsiteX0-55" fmla="*/ 885963 w 4216134"/>
              <a:gd name="connsiteY0-56" fmla="*/ 2007958 h 2125372"/>
              <a:gd name="connsiteX1-57" fmla="*/ 0 w 4216134"/>
              <a:gd name="connsiteY1-58" fmla="*/ 1481625 h 2125372"/>
              <a:gd name="connsiteX2-59" fmla="*/ 1576110 w 4216134"/>
              <a:gd name="connsiteY2-60" fmla="*/ 24177 h 2125372"/>
              <a:gd name="connsiteX3-61" fmla="*/ 1736864 w 4216134"/>
              <a:gd name="connsiteY3-62" fmla="*/ 0 h 2125372"/>
              <a:gd name="connsiteX4-63" fmla="*/ 885963 w 4216134"/>
              <a:gd name="connsiteY4-64" fmla="*/ 2007958 h 2125372"/>
              <a:gd name="connsiteX5-65" fmla="*/ 4216134 w 4216134"/>
              <a:gd name="connsiteY5-66" fmla="*/ 2124236 h 2125372"/>
              <a:gd name="connsiteX6-67" fmla="*/ 4216093 w 4216134"/>
              <a:gd name="connsiteY6-68" fmla="*/ 2125372 h 2125372"/>
              <a:gd name="connsiteX7-69" fmla="*/ 4216093 w 4216134"/>
              <a:gd name="connsiteY7-70" fmla="*/ 2123168 h 2125372"/>
              <a:gd name="connsiteX8-71" fmla="*/ 4216134 w 4216134"/>
              <a:gd name="connsiteY8-72" fmla="*/ 2124236 h 2125372"/>
              <a:gd name="connsiteX0-73" fmla="*/ 885963 w 4216134"/>
              <a:gd name="connsiteY0-74" fmla="*/ 2007958 h 2125372"/>
              <a:gd name="connsiteX1-75" fmla="*/ 0 w 4216134"/>
              <a:gd name="connsiteY1-76" fmla="*/ 1481625 h 2125372"/>
              <a:gd name="connsiteX2-77" fmla="*/ 1576110 w 4216134"/>
              <a:gd name="connsiteY2-78" fmla="*/ 24177 h 2125372"/>
              <a:gd name="connsiteX3-79" fmla="*/ 1736864 w 4216134"/>
              <a:gd name="connsiteY3-80" fmla="*/ 0 h 2125372"/>
              <a:gd name="connsiteX4-81" fmla="*/ 885963 w 4216134"/>
              <a:gd name="connsiteY4-82" fmla="*/ 2007958 h 2125372"/>
              <a:gd name="connsiteX5-83" fmla="*/ 4216134 w 4216134"/>
              <a:gd name="connsiteY5-84" fmla="*/ 2124236 h 2125372"/>
              <a:gd name="connsiteX6-85" fmla="*/ 4216093 w 4216134"/>
              <a:gd name="connsiteY6-86" fmla="*/ 2125372 h 2125372"/>
              <a:gd name="connsiteX7-87" fmla="*/ 4216093 w 4216134"/>
              <a:gd name="connsiteY7-88" fmla="*/ 2123168 h 2125372"/>
              <a:gd name="connsiteX0-89" fmla="*/ 885963 w 4216134"/>
              <a:gd name="connsiteY0-90" fmla="*/ 2007958 h 2125372"/>
              <a:gd name="connsiteX1-91" fmla="*/ 0 w 4216134"/>
              <a:gd name="connsiteY1-92" fmla="*/ 1481625 h 2125372"/>
              <a:gd name="connsiteX2-93" fmla="*/ 1576110 w 4216134"/>
              <a:gd name="connsiteY2-94" fmla="*/ 24177 h 2125372"/>
              <a:gd name="connsiteX3-95" fmla="*/ 1736864 w 4216134"/>
              <a:gd name="connsiteY3-96" fmla="*/ 0 h 2125372"/>
              <a:gd name="connsiteX4-97" fmla="*/ 885963 w 4216134"/>
              <a:gd name="connsiteY4-98" fmla="*/ 2007958 h 2125372"/>
              <a:gd name="connsiteX5-99" fmla="*/ 4216134 w 4216134"/>
              <a:gd name="connsiteY5-100" fmla="*/ 2124236 h 2125372"/>
              <a:gd name="connsiteX6-101" fmla="*/ 4216093 w 4216134"/>
              <a:gd name="connsiteY6-102" fmla="*/ 2125372 h 2125372"/>
              <a:gd name="connsiteX0-103" fmla="*/ 885963 w 1736864"/>
              <a:gd name="connsiteY0-104" fmla="*/ 2007958 h 2007958"/>
              <a:gd name="connsiteX1-105" fmla="*/ 0 w 1736864"/>
              <a:gd name="connsiteY1-106" fmla="*/ 1481625 h 2007958"/>
              <a:gd name="connsiteX2-107" fmla="*/ 1576110 w 1736864"/>
              <a:gd name="connsiteY2-108" fmla="*/ 24177 h 2007958"/>
              <a:gd name="connsiteX3-109" fmla="*/ 1736864 w 1736864"/>
              <a:gd name="connsiteY3-110" fmla="*/ 0 h 2007958"/>
              <a:gd name="connsiteX4-111" fmla="*/ 885963 w 1736864"/>
              <a:gd name="connsiteY4-112" fmla="*/ 2007958 h 2007958"/>
              <a:gd name="connsiteX0-113" fmla="*/ 0 w 1736864"/>
              <a:gd name="connsiteY0-114" fmla="*/ 1481625 h 2099398"/>
              <a:gd name="connsiteX1-115" fmla="*/ 1576110 w 1736864"/>
              <a:gd name="connsiteY1-116" fmla="*/ 24177 h 2099398"/>
              <a:gd name="connsiteX2-117" fmla="*/ 1736864 w 1736864"/>
              <a:gd name="connsiteY2-118" fmla="*/ 0 h 2099398"/>
              <a:gd name="connsiteX3-119" fmla="*/ 977403 w 1736864"/>
              <a:gd name="connsiteY3-120" fmla="*/ 2099398 h 2099398"/>
              <a:gd name="connsiteX0-121" fmla="*/ 0 w 1736864"/>
              <a:gd name="connsiteY0-122" fmla="*/ 1481625 h 1481625"/>
              <a:gd name="connsiteX1-123" fmla="*/ 1576110 w 1736864"/>
              <a:gd name="connsiteY1-124" fmla="*/ 24177 h 1481625"/>
              <a:gd name="connsiteX2-125" fmla="*/ 1736864 w 1736864"/>
              <a:gd name="connsiteY2-126" fmla="*/ 0 h 1481625"/>
            </a:gdLst>
            <a:ahLst/>
            <a:cxnLst>
              <a:cxn ang="0">
                <a:pos x="connsiteX0-1" y="connsiteY0-2"/>
              </a:cxn>
              <a:cxn ang="0">
                <a:pos x="connsiteX1-3" y="connsiteY1-4"/>
              </a:cxn>
              <a:cxn ang="0">
                <a:pos x="connsiteX2-5" y="connsiteY2-6"/>
              </a:cxn>
            </a:cxnLst>
            <a:rect l="l" t="t" r="r" b="b"/>
            <a:pathLst>
              <a:path w="1736864" h="1481625">
                <a:moveTo>
                  <a:pt x="0" y="1481625"/>
                </a:moveTo>
                <a:cubicBezTo>
                  <a:pt x="231589" y="742961"/>
                  <a:pt x="837233" y="193516"/>
                  <a:pt x="1576110" y="24177"/>
                </a:cubicBezTo>
                <a:lnTo>
                  <a:pt x="1736864" y="0"/>
                </a:ln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6" name="椭圆 15"/>
          <p:cNvSpPr>
            <a:spLocks noChangeAspect="1"/>
          </p:cNvSpPr>
          <p:nvPr userDrawn="1">
            <p:custDataLst>
              <p:tags r:id="rId7"/>
            </p:custDataLst>
          </p:nvPr>
        </p:nvSpPr>
        <p:spPr>
          <a:xfrm rot="16200000">
            <a:off x="11716140" y="1332452"/>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7" name="任意多边形: 形状 16"/>
          <p:cNvSpPr>
            <a:spLocks noChangeAspect="1"/>
          </p:cNvSpPr>
          <p:nvPr userDrawn="1">
            <p:custDataLst>
              <p:tags r:id="rId8"/>
            </p:custDataLst>
          </p:nvPr>
        </p:nvSpPr>
        <p:spPr>
          <a:xfrm rot="16200000">
            <a:off x="10791949" y="-470608"/>
            <a:ext cx="916108" cy="1883994"/>
          </a:xfrm>
          <a:custGeom>
            <a:avLst/>
            <a:gdLst>
              <a:gd name="connsiteX0" fmla="*/ 916108 w 916108"/>
              <a:gd name="connsiteY0" fmla="*/ 0 h 1883994"/>
              <a:gd name="connsiteX1" fmla="*/ 916108 w 916108"/>
              <a:gd name="connsiteY1" fmla="*/ 1883994 h 1883994"/>
              <a:gd name="connsiteX2" fmla="*/ 212597 w 916108"/>
              <a:gd name="connsiteY2" fmla="*/ 1883994 h 1883994"/>
              <a:gd name="connsiteX3" fmla="*/ 211412 w 916108"/>
              <a:gd name="connsiteY3" fmla="*/ 1882408 h 1883994"/>
              <a:gd name="connsiteX4" fmla="*/ 0 w 916108"/>
              <a:gd name="connsiteY4" fmla="*/ 1190294 h 1883994"/>
              <a:gd name="connsiteX5" fmla="*/ 756045 w 916108"/>
              <a:gd name="connsiteY5" fmla="*/ 49686 h 1883994"/>
              <a:gd name="connsiteX0-1" fmla="*/ 916108 w 916108"/>
              <a:gd name="connsiteY0-2" fmla="*/ 0 h 1909394"/>
              <a:gd name="connsiteX1-3" fmla="*/ 916108 w 916108"/>
              <a:gd name="connsiteY1-4" fmla="*/ 1883994 h 1909394"/>
              <a:gd name="connsiteX2-5" fmla="*/ 547808 w 916108"/>
              <a:gd name="connsiteY2-6" fmla="*/ 1909394 h 1909394"/>
              <a:gd name="connsiteX3-7" fmla="*/ 212597 w 916108"/>
              <a:gd name="connsiteY3-8" fmla="*/ 1883994 h 1909394"/>
              <a:gd name="connsiteX4-9" fmla="*/ 211412 w 916108"/>
              <a:gd name="connsiteY4-10" fmla="*/ 1882408 h 1909394"/>
              <a:gd name="connsiteX5-11" fmla="*/ 0 w 916108"/>
              <a:gd name="connsiteY5-12" fmla="*/ 1190294 h 1909394"/>
              <a:gd name="connsiteX6" fmla="*/ 756045 w 916108"/>
              <a:gd name="connsiteY6" fmla="*/ 49686 h 1909394"/>
              <a:gd name="connsiteX7" fmla="*/ 916108 w 916108"/>
              <a:gd name="connsiteY7" fmla="*/ 0 h 1909394"/>
              <a:gd name="connsiteX0-13" fmla="*/ 547808 w 916108"/>
              <a:gd name="connsiteY0-14" fmla="*/ 1909394 h 2000834"/>
              <a:gd name="connsiteX1-15" fmla="*/ 212597 w 916108"/>
              <a:gd name="connsiteY1-16" fmla="*/ 1883994 h 2000834"/>
              <a:gd name="connsiteX2-17" fmla="*/ 211412 w 916108"/>
              <a:gd name="connsiteY2-18" fmla="*/ 1882408 h 2000834"/>
              <a:gd name="connsiteX3-19" fmla="*/ 0 w 916108"/>
              <a:gd name="connsiteY3-20" fmla="*/ 1190294 h 2000834"/>
              <a:gd name="connsiteX4-21" fmla="*/ 756045 w 916108"/>
              <a:gd name="connsiteY4-22" fmla="*/ 49686 h 2000834"/>
              <a:gd name="connsiteX5-23" fmla="*/ 916108 w 916108"/>
              <a:gd name="connsiteY5-24" fmla="*/ 0 h 2000834"/>
              <a:gd name="connsiteX6-25" fmla="*/ 916108 w 916108"/>
              <a:gd name="connsiteY6-26" fmla="*/ 1883994 h 2000834"/>
              <a:gd name="connsiteX7-27" fmla="*/ 639248 w 916108"/>
              <a:gd name="connsiteY7-28" fmla="*/ 2000834 h 2000834"/>
              <a:gd name="connsiteX0-29" fmla="*/ 547808 w 916108"/>
              <a:gd name="connsiteY0-30" fmla="*/ 1909394 h 1909394"/>
              <a:gd name="connsiteX1-31" fmla="*/ 212597 w 916108"/>
              <a:gd name="connsiteY1-32" fmla="*/ 1883994 h 1909394"/>
              <a:gd name="connsiteX2-33" fmla="*/ 211412 w 916108"/>
              <a:gd name="connsiteY2-34" fmla="*/ 1882408 h 1909394"/>
              <a:gd name="connsiteX3-35" fmla="*/ 0 w 916108"/>
              <a:gd name="connsiteY3-36" fmla="*/ 1190294 h 1909394"/>
              <a:gd name="connsiteX4-37" fmla="*/ 756045 w 916108"/>
              <a:gd name="connsiteY4-38" fmla="*/ 49686 h 1909394"/>
              <a:gd name="connsiteX5-39" fmla="*/ 916108 w 916108"/>
              <a:gd name="connsiteY5-40" fmla="*/ 0 h 1909394"/>
              <a:gd name="connsiteX6-41" fmla="*/ 916108 w 916108"/>
              <a:gd name="connsiteY6-42" fmla="*/ 1883994 h 1909394"/>
              <a:gd name="connsiteX0-43" fmla="*/ 547808 w 916108"/>
              <a:gd name="connsiteY0-44" fmla="*/ 1909394 h 1909394"/>
              <a:gd name="connsiteX1-45" fmla="*/ 212597 w 916108"/>
              <a:gd name="connsiteY1-46" fmla="*/ 1883994 h 1909394"/>
              <a:gd name="connsiteX2-47" fmla="*/ 211412 w 916108"/>
              <a:gd name="connsiteY2-48" fmla="*/ 1882408 h 1909394"/>
              <a:gd name="connsiteX3-49" fmla="*/ 0 w 916108"/>
              <a:gd name="connsiteY3-50" fmla="*/ 1190294 h 1909394"/>
              <a:gd name="connsiteX4-51" fmla="*/ 756045 w 916108"/>
              <a:gd name="connsiteY4-52" fmla="*/ 49686 h 1909394"/>
              <a:gd name="connsiteX5-53" fmla="*/ 916108 w 916108"/>
              <a:gd name="connsiteY5-54" fmla="*/ 0 h 1909394"/>
              <a:gd name="connsiteX0-55" fmla="*/ 212597 w 916108"/>
              <a:gd name="connsiteY0-56" fmla="*/ 1883994 h 1883994"/>
              <a:gd name="connsiteX1-57" fmla="*/ 211412 w 916108"/>
              <a:gd name="connsiteY1-58" fmla="*/ 1882408 h 1883994"/>
              <a:gd name="connsiteX2-59" fmla="*/ 0 w 916108"/>
              <a:gd name="connsiteY2-60" fmla="*/ 1190294 h 1883994"/>
              <a:gd name="connsiteX3-61" fmla="*/ 756045 w 916108"/>
              <a:gd name="connsiteY3-62" fmla="*/ 49686 h 1883994"/>
              <a:gd name="connsiteX4-63" fmla="*/ 916108 w 916108"/>
              <a:gd name="connsiteY4-64" fmla="*/ 0 h 188399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6108" h="1883994">
                <a:moveTo>
                  <a:pt x="212597" y="1883994"/>
                </a:moveTo>
                <a:lnTo>
                  <a:pt x="211412" y="1882408"/>
                </a:lnTo>
                <a:cubicBezTo>
                  <a:pt x="77937" y="1684840"/>
                  <a:pt x="0" y="1446669"/>
                  <a:pt x="0" y="1190294"/>
                </a:cubicBezTo>
                <a:cubicBezTo>
                  <a:pt x="0" y="677544"/>
                  <a:pt x="311749" y="237608"/>
                  <a:pt x="756045" y="49686"/>
                </a:cubicBezTo>
                <a:lnTo>
                  <a:pt x="916108" y="0"/>
                </a:lnTo>
              </a:path>
            </a:pathLst>
          </a:custGeom>
          <a:noFill/>
          <a:ln w="19050">
            <a:solidFill>
              <a:schemeClr val="accent1">
                <a:lumMod val="40000"/>
                <a:lumOff val="60000"/>
                <a:alpha val="42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8" name="椭圆 17"/>
          <p:cNvSpPr>
            <a:spLocks noChangeAspect="1"/>
          </p:cNvSpPr>
          <p:nvPr userDrawn="1">
            <p:custDataLst>
              <p:tags r:id="rId9"/>
            </p:custDataLst>
          </p:nvPr>
        </p:nvSpPr>
        <p:spPr>
          <a:xfrm rot="16200000">
            <a:off x="9597937" y="720000"/>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2025/7/4</a:t>
            </a:fld>
            <a:endParaRPr lang="zh-CN" altLang="en-US" dirty="0"/>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8" name="任意多边形: 形状 17"/>
          <p:cNvSpPr>
            <a:spLocks noChangeAspect="1"/>
          </p:cNvSpPr>
          <p:nvPr userDrawn="1">
            <p:custDataLst>
              <p:tags r:id="rId4"/>
            </p:custDataLst>
          </p:nvPr>
        </p:nvSpPr>
        <p:spPr>
          <a:xfrm rot="16200000">
            <a:off x="10844781" y="59657"/>
            <a:ext cx="649963" cy="2044477"/>
          </a:xfrm>
          <a:custGeom>
            <a:avLst/>
            <a:gdLst>
              <a:gd name="connsiteX0" fmla="*/ 1406877 w 1406877"/>
              <a:gd name="connsiteY0" fmla="*/ 947834 h 2044477"/>
              <a:gd name="connsiteX1" fmla="*/ 1406877 w 1406877"/>
              <a:gd name="connsiteY1" fmla="*/ 2034781 h 2044477"/>
              <a:gd name="connsiteX2" fmla="*/ 1402315 w 1406877"/>
              <a:gd name="connsiteY2" fmla="*/ 2044477 h 2044477"/>
              <a:gd name="connsiteX3" fmla="*/ 148584 w 1406877"/>
              <a:gd name="connsiteY3" fmla="*/ 2044477 h 2044477"/>
              <a:gd name="connsiteX4" fmla="*/ 118571 w 1406877"/>
              <a:gd name="connsiteY4" fmla="*/ 1979996 h 2044477"/>
              <a:gd name="connsiteX5" fmla="*/ 11855 w 1406877"/>
              <a:gd name="connsiteY5" fmla="*/ 1552698 h 2044477"/>
              <a:gd name="connsiteX6" fmla="*/ 649963 w 1406877"/>
              <a:gd name="connsiteY6" fmla="*/ 0 h 2044477"/>
              <a:gd name="connsiteX0-1" fmla="*/ 1406877 w 1406877"/>
              <a:gd name="connsiteY0-2" fmla="*/ 947834 h 2044477"/>
              <a:gd name="connsiteX1-3" fmla="*/ 1406877 w 1406877"/>
              <a:gd name="connsiteY1-4" fmla="*/ 2034781 h 2044477"/>
              <a:gd name="connsiteX2-5" fmla="*/ 1402315 w 1406877"/>
              <a:gd name="connsiteY2-6" fmla="*/ 2044477 h 2044477"/>
              <a:gd name="connsiteX3-7" fmla="*/ 390877 w 1406877"/>
              <a:gd name="connsiteY3-8" fmla="*/ 2044476 h 2044477"/>
              <a:gd name="connsiteX4-9" fmla="*/ 148584 w 1406877"/>
              <a:gd name="connsiteY4-10" fmla="*/ 2044477 h 2044477"/>
              <a:gd name="connsiteX5-11" fmla="*/ 118571 w 1406877"/>
              <a:gd name="connsiteY5-12" fmla="*/ 1979996 h 2044477"/>
              <a:gd name="connsiteX6-13" fmla="*/ 11855 w 1406877"/>
              <a:gd name="connsiteY6-14" fmla="*/ 1552698 h 2044477"/>
              <a:gd name="connsiteX7" fmla="*/ 649963 w 1406877"/>
              <a:gd name="connsiteY7" fmla="*/ 0 h 2044477"/>
              <a:gd name="connsiteX8" fmla="*/ 1406877 w 1406877"/>
              <a:gd name="connsiteY8" fmla="*/ 947834 h 2044477"/>
              <a:gd name="connsiteX0-15" fmla="*/ 390877 w 1406877"/>
              <a:gd name="connsiteY0-16" fmla="*/ 2044476 h 2135916"/>
              <a:gd name="connsiteX1-17" fmla="*/ 148584 w 1406877"/>
              <a:gd name="connsiteY1-18" fmla="*/ 2044477 h 2135916"/>
              <a:gd name="connsiteX2-19" fmla="*/ 118571 w 1406877"/>
              <a:gd name="connsiteY2-20" fmla="*/ 1979996 h 2135916"/>
              <a:gd name="connsiteX3-21" fmla="*/ 11855 w 1406877"/>
              <a:gd name="connsiteY3-22" fmla="*/ 1552698 h 2135916"/>
              <a:gd name="connsiteX4-23" fmla="*/ 649963 w 1406877"/>
              <a:gd name="connsiteY4-24" fmla="*/ 0 h 2135916"/>
              <a:gd name="connsiteX5-25" fmla="*/ 1406877 w 1406877"/>
              <a:gd name="connsiteY5-26" fmla="*/ 947834 h 2135916"/>
              <a:gd name="connsiteX6-27" fmla="*/ 1406877 w 1406877"/>
              <a:gd name="connsiteY6-28" fmla="*/ 2034781 h 2135916"/>
              <a:gd name="connsiteX7-29" fmla="*/ 1402315 w 1406877"/>
              <a:gd name="connsiteY7-30" fmla="*/ 2044477 h 2135916"/>
              <a:gd name="connsiteX8-31" fmla="*/ 482317 w 1406877"/>
              <a:gd name="connsiteY8-32" fmla="*/ 2135916 h 2135916"/>
              <a:gd name="connsiteX0-33" fmla="*/ 390877 w 1406877"/>
              <a:gd name="connsiteY0-34" fmla="*/ 2044476 h 2044477"/>
              <a:gd name="connsiteX1-35" fmla="*/ 148584 w 1406877"/>
              <a:gd name="connsiteY1-36" fmla="*/ 2044477 h 2044477"/>
              <a:gd name="connsiteX2-37" fmla="*/ 118571 w 1406877"/>
              <a:gd name="connsiteY2-38" fmla="*/ 1979996 h 2044477"/>
              <a:gd name="connsiteX3-39" fmla="*/ 11855 w 1406877"/>
              <a:gd name="connsiteY3-40" fmla="*/ 1552698 h 2044477"/>
              <a:gd name="connsiteX4-41" fmla="*/ 649963 w 1406877"/>
              <a:gd name="connsiteY4-42" fmla="*/ 0 h 2044477"/>
              <a:gd name="connsiteX5-43" fmla="*/ 1406877 w 1406877"/>
              <a:gd name="connsiteY5-44" fmla="*/ 947834 h 2044477"/>
              <a:gd name="connsiteX6-45" fmla="*/ 1406877 w 1406877"/>
              <a:gd name="connsiteY6-46" fmla="*/ 2034781 h 2044477"/>
              <a:gd name="connsiteX7-47" fmla="*/ 1402315 w 1406877"/>
              <a:gd name="connsiteY7-48" fmla="*/ 2044477 h 2044477"/>
              <a:gd name="connsiteX0-49" fmla="*/ 148584 w 1406877"/>
              <a:gd name="connsiteY0-50" fmla="*/ 2044477 h 2044477"/>
              <a:gd name="connsiteX1-51" fmla="*/ 118571 w 1406877"/>
              <a:gd name="connsiteY1-52" fmla="*/ 1979996 h 2044477"/>
              <a:gd name="connsiteX2-53" fmla="*/ 11855 w 1406877"/>
              <a:gd name="connsiteY2-54" fmla="*/ 1552698 h 2044477"/>
              <a:gd name="connsiteX3-55" fmla="*/ 649963 w 1406877"/>
              <a:gd name="connsiteY3-56" fmla="*/ 0 h 2044477"/>
              <a:gd name="connsiteX4-57" fmla="*/ 1406877 w 1406877"/>
              <a:gd name="connsiteY4-58" fmla="*/ 947834 h 2044477"/>
              <a:gd name="connsiteX5-59" fmla="*/ 1406877 w 1406877"/>
              <a:gd name="connsiteY5-60" fmla="*/ 2034781 h 2044477"/>
              <a:gd name="connsiteX6-61" fmla="*/ 1402315 w 1406877"/>
              <a:gd name="connsiteY6-62" fmla="*/ 2044477 h 2044477"/>
              <a:gd name="connsiteX0-63" fmla="*/ 148584 w 1406877"/>
              <a:gd name="connsiteY0-64" fmla="*/ 2044477 h 2044477"/>
              <a:gd name="connsiteX1-65" fmla="*/ 118571 w 1406877"/>
              <a:gd name="connsiteY1-66" fmla="*/ 1979996 h 2044477"/>
              <a:gd name="connsiteX2-67" fmla="*/ 11855 w 1406877"/>
              <a:gd name="connsiteY2-68" fmla="*/ 1552698 h 2044477"/>
              <a:gd name="connsiteX3-69" fmla="*/ 649963 w 1406877"/>
              <a:gd name="connsiteY3-70" fmla="*/ 0 h 2044477"/>
              <a:gd name="connsiteX4-71" fmla="*/ 1406877 w 1406877"/>
              <a:gd name="connsiteY4-72" fmla="*/ 947834 h 2044477"/>
              <a:gd name="connsiteX5-73" fmla="*/ 1406877 w 1406877"/>
              <a:gd name="connsiteY5-74" fmla="*/ 2034781 h 2044477"/>
              <a:gd name="connsiteX0-75" fmla="*/ 148584 w 1406877"/>
              <a:gd name="connsiteY0-76" fmla="*/ 2044477 h 2044477"/>
              <a:gd name="connsiteX1-77" fmla="*/ 118571 w 1406877"/>
              <a:gd name="connsiteY1-78" fmla="*/ 1979996 h 2044477"/>
              <a:gd name="connsiteX2-79" fmla="*/ 11855 w 1406877"/>
              <a:gd name="connsiteY2-80" fmla="*/ 1552698 h 2044477"/>
              <a:gd name="connsiteX3-81" fmla="*/ 649963 w 1406877"/>
              <a:gd name="connsiteY3-82" fmla="*/ 0 h 2044477"/>
              <a:gd name="connsiteX4-83" fmla="*/ 1406877 w 1406877"/>
              <a:gd name="connsiteY4-84" fmla="*/ 2034781 h 2044477"/>
              <a:gd name="connsiteX0-85" fmla="*/ 148584 w 649963"/>
              <a:gd name="connsiteY0-86" fmla="*/ 2044477 h 2044477"/>
              <a:gd name="connsiteX1-87" fmla="*/ 118571 w 649963"/>
              <a:gd name="connsiteY1-88" fmla="*/ 1979996 h 2044477"/>
              <a:gd name="connsiteX2-89" fmla="*/ 11855 w 649963"/>
              <a:gd name="connsiteY2-90" fmla="*/ 1552698 h 2044477"/>
              <a:gd name="connsiteX3-91" fmla="*/ 649963 w 649963"/>
              <a:gd name="connsiteY3-92" fmla="*/ 0 h 2044477"/>
            </a:gdLst>
            <a:ahLst/>
            <a:cxnLst>
              <a:cxn ang="0">
                <a:pos x="connsiteX0-1" y="connsiteY0-2"/>
              </a:cxn>
              <a:cxn ang="0">
                <a:pos x="connsiteX1-3" y="connsiteY1-4"/>
              </a:cxn>
              <a:cxn ang="0">
                <a:pos x="connsiteX2-5" y="connsiteY2-6"/>
              </a:cxn>
              <a:cxn ang="0">
                <a:pos x="connsiteX3-7" y="connsiteY3-8"/>
              </a:cxn>
            </a:cxnLst>
            <a:rect l="l" t="t" r="r" b="b"/>
            <a:pathLst>
              <a:path w="649963" h="2044477">
                <a:moveTo>
                  <a:pt x="148584" y="2044477"/>
                </a:moveTo>
                <a:lnTo>
                  <a:pt x="118571" y="1979996"/>
                </a:lnTo>
                <a:cubicBezTo>
                  <a:pt x="65551" y="1844343"/>
                  <a:pt x="29293" y="1700958"/>
                  <a:pt x="11855" y="1552698"/>
                </a:cubicBezTo>
                <a:cubicBezTo>
                  <a:pt x="-57895" y="959659"/>
                  <a:pt x="183361" y="372616"/>
                  <a:pt x="649963" y="0"/>
                </a:cubicBez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9" name="任意多边形: 形状 18"/>
          <p:cNvSpPr>
            <a:spLocks noChangeAspect="1"/>
          </p:cNvSpPr>
          <p:nvPr userDrawn="1">
            <p:custDataLst>
              <p:tags r:id="rId5"/>
            </p:custDataLst>
          </p:nvPr>
        </p:nvSpPr>
        <p:spPr>
          <a:xfrm rot="16200000">
            <a:off x="9243622" y="127619"/>
            <a:ext cx="1736864" cy="1481625"/>
          </a:xfrm>
          <a:custGeom>
            <a:avLst/>
            <a:gdLst>
              <a:gd name="connsiteX0" fmla="*/ 1736864 w 4216134"/>
              <a:gd name="connsiteY0" fmla="*/ 0 h 2483593"/>
              <a:gd name="connsiteX1" fmla="*/ 1736864 w 4216134"/>
              <a:gd name="connsiteY1" fmla="*/ 2483593 h 2483593"/>
              <a:gd name="connsiteX2" fmla="*/ 0 w 4216134"/>
              <a:gd name="connsiteY2" fmla="*/ 1481625 h 2483593"/>
              <a:gd name="connsiteX3" fmla="*/ 1576110 w 4216134"/>
              <a:gd name="connsiteY3" fmla="*/ 24177 h 2483593"/>
              <a:gd name="connsiteX4" fmla="*/ 4216134 w 4216134"/>
              <a:gd name="connsiteY4" fmla="*/ 2124236 h 2483593"/>
              <a:gd name="connsiteX5" fmla="*/ 4216093 w 4216134"/>
              <a:gd name="connsiteY5" fmla="*/ 2125372 h 2483593"/>
              <a:gd name="connsiteX6" fmla="*/ 4216093 w 4216134"/>
              <a:gd name="connsiteY6" fmla="*/ 2123168 h 2483593"/>
              <a:gd name="connsiteX0-1" fmla="*/ 1736864 w 4216134"/>
              <a:gd name="connsiteY0-2" fmla="*/ 0 h 2483593"/>
              <a:gd name="connsiteX1-3" fmla="*/ 1736864 w 4216134"/>
              <a:gd name="connsiteY1-4" fmla="*/ 2483593 h 2483593"/>
              <a:gd name="connsiteX2-5" fmla="*/ 885963 w 4216134"/>
              <a:gd name="connsiteY2-6" fmla="*/ 2007958 h 2483593"/>
              <a:gd name="connsiteX3-7" fmla="*/ 0 w 4216134"/>
              <a:gd name="connsiteY3-8" fmla="*/ 1481625 h 2483593"/>
              <a:gd name="connsiteX4-9" fmla="*/ 1576110 w 4216134"/>
              <a:gd name="connsiteY4-10" fmla="*/ 24177 h 2483593"/>
              <a:gd name="connsiteX5-11" fmla="*/ 1736864 w 4216134"/>
              <a:gd name="connsiteY5-12" fmla="*/ 0 h 2483593"/>
              <a:gd name="connsiteX6-13" fmla="*/ 4216134 w 4216134"/>
              <a:gd name="connsiteY6-14" fmla="*/ 2124236 h 2483593"/>
              <a:gd name="connsiteX7" fmla="*/ 4216093 w 4216134"/>
              <a:gd name="connsiteY7" fmla="*/ 2125372 h 2483593"/>
              <a:gd name="connsiteX8" fmla="*/ 4216093 w 4216134"/>
              <a:gd name="connsiteY8" fmla="*/ 2123168 h 2483593"/>
              <a:gd name="connsiteX9" fmla="*/ 4216134 w 4216134"/>
              <a:gd name="connsiteY9" fmla="*/ 2124236 h 2483593"/>
              <a:gd name="connsiteX0-15" fmla="*/ 885963 w 4216134"/>
              <a:gd name="connsiteY0-16" fmla="*/ 2007958 h 2483593"/>
              <a:gd name="connsiteX1-17" fmla="*/ 0 w 4216134"/>
              <a:gd name="connsiteY1-18" fmla="*/ 1481625 h 2483593"/>
              <a:gd name="connsiteX2-19" fmla="*/ 1576110 w 4216134"/>
              <a:gd name="connsiteY2-20" fmla="*/ 24177 h 2483593"/>
              <a:gd name="connsiteX3-21" fmla="*/ 1736864 w 4216134"/>
              <a:gd name="connsiteY3-22" fmla="*/ 0 h 2483593"/>
              <a:gd name="connsiteX4-23" fmla="*/ 4216134 w 4216134"/>
              <a:gd name="connsiteY4-24" fmla="*/ 2124236 h 2483593"/>
              <a:gd name="connsiteX5-25" fmla="*/ 4216093 w 4216134"/>
              <a:gd name="connsiteY5-26" fmla="*/ 2125372 h 2483593"/>
              <a:gd name="connsiteX6-27" fmla="*/ 4216093 w 4216134"/>
              <a:gd name="connsiteY6-28" fmla="*/ 2123168 h 2483593"/>
              <a:gd name="connsiteX7-29" fmla="*/ 4216134 w 4216134"/>
              <a:gd name="connsiteY7-30" fmla="*/ 2124236 h 2483593"/>
              <a:gd name="connsiteX8-31" fmla="*/ 1736864 w 4216134"/>
              <a:gd name="connsiteY8-32" fmla="*/ 2483593 h 2483593"/>
              <a:gd name="connsiteX9-33" fmla="*/ 977403 w 4216134"/>
              <a:gd name="connsiteY9-34" fmla="*/ 2099398 h 2483593"/>
              <a:gd name="connsiteX0-35" fmla="*/ 885963 w 4216134"/>
              <a:gd name="connsiteY0-36" fmla="*/ 2007958 h 2483593"/>
              <a:gd name="connsiteX1-37" fmla="*/ 0 w 4216134"/>
              <a:gd name="connsiteY1-38" fmla="*/ 1481625 h 2483593"/>
              <a:gd name="connsiteX2-39" fmla="*/ 1576110 w 4216134"/>
              <a:gd name="connsiteY2-40" fmla="*/ 24177 h 2483593"/>
              <a:gd name="connsiteX3-41" fmla="*/ 1736864 w 4216134"/>
              <a:gd name="connsiteY3-42" fmla="*/ 0 h 2483593"/>
              <a:gd name="connsiteX4-43" fmla="*/ 885963 w 4216134"/>
              <a:gd name="connsiteY4-44" fmla="*/ 2007958 h 2483593"/>
              <a:gd name="connsiteX5-45" fmla="*/ 4216134 w 4216134"/>
              <a:gd name="connsiteY5-46" fmla="*/ 2124236 h 2483593"/>
              <a:gd name="connsiteX6-47" fmla="*/ 4216093 w 4216134"/>
              <a:gd name="connsiteY6-48" fmla="*/ 2125372 h 2483593"/>
              <a:gd name="connsiteX7-49" fmla="*/ 4216093 w 4216134"/>
              <a:gd name="connsiteY7-50" fmla="*/ 2123168 h 2483593"/>
              <a:gd name="connsiteX8-51" fmla="*/ 4216134 w 4216134"/>
              <a:gd name="connsiteY8-52" fmla="*/ 2124236 h 2483593"/>
              <a:gd name="connsiteX9-53" fmla="*/ 1736864 w 4216134"/>
              <a:gd name="connsiteY9-54" fmla="*/ 2483593 h 2483593"/>
              <a:gd name="connsiteX0-55" fmla="*/ 885963 w 4216134"/>
              <a:gd name="connsiteY0-56" fmla="*/ 2007958 h 2125372"/>
              <a:gd name="connsiteX1-57" fmla="*/ 0 w 4216134"/>
              <a:gd name="connsiteY1-58" fmla="*/ 1481625 h 2125372"/>
              <a:gd name="connsiteX2-59" fmla="*/ 1576110 w 4216134"/>
              <a:gd name="connsiteY2-60" fmla="*/ 24177 h 2125372"/>
              <a:gd name="connsiteX3-61" fmla="*/ 1736864 w 4216134"/>
              <a:gd name="connsiteY3-62" fmla="*/ 0 h 2125372"/>
              <a:gd name="connsiteX4-63" fmla="*/ 885963 w 4216134"/>
              <a:gd name="connsiteY4-64" fmla="*/ 2007958 h 2125372"/>
              <a:gd name="connsiteX5-65" fmla="*/ 4216134 w 4216134"/>
              <a:gd name="connsiteY5-66" fmla="*/ 2124236 h 2125372"/>
              <a:gd name="connsiteX6-67" fmla="*/ 4216093 w 4216134"/>
              <a:gd name="connsiteY6-68" fmla="*/ 2125372 h 2125372"/>
              <a:gd name="connsiteX7-69" fmla="*/ 4216093 w 4216134"/>
              <a:gd name="connsiteY7-70" fmla="*/ 2123168 h 2125372"/>
              <a:gd name="connsiteX8-71" fmla="*/ 4216134 w 4216134"/>
              <a:gd name="connsiteY8-72" fmla="*/ 2124236 h 2125372"/>
              <a:gd name="connsiteX0-73" fmla="*/ 885963 w 4216134"/>
              <a:gd name="connsiteY0-74" fmla="*/ 2007958 h 2125372"/>
              <a:gd name="connsiteX1-75" fmla="*/ 0 w 4216134"/>
              <a:gd name="connsiteY1-76" fmla="*/ 1481625 h 2125372"/>
              <a:gd name="connsiteX2-77" fmla="*/ 1576110 w 4216134"/>
              <a:gd name="connsiteY2-78" fmla="*/ 24177 h 2125372"/>
              <a:gd name="connsiteX3-79" fmla="*/ 1736864 w 4216134"/>
              <a:gd name="connsiteY3-80" fmla="*/ 0 h 2125372"/>
              <a:gd name="connsiteX4-81" fmla="*/ 885963 w 4216134"/>
              <a:gd name="connsiteY4-82" fmla="*/ 2007958 h 2125372"/>
              <a:gd name="connsiteX5-83" fmla="*/ 4216134 w 4216134"/>
              <a:gd name="connsiteY5-84" fmla="*/ 2124236 h 2125372"/>
              <a:gd name="connsiteX6-85" fmla="*/ 4216093 w 4216134"/>
              <a:gd name="connsiteY6-86" fmla="*/ 2125372 h 2125372"/>
              <a:gd name="connsiteX7-87" fmla="*/ 4216093 w 4216134"/>
              <a:gd name="connsiteY7-88" fmla="*/ 2123168 h 2125372"/>
              <a:gd name="connsiteX0-89" fmla="*/ 885963 w 4216134"/>
              <a:gd name="connsiteY0-90" fmla="*/ 2007958 h 2125372"/>
              <a:gd name="connsiteX1-91" fmla="*/ 0 w 4216134"/>
              <a:gd name="connsiteY1-92" fmla="*/ 1481625 h 2125372"/>
              <a:gd name="connsiteX2-93" fmla="*/ 1576110 w 4216134"/>
              <a:gd name="connsiteY2-94" fmla="*/ 24177 h 2125372"/>
              <a:gd name="connsiteX3-95" fmla="*/ 1736864 w 4216134"/>
              <a:gd name="connsiteY3-96" fmla="*/ 0 h 2125372"/>
              <a:gd name="connsiteX4-97" fmla="*/ 885963 w 4216134"/>
              <a:gd name="connsiteY4-98" fmla="*/ 2007958 h 2125372"/>
              <a:gd name="connsiteX5-99" fmla="*/ 4216134 w 4216134"/>
              <a:gd name="connsiteY5-100" fmla="*/ 2124236 h 2125372"/>
              <a:gd name="connsiteX6-101" fmla="*/ 4216093 w 4216134"/>
              <a:gd name="connsiteY6-102" fmla="*/ 2125372 h 2125372"/>
              <a:gd name="connsiteX0-103" fmla="*/ 885963 w 1736864"/>
              <a:gd name="connsiteY0-104" fmla="*/ 2007958 h 2007958"/>
              <a:gd name="connsiteX1-105" fmla="*/ 0 w 1736864"/>
              <a:gd name="connsiteY1-106" fmla="*/ 1481625 h 2007958"/>
              <a:gd name="connsiteX2-107" fmla="*/ 1576110 w 1736864"/>
              <a:gd name="connsiteY2-108" fmla="*/ 24177 h 2007958"/>
              <a:gd name="connsiteX3-109" fmla="*/ 1736864 w 1736864"/>
              <a:gd name="connsiteY3-110" fmla="*/ 0 h 2007958"/>
              <a:gd name="connsiteX4-111" fmla="*/ 885963 w 1736864"/>
              <a:gd name="connsiteY4-112" fmla="*/ 2007958 h 2007958"/>
              <a:gd name="connsiteX0-113" fmla="*/ 0 w 1736864"/>
              <a:gd name="connsiteY0-114" fmla="*/ 1481625 h 2099398"/>
              <a:gd name="connsiteX1-115" fmla="*/ 1576110 w 1736864"/>
              <a:gd name="connsiteY1-116" fmla="*/ 24177 h 2099398"/>
              <a:gd name="connsiteX2-117" fmla="*/ 1736864 w 1736864"/>
              <a:gd name="connsiteY2-118" fmla="*/ 0 h 2099398"/>
              <a:gd name="connsiteX3-119" fmla="*/ 977403 w 1736864"/>
              <a:gd name="connsiteY3-120" fmla="*/ 2099398 h 2099398"/>
              <a:gd name="connsiteX0-121" fmla="*/ 0 w 1736864"/>
              <a:gd name="connsiteY0-122" fmla="*/ 1481625 h 1481625"/>
              <a:gd name="connsiteX1-123" fmla="*/ 1576110 w 1736864"/>
              <a:gd name="connsiteY1-124" fmla="*/ 24177 h 1481625"/>
              <a:gd name="connsiteX2-125" fmla="*/ 1736864 w 1736864"/>
              <a:gd name="connsiteY2-126" fmla="*/ 0 h 1481625"/>
            </a:gdLst>
            <a:ahLst/>
            <a:cxnLst>
              <a:cxn ang="0">
                <a:pos x="connsiteX0-1" y="connsiteY0-2"/>
              </a:cxn>
              <a:cxn ang="0">
                <a:pos x="connsiteX1-3" y="connsiteY1-4"/>
              </a:cxn>
              <a:cxn ang="0">
                <a:pos x="connsiteX2-5" y="connsiteY2-6"/>
              </a:cxn>
            </a:cxnLst>
            <a:rect l="l" t="t" r="r" b="b"/>
            <a:pathLst>
              <a:path w="1736864" h="1481625">
                <a:moveTo>
                  <a:pt x="0" y="1481625"/>
                </a:moveTo>
                <a:cubicBezTo>
                  <a:pt x="231589" y="742961"/>
                  <a:pt x="837233" y="193516"/>
                  <a:pt x="1576110" y="24177"/>
                </a:cubicBezTo>
                <a:lnTo>
                  <a:pt x="1736864" y="0"/>
                </a:ln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20" name="椭圆 19"/>
          <p:cNvSpPr>
            <a:spLocks noChangeAspect="1"/>
          </p:cNvSpPr>
          <p:nvPr userDrawn="1">
            <p:custDataLst>
              <p:tags r:id="rId6"/>
            </p:custDataLst>
          </p:nvPr>
        </p:nvSpPr>
        <p:spPr>
          <a:xfrm rot="16200000">
            <a:off x="11716140" y="1332452"/>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1" name="任意多边形: 形状 20"/>
          <p:cNvSpPr>
            <a:spLocks noChangeAspect="1"/>
          </p:cNvSpPr>
          <p:nvPr userDrawn="1">
            <p:custDataLst>
              <p:tags r:id="rId7"/>
            </p:custDataLst>
          </p:nvPr>
        </p:nvSpPr>
        <p:spPr>
          <a:xfrm rot="16200000">
            <a:off x="10791949" y="-470608"/>
            <a:ext cx="916108" cy="1883994"/>
          </a:xfrm>
          <a:custGeom>
            <a:avLst/>
            <a:gdLst>
              <a:gd name="connsiteX0" fmla="*/ 916108 w 916108"/>
              <a:gd name="connsiteY0" fmla="*/ 0 h 1883994"/>
              <a:gd name="connsiteX1" fmla="*/ 916108 w 916108"/>
              <a:gd name="connsiteY1" fmla="*/ 1883994 h 1883994"/>
              <a:gd name="connsiteX2" fmla="*/ 212597 w 916108"/>
              <a:gd name="connsiteY2" fmla="*/ 1883994 h 1883994"/>
              <a:gd name="connsiteX3" fmla="*/ 211412 w 916108"/>
              <a:gd name="connsiteY3" fmla="*/ 1882408 h 1883994"/>
              <a:gd name="connsiteX4" fmla="*/ 0 w 916108"/>
              <a:gd name="connsiteY4" fmla="*/ 1190294 h 1883994"/>
              <a:gd name="connsiteX5" fmla="*/ 756045 w 916108"/>
              <a:gd name="connsiteY5" fmla="*/ 49686 h 1883994"/>
              <a:gd name="connsiteX0-1" fmla="*/ 916108 w 916108"/>
              <a:gd name="connsiteY0-2" fmla="*/ 0 h 1909394"/>
              <a:gd name="connsiteX1-3" fmla="*/ 916108 w 916108"/>
              <a:gd name="connsiteY1-4" fmla="*/ 1883994 h 1909394"/>
              <a:gd name="connsiteX2-5" fmla="*/ 547808 w 916108"/>
              <a:gd name="connsiteY2-6" fmla="*/ 1909394 h 1909394"/>
              <a:gd name="connsiteX3-7" fmla="*/ 212597 w 916108"/>
              <a:gd name="connsiteY3-8" fmla="*/ 1883994 h 1909394"/>
              <a:gd name="connsiteX4-9" fmla="*/ 211412 w 916108"/>
              <a:gd name="connsiteY4-10" fmla="*/ 1882408 h 1909394"/>
              <a:gd name="connsiteX5-11" fmla="*/ 0 w 916108"/>
              <a:gd name="connsiteY5-12" fmla="*/ 1190294 h 1909394"/>
              <a:gd name="connsiteX6" fmla="*/ 756045 w 916108"/>
              <a:gd name="connsiteY6" fmla="*/ 49686 h 1909394"/>
              <a:gd name="connsiteX7" fmla="*/ 916108 w 916108"/>
              <a:gd name="connsiteY7" fmla="*/ 0 h 1909394"/>
              <a:gd name="connsiteX0-13" fmla="*/ 547808 w 916108"/>
              <a:gd name="connsiteY0-14" fmla="*/ 1909394 h 2000834"/>
              <a:gd name="connsiteX1-15" fmla="*/ 212597 w 916108"/>
              <a:gd name="connsiteY1-16" fmla="*/ 1883994 h 2000834"/>
              <a:gd name="connsiteX2-17" fmla="*/ 211412 w 916108"/>
              <a:gd name="connsiteY2-18" fmla="*/ 1882408 h 2000834"/>
              <a:gd name="connsiteX3-19" fmla="*/ 0 w 916108"/>
              <a:gd name="connsiteY3-20" fmla="*/ 1190294 h 2000834"/>
              <a:gd name="connsiteX4-21" fmla="*/ 756045 w 916108"/>
              <a:gd name="connsiteY4-22" fmla="*/ 49686 h 2000834"/>
              <a:gd name="connsiteX5-23" fmla="*/ 916108 w 916108"/>
              <a:gd name="connsiteY5-24" fmla="*/ 0 h 2000834"/>
              <a:gd name="connsiteX6-25" fmla="*/ 916108 w 916108"/>
              <a:gd name="connsiteY6-26" fmla="*/ 1883994 h 2000834"/>
              <a:gd name="connsiteX7-27" fmla="*/ 639248 w 916108"/>
              <a:gd name="connsiteY7-28" fmla="*/ 2000834 h 2000834"/>
              <a:gd name="connsiteX0-29" fmla="*/ 547808 w 916108"/>
              <a:gd name="connsiteY0-30" fmla="*/ 1909394 h 1909394"/>
              <a:gd name="connsiteX1-31" fmla="*/ 212597 w 916108"/>
              <a:gd name="connsiteY1-32" fmla="*/ 1883994 h 1909394"/>
              <a:gd name="connsiteX2-33" fmla="*/ 211412 w 916108"/>
              <a:gd name="connsiteY2-34" fmla="*/ 1882408 h 1909394"/>
              <a:gd name="connsiteX3-35" fmla="*/ 0 w 916108"/>
              <a:gd name="connsiteY3-36" fmla="*/ 1190294 h 1909394"/>
              <a:gd name="connsiteX4-37" fmla="*/ 756045 w 916108"/>
              <a:gd name="connsiteY4-38" fmla="*/ 49686 h 1909394"/>
              <a:gd name="connsiteX5-39" fmla="*/ 916108 w 916108"/>
              <a:gd name="connsiteY5-40" fmla="*/ 0 h 1909394"/>
              <a:gd name="connsiteX6-41" fmla="*/ 916108 w 916108"/>
              <a:gd name="connsiteY6-42" fmla="*/ 1883994 h 1909394"/>
              <a:gd name="connsiteX0-43" fmla="*/ 547808 w 916108"/>
              <a:gd name="connsiteY0-44" fmla="*/ 1909394 h 1909394"/>
              <a:gd name="connsiteX1-45" fmla="*/ 212597 w 916108"/>
              <a:gd name="connsiteY1-46" fmla="*/ 1883994 h 1909394"/>
              <a:gd name="connsiteX2-47" fmla="*/ 211412 w 916108"/>
              <a:gd name="connsiteY2-48" fmla="*/ 1882408 h 1909394"/>
              <a:gd name="connsiteX3-49" fmla="*/ 0 w 916108"/>
              <a:gd name="connsiteY3-50" fmla="*/ 1190294 h 1909394"/>
              <a:gd name="connsiteX4-51" fmla="*/ 756045 w 916108"/>
              <a:gd name="connsiteY4-52" fmla="*/ 49686 h 1909394"/>
              <a:gd name="connsiteX5-53" fmla="*/ 916108 w 916108"/>
              <a:gd name="connsiteY5-54" fmla="*/ 0 h 1909394"/>
              <a:gd name="connsiteX0-55" fmla="*/ 212597 w 916108"/>
              <a:gd name="connsiteY0-56" fmla="*/ 1883994 h 1883994"/>
              <a:gd name="connsiteX1-57" fmla="*/ 211412 w 916108"/>
              <a:gd name="connsiteY1-58" fmla="*/ 1882408 h 1883994"/>
              <a:gd name="connsiteX2-59" fmla="*/ 0 w 916108"/>
              <a:gd name="connsiteY2-60" fmla="*/ 1190294 h 1883994"/>
              <a:gd name="connsiteX3-61" fmla="*/ 756045 w 916108"/>
              <a:gd name="connsiteY3-62" fmla="*/ 49686 h 1883994"/>
              <a:gd name="connsiteX4-63" fmla="*/ 916108 w 916108"/>
              <a:gd name="connsiteY4-64" fmla="*/ 0 h 188399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6108" h="1883994">
                <a:moveTo>
                  <a:pt x="212597" y="1883994"/>
                </a:moveTo>
                <a:lnTo>
                  <a:pt x="211412" y="1882408"/>
                </a:lnTo>
                <a:cubicBezTo>
                  <a:pt x="77937" y="1684840"/>
                  <a:pt x="0" y="1446669"/>
                  <a:pt x="0" y="1190294"/>
                </a:cubicBezTo>
                <a:cubicBezTo>
                  <a:pt x="0" y="677544"/>
                  <a:pt x="311749" y="237608"/>
                  <a:pt x="756045" y="49686"/>
                </a:cubicBezTo>
                <a:lnTo>
                  <a:pt x="916108" y="0"/>
                </a:lnTo>
              </a:path>
            </a:pathLst>
          </a:custGeom>
          <a:noFill/>
          <a:ln w="19050">
            <a:solidFill>
              <a:schemeClr val="accent1">
                <a:lumMod val="40000"/>
                <a:lumOff val="60000"/>
                <a:alpha val="42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22" name="椭圆 21"/>
          <p:cNvSpPr>
            <a:spLocks noChangeAspect="1"/>
          </p:cNvSpPr>
          <p:nvPr userDrawn="1">
            <p:custDataLst>
              <p:tags r:id="rId8"/>
            </p:custDataLst>
          </p:nvPr>
        </p:nvSpPr>
        <p:spPr>
          <a:xfrm rot="16200000">
            <a:off x="9597937" y="720000"/>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1"/>
            </p:custDataLst>
          </p:nvPr>
        </p:nvSpPr>
        <p:spPr>
          <a:xfrm>
            <a:off x="695960" y="360045"/>
            <a:ext cx="10801985" cy="5817870"/>
          </a:xfrm>
        </p:spPr>
        <p:txBody>
          <a:bodyPr wrap="square">
            <a:normAutofit/>
          </a:body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2"/>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t>2025/7/4</a:t>
            </a:fld>
            <a:endParaRPr lang="zh-CN" altLang="en-US"/>
          </a:p>
        </p:txBody>
      </p:sp>
      <p:sp>
        <p:nvSpPr>
          <p:cNvPr id="5" name="页脚占位符 3"/>
          <p:cNvSpPr>
            <a:spLocks noGrp="1"/>
          </p:cNvSpPr>
          <p:nvPr>
            <p:ph type="ftr" sz="quarter" idx="11"/>
            <p:custDataLst>
              <p:tags r:id="rId3"/>
            </p:custDataLst>
          </p:nvPr>
        </p:nvSpPr>
        <p:spPr/>
        <p:txBody>
          <a:bodyPr/>
          <a:lstStyle/>
          <a:p>
            <a:endParaRPr lang="zh-CN" altLang="en-US"/>
          </a:p>
        </p:txBody>
      </p:sp>
      <p:sp>
        <p:nvSpPr>
          <p:cNvPr id="6" name="灯片编号占位符 4"/>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t>‹#›</a:t>
            </a:fld>
            <a:endParaRPr lang="zh-CN" altLang="en-US"/>
          </a:p>
        </p:txBody>
      </p:sp>
      <p:sp>
        <p:nvSpPr>
          <p:cNvPr id="14" name="任意多边形: 形状 13"/>
          <p:cNvSpPr>
            <a:spLocks noChangeAspect="1"/>
          </p:cNvSpPr>
          <p:nvPr userDrawn="1">
            <p:custDataLst>
              <p:tags r:id="rId5"/>
            </p:custDataLst>
          </p:nvPr>
        </p:nvSpPr>
        <p:spPr>
          <a:xfrm rot="16200000">
            <a:off x="10844781" y="59657"/>
            <a:ext cx="649963" cy="2044477"/>
          </a:xfrm>
          <a:custGeom>
            <a:avLst/>
            <a:gdLst>
              <a:gd name="connsiteX0" fmla="*/ 1406877 w 1406877"/>
              <a:gd name="connsiteY0" fmla="*/ 947834 h 2044477"/>
              <a:gd name="connsiteX1" fmla="*/ 1406877 w 1406877"/>
              <a:gd name="connsiteY1" fmla="*/ 2034781 h 2044477"/>
              <a:gd name="connsiteX2" fmla="*/ 1402315 w 1406877"/>
              <a:gd name="connsiteY2" fmla="*/ 2044477 h 2044477"/>
              <a:gd name="connsiteX3" fmla="*/ 148584 w 1406877"/>
              <a:gd name="connsiteY3" fmla="*/ 2044477 h 2044477"/>
              <a:gd name="connsiteX4" fmla="*/ 118571 w 1406877"/>
              <a:gd name="connsiteY4" fmla="*/ 1979996 h 2044477"/>
              <a:gd name="connsiteX5" fmla="*/ 11855 w 1406877"/>
              <a:gd name="connsiteY5" fmla="*/ 1552698 h 2044477"/>
              <a:gd name="connsiteX6" fmla="*/ 649963 w 1406877"/>
              <a:gd name="connsiteY6" fmla="*/ 0 h 2044477"/>
              <a:gd name="connsiteX0-1" fmla="*/ 1406877 w 1406877"/>
              <a:gd name="connsiteY0-2" fmla="*/ 947834 h 2044477"/>
              <a:gd name="connsiteX1-3" fmla="*/ 1406877 w 1406877"/>
              <a:gd name="connsiteY1-4" fmla="*/ 2034781 h 2044477"/>
              <a:gd name="connsiteX2-5" fmla="*/ 1402315 w 1406877"/>
              <a:gd name="connsiteY2-6" fmla="*/ 2044477 h 2044477"/>
              <a:gd name="connsiteX3-7" fmla="*/ 390877 w 1406877"/>
              <a:gd name="connsiteY3-8" fmla="*/ 2044476 h 2044477"/>
              <a:gd name="connsiteX4-9" fmla="*/ 148584 w 1406877"/>
              <a:gd name="connsiteY4-10" fmla="*/ 2044477 h 2044477"/>
              <a:gd name="connsiteX5-11" fmla="*/ 118571 w 1406877"/>
              <a:gd name="connsiteY5-12" fmla="*/ 1979996 h 2044477"/>
              <a:gd name="connsiteX6-13" fmla="*/ 11855 w 1406877"/>
              <a:gd name="connsiteY6-14" fmla="*/ 1552698 h 2044477"/>
              <a:gd name="connsiteX7" fmla="*/ 649963 w 1406877"/>
              <a:gd name="connsiteY7" fmla="*/ 0 h 2044477"/>
              <a:gd name="connsiteX8" fmla="*/ 1406877 w 1406877"/>
              <a:gd name="connsiteY8" fmla="*/ 947834 h 2044477"/>
              <a:gd name="connsiteX0-15" fmla="*/ 390877 w 1406877"/>
              <a:gd name="connsiteY0-16" fmla="*/ 2044476 h 2135916"/>
              <a:gd name="connsiteX1-17" fmla="*/ 148584 w 1406877"/>
              <a:gd name="connsiteY1-18" fmla="*/ 2044477 h 2135916"/>
              <a:gd name="connsiteX2-19" fmla="*/ 118571 w 1406877"/>
              <a:gd name="connsiteY2-20" fmla="*/ 1979996 h 2135916"/>
              <a:gd name="connsiteX3-21" fmla="*/ 11855 w 1406877"/>
              <a:gd name="connsiteY3-22" fmla="*/ 1552698 h 2135916"/>
              <a:gd name="connsiteX4-23" fmla="*/ 649963 w 1406877"/>
              <a:gd name="connsiteY4-24" fmla="*/ 0 h 2135916"/>
              <a:gd name="connsiteX5-25" fmla="*/ 1406877 w 1406877"/>
              <a:gd name="connsiteY5-26" fmla="*/ 947834 h 2135916"/>
              <a:gd name="connsiteX6-27" fmla="*/ 1406877 w 1406877"/>
              <a:gd name="connsiteY6-28" fmla="*/ 2034781 h 2135916"/>
              <a:gd name="connsiteX7-29" fmla="*/ 1402315 w 1406877"/>
              <a:gd name="connsiteY7-30" fmla="*/ 2044477 h 2135916"/>
              <a:gd name="connsiteX8-31" fmla="*/ 482317 w 1406877"/>
              <a:gd name="connsiteY8-32" fmla="*/ 2135916 h 2135916"/>
              <a:gd name="connsiteX0-33" fmla="*/ 390877 w 1406877"/>
              <a:gd name="connsiteY0-34" fmla="*/ 2044476 h 2044477"/>
              <a:gd name="connsiteX1-35" fmla="*/ 148584 w 1406877"/>
              <a:gd name="connsiteY1-36" fmla="*/ 2044477 h 2044477"/>
              <a:gd name="connsiteX2-37" fmla="*/ 118571 w 1406877"/>
              <a:gd name="connsiteY2-38" fmla="*/ 1979996 h 2044477"/>
              <a:gd name="connsiteX3-39" fmla="*/ 11855 w 1406877"/>
              <a:gd name="connsiteY3-40" fmla="*/ 1552698 h 2044477"/>
              <a:gd name="connsiteX4-41" fmla="*/ 649963 w 1406877"/>
              <a:gd name="connsiteY4-42" fmla="*/ 0 h 2044477"/>
              <a:gd name="connsiteX5-43" fmla="*/ 1406877 w 1406877"/>
              <a:gd name="connsiteY5-44" fmla="*/ 947834 h 2044477"/>
              <a:gd name="connsiteX6-45" fmla="*/ 1406877 w 1406877"/>
              <a:gd name="connsiteY6-46" fmla="*/ 2034781 h 2044477"/>
              <a:gd name="connsiteX7-47" fmla="*/ 1402315 w 1406877"/>
              <a:gd name="connsiteY7-48" fmla="*/ 2044477 h 2044477"/>
              <a:gd name="connsiteX0-49" fmla="*/ 148584 w 1406877"/>
              <a:gd name="connsiteY0-50" fmla="*/ 2044477 h 2044477"/>
              <a:gd name="connsiteX1-51" fmla="*/ 118571 w 1406877"/>
              <a:gd name="connsiteY1-52" fmla="*/ 1979996 h 2044477"/>
              <a:gd name="connsiteX2-53" fmla="*/ 11855 w 1406877"/>
              <a:gd name="connsiteY2-54" fmla="*/ 1552698 h 2044477"/>
              <a:gd name="connsiteX3-55" fmla="*/ 649963 w 1406877"/>
              <a:gd name="connsiteY3-56" fmla="*/ 0 h 2044477"/>
              <a:gd name="connsiteX4-57" fmla="*/ 1406877 w 1406877"/>
              <a:gd name="connsiteY4-58" fmla="*/ 947834 h 2044477"/>
              <a:gd name="connsiteX5-59" fmla="*/ 1406877 w 1406877"/>
              <a:gd name="connsiteY5-60" fmla="*/ 2034781 h 2044477"/>
              <a:gd name="connsiteX6-61" fmla="*/ 1402315 w 1406877"/>
              <a:gd name="connsiteY6-62" fmla="*/ 2044477 h 2044477"/>
              <a:gd name="connsiteX0-63" fmla="*/ 148584 w 1406877"/>
              <a:gd name="connsiteY0-64" fmla="*/ 2044477 h 2044477"/>
              <a:gd name="connsiteX1-65" fmla="*/ 118571 w 1406877"/>
              <a:gd name="connsiteY1-66" fmla="*/ 1979996 h 2044477"/>
              <a:gd name="connsiteX2-67" fmla="*/ 11855 w 1406877"/>
              <a:gd name="connsiteY2-68" fmla="*/ 1552698 h 2044477"/>
              <a:gd name="connsiteX3-69" fmla="*/ 649963 w 1406877"/>
              <a:gd name="connsiteY3-70" fmla="*/ 0 h 2044477"/>
              <a:gd name="connsiteX4-71" fmla="*/ 1406877 w 1406877"/>
              <a:gd name="connsiteY4-72" fmla="*/ 947834 h 2044477"/>
              <a:gd name="connsiteX5-73" fmla="*/ 1406877 w 1406877"/>
              <a:gd name="connsiteY5-74" fmla="*/ 2034781 h 2044477"/>
              <a:gd name="connsiteX0-75" fmla="*/ 148584 w 1406877"/>
              <a:gd name="connsiteY0-76" fmla="*/ 2044477 h 2044477"/>
              <a:gd name="connsiteX1-77" fmla="*/ 118571 w 1406877"/>
              <a:gd name="connsiteY1-78" fmla="*/ 1979996 h 2044477"/>
              <a:gd name="connsiteX2-79" fmla="*/ 11855 w 1406877"/>
              <a:gd name="connsiteY2-80" fmla="*/ 1552698 h 2044477"/>
              <a:gd name="connsiteX3-81" fmla="*/ 649963 w 1406877"/>
              <a:gd name="connsiteY3-82" fmla="*/ 0 h 2044477"/>
              <a:gd name="connsiteX4-83" fmla="*/ 1406877 w 1406877"/>
              <a:gd name="connsiteY4-84" fmla="*/ 2034781 h 2044477"/>
              <a:gd name="connsiteX0-85" fmla="*/ 148584 w 649963"/>
              <a:gd name="connsiteY0-86" fmla="*/ 2044477 h 2044477"/>
              <a:gd name="connsiteX1-87" fmla="*/ 118571 w 649963"/>
              <a:gd name="connsiteY1-88" fmla="*/ 1979996 h 2044477"/>
              <a:gd name="connsiteX2-89" fmla="*/ 11855 w 649963"/>
              <a:gd name="connsiteY2-90" fmla="*/ 1552698 h 2044477"/>
              <a:gd name="connsiteX3-91" fmla="*/ 649963 w 649963"/>
              <a:gd name="connsiteY3-92" fmla="*/ 0 h 2044477"/>
            </a:gdLst>
            <a:ahLst/>
            <a:cxnLst>
              <a:cxn ang="0">
                <a:pos x="connsiteX0-1" y="connsiteY0-2"/>
              </a:cxn>
              <a:cxn ang="0">
                <a:pos x="connsiteX1-3" y="connsiteY1-4"/>
              </a:cxn>
              <a:cxn ang="0">
                <a:pos x="connsiteX2-5" y="connsiteY2-6"/>
              </a:cxn>
              <a:cxn ang="0">
                <a:pos x="connsiteX3-7" y="connsiteY3-8"/>
              </a:cxn>
            </a:cxnLst>
            <a:rect l="l" t="t" r="r" b="b"/>
            <a:pathLst>
              <a:path w="649963" h="2044477">
                <a:moveTo>
                  <a:pt x="148584" y="2044477"/>
                </a:moveTo>
                <a:lnTo>
                  <a:pt x="118571" y="1979996"/>
                </a:lnTo>
                <a:cubicBezTo>
                  <a:pt x="65551" y="1844343"/>
                  <a:pt x="29293" y="1700958"/>
                  <a:pt x="11855" y="1552698"/>
                </a:cubicBezTo>
                <a:cubicBezTo>
                  <a:pt x="-57895" y="959659"/>
                  <a:pt x="183361" y="372616"/>
                  <a:pt x="649963" y="0"/>
                </a:cubicBez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5" name="任意多边形: 形状 14"/>
          <p:cNvSpPr>
            <a:spLocks noChangeAspect="1"/>
          </p:cNvSpPr>
          <p:nvPr userDrawn="1">
            <p:custDataLst>
              <p:tags r:id="rId6"/>
            </p:custDataLst>
          </p:nvPr>
        </p:nvSpPr>
        <p:spPr>
          <a:xfrm rot="16200000">
            <a:off x="9243622" y="127619"/>
            <a:ext cx="1736864" cy="1481625"/>
          </a:xfrm>
          <a:custGeom>
            <a:avLst/>
            <a:gdLst>
              <a:gd name="connsiteX0" fmla="*/ 1736864 w 4216134"/>
              <a:gd name="connsiteY0" fmla="*/ 0 h 2483593"/>
              <a:gd name="connsiteX1" fmla="*/ 1736864 w 4216134"/>
              <a:gd name="connsiteY1" fmla="*/ 2483593 h 2483593"/>
              <a:gd name="connsiteX2" fmla="*/ 0 w 4216134"/>
              <a:gd name="connsiteY2" fmla="*/ 1481625 h 2483593"/>
              <a:gd name="connsiteX3" fmla="*/ 1576110 w 4216134"/>
              <a:gd name="connsiteY3" fmla="*/ 24177 h 2483593"/>
              <a:gd name="connsiteX4" fmla="*/ 4216134 w 4216134"/>
              <a:gd name="connsiteY4" fmla="*/ 2124236 h 2483593"/>
              <a:gd name="connsiteX5" fmla="*/ 4216093 w 4216134"/>
              <a:gd name="connsiteY5" fmla="*/ 2125372 h 2483593"/>
              <a:gd name="connsiteX6" fmla="*/ 4216093 w 4216134"/>
              <a:gd name="connsiteY6" fmla="*/ 2123168 h 2483593"/>
              <a:gd name="connsiteX0-1" fmla="*/ 1736864 w 4216134"/>
              <a:gd name="connsiteY0-2" fmla="*/ 0 h 2483593"/>
              <a:gd name="connsiteX1-3" fmla="*/ 1736864 w 4216134"/>
              <a:gd name="connsiteY1-4" fmla="*/ 2483593 h 2483593"/>
              <a:gd name="connsiteX2-5" fmla="*/ 885963 w 4216134"/>
              <a:gd name="connsiteY2-6" fmla="*/ 2007958 h 2483593"/>
              <a:gd name="connsiteX3-7" fmla="*/ 0 w 4216134"/>
              <a:gd name="connsiteY3-8" fmla="*/ 1481625 h 2483593"/>
              <a:gd name="connsiteX4-9" fmla="*/ 1576110 w 4216134"/>
              <a:gd name="connsiteY4-10" fmla="*/ 24177 h 2483593"/>
              <a:gd name="connsiteX5-11" fmla="*/ 1736864 w 4216134"/>
              <a:gd name="connsiteY5-12" fmla="*/ 0 h 2483593"/>
              <a:gd name="connsiteX6-13" fmla="*/ 4216134 w 4216134"/>
              <a:gd name="connsiteY6-14" fmla="*/ 2124236 h 2483593"/>
              <a:gd name="connsiteX7" fmla="*/ 4216093 w 4216134"/>
              <a:gd name="connsiteY7" fmla="*/ 2125372 h 2483593"/>
              <a:gd name="connsiteX8" fmla="*/ 4216093 w 4216134"/>
              <a:gd name="connsiteY8" fmla="*/ 2123168 h 2483593"/>
              <a:gd name="connsiteX9" fmla="*/ 4216134 w 4216134"/>
              <a:gd name="connsiteY9" fmla="*/ 2124236 h 2483593"/>
              <a:gd name="connsiteX0-15" fmla="*/ 885963 w 4216134"/>
              <a:gd name="connsiteY0-16" fmla="*/ 2007958 h 2483593"/>
              <a:gd name="connsiteX1-17" fmla="*/ 0 w 4216134"/>
              <a:gd name="connsiteY1-18" fmla="*/ 1481625 h 2483593"/>
              <a:gd name="connsiteX2-19" fmla="*/ 1576110 w 4216134"/>
              <a:gd name="connsiteY2-20" fmla="*/ 24177 h 2483593"/>
              <a:gd name="connsiteX3-21" fmla="*/ 1736864 w 4216134"/>
              <a:gd name="connsiteY3-22" fmla="*/ 0 h 2483593"/>
              <a:gd name="connsiteX4-23" fmla="*/ 4216134 w 4216134"/>
              <a:gd name="connsiteY4-24" fmla="*/ 2124236 h 2483593"/>
              <a:gd name="connsiteX5-25" fmla="*/ 4216093 w 4216134"/>
              <a:gd name="connsiteY5-26" fmla="*/ 2125372 h 2483593"/>
              <a:gd name="connsiteX6-27" fmla="*/ 4216093 w 4216134"/>
              <a:gd name="connsiteY6-28" fmla="*/ 2123168 h 2483593"/>
              <a:gd name="connsiteX7-29" fmla="*/ 4216134 w 4216134"/>
              <a:gd name="connsiteY7-30" fmla="*/ 2124236 h 2483593"/>
              <a:gd name="connsiteX8-31" fmla="*/ 1736864 w 4216134"/>
              <a:gd name="connsiteY8-32" fmla="*/ 2483593 h 2483593"/>
              <a:gd name="connsiteX9-33" fmla="*/ 977403 w 4216134"/>
              <a:gd name="connsiteY9-34" fmla="*/ 2099398 h 2483593"/>
              <a:gd name="connsiteX0-35" fmla="*/ 885963 w 4216134"/>
              <a:gd name="connsiteY0-36" fmla="*/ 2007958 h 2483593"/>
              <a:gd name="connsiteX1-37" fmla="*/ 0 w 4216134"/>
              <a:gd name="connsiteY1-38" fmla="*/ 1481625 h 2483593"/>
              <a:gd name="connsiteX2-39" fmla="*/ 1576110 w 4216134"/>
              <a:gd name="connsiteY2-40" fmla="*/ 24177 h 2483593"/>
              <a:gd name="connsiteX3-41" fmla="*/ 1736864 w 4216134"/>
              <a:gd name="connsiteY3-42" fmla="*/ 0 h 2483593"/>
              <a:gd name="connsiteX4-43" fmla="*/ 885963 w 4216134"/>
              <a:gd name="connsiteY4-44" fmla="*/ 2007958 h 2483593"/>
              <a:gd name="connsiteX5-45" fmla="*/ 4216134 w 4216134"/>
              <a:gd name="connsiteY5-46" fmla="*/ 2124236 h 2483593"/>
              <a:gd name="connsiteX6-47" fmla="*/ 4216093 w 4216134"/>
              <a:gd name="connsiteY6-48" fmla="*/ 2125372 h 2483593"/>
              <a:gd name="connsiteX7-49" fmla="*/ 4216093 w 4216134"/>
              <a:gd name="connsiteY7-50" fmla="*/ 2123168 h 2483593"/>
              <a:gd name="connsiteX8-51" fmla="*/ 4216134 w 4216134"/>
              <a:gd name="connsiteY8-52" fmla="*/ 2124236 h 2483593"/>
              <a:gd name="connsiteX9-53" fmla="*/ 1736864 w 4216134"/>
              <a:gd name="connsiteY9-54" fmla="*/ 2483593 h 2483593"/>
              <a:gd name="connsiteX0-55" fmla="*/ 885963 w 4216134"/>
              <a:gd name="connsiteY0-56" fmla="*/ 2007958 h 2125372"/>
              <a:gd name="connsiteX1-57" fmla="*/ 0 w 4216134"/>
              <a:gd name="connsiteY1-58" fmla="*/ 1481625 h 2125372"/>
              <a:gd name="connsiteX2-59" fmla="*/ 1576110 w 4216134"/>
              <a:gd name="connsiteY2-60" fmla="*/ 24177 h 2125372"/>
              <a:gd name="connsiteX3-61" fmla="*/ 1736864 w 4216134"/>
              <a:gd name="connsiteY3-62" fmla="*/ 0 h 2125372"/>
              <a:gd name="connsiteX4-63" fmla="*/ 885963 w 4216134"/>
              <a:gd name="connsiteY4-64" fmla="*/ 2007958 h 2125372"/>
              <a:gd name="connsiteX5-65" fmla="*/ 4216134 w 4216134"/>
              <a:gd name="connsiteY5-66" fmla="*/ 2124236 h 2125372"/>
              <a:gd name="connsiteX6-67" fmla="*/ 4216093 w 4216134"/>
              <a:gd name="connsiteY6-68" fmla="*/ 2125372 h 2125372"/>
              <a:gd name="connsiteX7-69" fmla="*/ 4216093 w 4216134"/>
              <a:gd name="connsiteY7-70" fmla="*/ 2123168 h 2125372"/>
              <a:gd name="connsiteX8-71" fmla="*/ 4216134 w 4216134"/>
              <a:gd name="connsiteY8-72" fmla="*/ 2124236 h 2125372"/>
              <a:gd name="connsiteX0-73" fmla="*/ 885963 w 4216134"/>
              <a:gd name="connsiteY0-74" fmla="*/ 2007958 h 2125372"/>
              <a:gd name="connsiteX1-75" fmla="*/ 0 w 4216134"/>
              <a:gd name="connsiteY1-76" fmla="*/ 1481625 h 2125372"/>
              <a:gd name="connsiteX2-77" fmla="*/ 1576110 w 4216134"/>
              <a:gd name="connsiteY2-78" fmla="*/ 24177 h 2125372"/>
              <a:gd name="connsiteX3-79" fmla="*/ 1736864 w 4216134"/>
              <a:gd name="connsiteY3-80" fmla="*/ 0 h 2125372"/>
              <a:gd name="connsiteX4-81" fmla="*/ 885963 w 4216134"/>
              <a:gd name="connsiteY4-82" fmla="*/ 2007958 h 2125372"/>
              <a:gd name="connsiteX5-83" fmla="*/ 4216134 w 4216134"/>
              <a:gd name="connsiteY5-84" fmla="*/ 2124236 h 2125372"/>
              <a:gd name="connsiteX6-85" fmla="*/ 4216093 w 4216134"/>
              <a:gd name="connsiteY6-86" fmla="*/ 2125372 h 2125372"/>
              <a:gd name="connsiteX7-87" fmla="*/ 4216093 w 4216134"/>
              <a:gd name="connsiteY7-88" fmla="*/ 2123168 h 2125372"/>
              <a:gd name="connsiteX0-89" fmla="*/ 885963 w 4216134"/>
              <a:gd name="connsiteY0-90" fmla="*/ 2007958 h 2125372"/>
              <a:gd name="connsiteX1-91" fmla="*/ 0 w 4216134"/>
              <a:gd name="connsiteY1-92" fmla="*/ 1481625 h 2125372"/>
              <a:gd name="connsiteX2-93" fmla="*/ 1576110 w 4216134"/>
              <a:gd name="connsiteY2-94" fmla="*/ 24177 h 2125372"/>
              <a:gd name="connsiteX3-95" fmla="*/ 1736864 w 4216134"/>
              <a:gd name="connsiteY3-96" fmla="*/ 0 h 2125372"/>
              <a:gd name="connsiteX4-97" fmla="*/ 885963 w 4216134"/>
              <a:gd name="connsiteY4-98" fmla="*/ 2007958 h 2125372"/>
              <a:gd name="connsiteX5-99" fmla="*/ 4216134 w 4216134"/>
              <a:gd name="connsiteY5-100" fmla="*/ 2124236 h 2125372"/>
              <a:gd name="connsiteX6-101" fmla="*/ 4216093 w 4216134"/>
              <a:gd name="connsiteY6-102" fmla="*/ 2125372 h 2125372"/>
              <a:gd name="connsiteX0-103" fmla="*/ 885963 w 1736864"/>
              <a:gd name="connsiteY0-104" fmla="*/ 2007958 h 2007958"/>
              <a:gd name="connsiteX1-105" fmla="*/ 0 w 1736864"/>
              <a:gd name="connsiteY1-106" fmla="*/ 1481625 h 2007958"/>
              <a:gd name="connsiteX2-107" fmla="*/ 1576110 w 1736864"/>
              <a:gd name="connsiteY2-108" fmla="*/ 24177 h 2007958"/>
              <a:gd name="connsiteX3-109" fmla="*/ 1736864 w 1736864"/>
              <a:gd name="connsiteY3-110" fmla="*/ 0 h 2007958"/>
              <a:gd name="connsiteX4-111" fmla="*/ 885963 w 1736864"/>
              <a:gd name="connsiteY4-112" fmla="*/ 2007958 h 2007958"/>
              <a:gd name="connsiteX0-113" fmla="*/ 0 w 1736864"/>
              <a:gd name="connsiteY0-114" fmla="*/ 1481625 h 2099398"/>
              <a:gd name="connsiteX1-115" fmla="*/ 1576110 w 1736864"/>
              <a:gd name="connsiteY1-116" fmla="*/ 24177 h 2099398"/>
              <a:gd name="connsiteX2-117" fmla="*/ 1736864 w 1736864"/>
              <a:gd name="connsiteY2-118" fmla="*/ 0 h 2099398"/>
              <a:gd name="connsiteX3-119" fmla="*/ 977403 w 1736864"/>
              <a:gd name="connsiteY3-120" fmla="*/ 2099398 h 2099398"/>
              <a:gd name="connsiteX0-121" fmla="*/ 0 w 1736864"/>
              <a:gd name="connsiteY0-122" fmla="*/ 1481625 h 1481625"/>
              <a:gd name="connsiteX1-123" fmla="*/ 1576110 w 1736864"/>
              <a:gd name="connsiteY1-124" fmla="*/ 24177 h 1481625"/>
              <a:gd name="connsiteX2-125" fmla="*/ 1736864 w 1736864"/>
              <a:gd name="connsiteY2-126" fmla="*/ 0 h 1481625"/>
            </a:gdLst>
            <a:ahLst/>
            <a:cxnLst>
              <a:cxn ang="0">
                <a:pos x="connsiteX0-1" y="connsiteY0-2"/>
              </a:cxn>
              <a:cxn ang="0">
                <a:pos x="connsiteX1-3" y="connsiteY1-4"/>
              </a:cxn>
              <a:cxn ang="0">
                <a:pos x="connsiteX2-5" y="connsiteY2-6"/>
              </a:cxn>
            </a:cxnLst>
            <a:rect l="l" t="t" r="r" b="b"/>
            <a:pathLst>
              <a:path w="1736864" h="1481625">
                <a:moveTo>
                  <a:pt x="0" y="1481625"/>
                </a:moveTo>
                <a:cubicBezTo>
                  <a:pt x="231589" y="742961"/>
                  <a:pt x="837233" y="193516"/>
                  <a:pt x="1576110" y="24177"/>
                </a:cubicBezTo>
                <a:lnTo>
                  <a:pt x="1736864" y="0"/>
                </a:ln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6" name="椭圆 15"/>
          <p:cNvSpPr>
            <a:spLocks noChangeAspect="1"/>
          </p:cNvSpPr>
          <p:nvPr userDrawn="1">
            <p:custDataLst>
              <p:tags r:id="rId7"/>
            </p:custDataLst>
          </p:nvPr>
        </p:nvSpPr>
        <p:spPr>
          <a:xfrm rot="16200000">
            <a:off x="11716140" y="1332452"/>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7" name="任意多边形: 形状 16"/>
          <p:cNvSpPr>
            <a:spLocks noChangeAspect="1"/>
          </p:cNvSpPr>
          <p:nvPr userDrawn="1">
            <p:custDataLst>
              <p:tags r:id="rId8"/>
            </p:custDataLst>
          </p:nvPr>
        </p:nvSpPr>
        <p:spPr>
          <a:xfrm rot="16200000">
            <a:off x="10791949" y="-470608"/>
            <a:ext cx="916108" cy="1883994"/>
          </a:xfrm>
          <a:custGeom>
            <a:avLst/>
            <a:gdLst>
              <a:gd name="connsiteX0" fmla="*/ 916108 w 916108"/>
              <a:gd name="connsiteY0" fmla="*/ 0 h 1883994"/>
              <a:gd name="connsiteX1" fmla="*/ 916108 w 916108"/>
              <a:gd name="connsiteY1" fmla="*/ 1883994 h 1883994"/>
              <a:gd name="connsiteX2" fmla="*/ 212597 w 916108"/>
              <a:gd name="connsiteY2" fmla="*/ 1883994 h 1883994"/>
              <a:gd name="connsiteX3" fmla="*/ 211412 w 916108"/>
              <a:gd name="connsiteY3" fmla="*/ 1882408 h 1883994"/>
              <a:gd name="connsiteX4" fmla="*/ 0 w 916108"/>
              <a:gd name="connsiteY4" fmla="*/ 1190294 h 1883994"/>
              <a:gd name="connsiteX5" fmla="*/ 756045 w 916108"/>
              <a:gd name="connsiteY5" fmla="*/ 49686 h 1883994"/>
              <a:gd name="connsiteX0-1" fmla="*/ 916108 w 916108"/>
              <a:gd name="connsiteY0-2" fmla="*/ 0 h 1909394"/>
              <a:gd name="connsiteX1-3" fmla="*/ 916108 w 916108"/>
              <a:gd name="connsiteY1-4" fmla="*/ 1883994 h 1909394"/>
              <a:gd name="connsiteX2-5" fmla="*/ 547808 w 916108"/>
              <a:gd name="connsiteY2-6" fmla="*/ 1909394 h 1909394"/>
              <a:gd name="connsiteX3-7" fmla="*/ 212597 w 916108"/>
              <a:gd name="connsiteY3-8" fmla="*/ 1883994 h 1909394"/>
              <a:gd name="connsiteX4-9" fmla="*/ 211412 w 916108"/>
              <a:gd name="connsiteY4-10" fmla="*/ 1882408 h 1909394"/>
              <a:gd name="connsiteX5-11" fmla="*/ 0 w 916108"/>
              <a:gd name="connsiteY5-12" fmla="*/ 1190294 h 1909394"/>
              <a:gd name="connsiteX6" fmla="*/ 756045 w 916108"/>
              <a:gd name="connsiteY6" fmla="*/ 49686 h 1909394"/>
              <a:gd name="connsiteX7" fmla="*/ 916108 w 916108"/>
              <a:gd name="connsiteY7" fmla="*/ 0 h 1909394"/>
              <a:gd name="connsiteX0-13" fmla="*/ 547808 w 916108"/>
              <a:gd name="connsiteY0-14" fmla="*/ 1909394 h 2000834"/>
              <a:gd name="connsiteX1-15" fmla="*/ 212597 w 916108"/>
              <a:gd name="connsiteY1-16" fmla="*/ 1883994 h 2000834"/>
              <a:gd name="connsiteX2-17" fmla="*/ 211412 w 916108"/>
              <a:gd name="connsiteY2-18" fmla="*/ 1882408 h 2000834"/>
              <a:gd name="connsiteX3-19" fmla="*/ 0 w 916108"/>
              <a:gd name="connsiteY3-20" fmla="*/ 1190294 h 2000834"/>
              <a:gd name="connsiteX4-21" fmla="*/ 756045 w 916108"/>
              <a:gd name="connsiteY4-22" fmla="*/ 49686 h 2000834"/>
              <a:gd name="connsiteX5-23" fmla="*/ 916108 w 916108"/>
              <a:gd name="connsiteY5-24" fmla="*/ 0 h 2000834"/>
              <a:gd name="connsiteX6-25" fmla="*/ 916108 w 916108"/>
              <a:gd name="connsiteY6-26" fmla="*/ 1883994 h 2000834"/>
              <a:gd name="connsiteX7-27" fmla="*/ 639248 w 916108"/>
              <a:gd name="connsiteY7-28" fmla="*/ 2000834 h 2000834"/>
              <a:gd name="connsiteX0-29" fmla="*/ 547808 w 916108"/>
              <a:gd name="connsiteY0-30" fmla="*/ 1909394 h 1909394"/>
              <a:gd name="connsiteX1-31" fmla="*/ 212597 w 916108"/>
              <a:gd name="connsiteY1-32" fmla="*/ 1883994 h 1909394"/>
              <a:gd name="connsiteX2-33" fmla="*/ 211412 w 916108"/>
              <a:gd name="connsiteY2-34" fmla="*/ 1882408 h 1909394"/>
              <a:gd name="connsiteX3-35" fmla="*/ 0 w 916108"/>
              <a:gd name="connsiteY3-36" fmla="*/ 1190294 h 1909394"/>
              <a:gd name="connsiteX4-37" fmla="*/ 756045 w 916108"/>
              <a:gd name="connsiteY4-38" fmla="*/ 49686 h 1909394"/>
              <a:gd name="connsiteX5-39" fmla="*/ 916108 w 916108"/>
              <a:gd name="connsiteY5-40" fmla="*/ 0 h 1909394"/>
              <a:gd name="connsiteX6-41" fmla="*/ 916108 w 916108"/>
              <a:gd name="connsiteY6-42" fmla="*/ 1883994 h 1909394"/>
              <a:gd name="connsiteX0-43" fmla="*/ 547808 w 916108"/>
              <a:gd name="connsiteY0-44" fmla="*/ 1909394 h 1909394"/>
              <a:gd name="connsiteX1-45" fmla="*/ 212597 w 916108"/>
              <a:gd name="connsiteY1-46" fmla="*/ 1883994 h 1909394"/>
              <a:gd name="connsiteX2-47" fmla="*/ 211412 w 916108"/>
              <a:gd name="connsiteY2-48" fmla="*/ 1882408 h 1909394"/>
              <a:gd name="connsiteX3-49" fmla="*/ 0 w 916108"/>
              <a:gd name="connsiteY3-50" fmla="*/ 1190294 h 1909394"/>
              <a:gd name="connsiteX4-51" fmla="*/ 756045 w 916108"/>
              <a:gd name="connsiteY4-52" fmla="*/ 49686 h 1909394"/>
              <a:gd name="connsiteX5-53" fmla="*/ 916108 w 916108"/>
              <a:gd name="connsiteY5-54" fmla="*/ 0 h 1909394"/>
              <a:gd name="connsiteX0-55" fmla="*/ 212597 w 916108"/>
              <a:gd name="connsiteY0-56" fmla="*/ 1883994 h 1883994"/>
              <a:gd name="connsiteX1-57" fmla="*/ 211412 w 916108"/>
              <a:gd name="connsiteY1-58" fmla="*/ 1882408 h 1883994"/>
              <a:gd name="connsiteX2-59" fmla="*/ 0 w 916108"/>
              <a:gd name="connsiteY2-60" fmla="*/ 1190294 h 1883994"/>
              <a:gd name="connsiteX3-61" fmla="*/ 756045 w 916108"/>
              <a:gd name="connsiteY3-62" fmla="*/ 49686 h 1883994"/>
              <a:gd name="connsiteX4-63" fmla="*/ 916108 w 916108"/>
              <a:gd name="connsiteY4-64" fmla="*/ 0 h 188399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6108" h="1883994">
                <a:moveTo>
                  <a:pt x="212597" y="1883994"/>
                </a:moveTo>
                <a:lnTo>
                  <a:pt x="211412" y="1882408"/>
                </a:lnTo>
                <a:cubicBezTo>
                  <a:pt x="77937" y="1684840"/>
                  <a:pt x="0" y="1446669"/>
                  <a:pt x="0" y="1190294"/>
                </a:cubicBezTo>
                <a:cubicBezTo>
                  <a:pt x="0" y="677544"/>
                  <a:pt x="311749" y="237608"/>
                  <a:pt x="756045" y="49686"/>
                </a:cubicBezTo>
                <a:lnTo>
                  <a:pt x="916108" y="0"/>
                </a:lnTo>
              </a:path>
            </a:pathLst>
          </a:custGeom>
          <a:noFill/>
          <a:ln w="19050">
            <a:solidFill>
              <a:schemeClr val="accent1">
                <a:lumMod val="40000"/>
                <a:lumOff val="60000"/>
                <a:alpha val="42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8" name="椭圆 17"/>
          <p:cNvSpPr>
            <a:spLocks noChangeAspect="1"/>
          </p:cNvSpPr>
          <p:nvPr userDrawn="1">
            <p:custDataLst>
              <p:tags r:id="rId9"/>
            </p:custDataLst>
          </p:nvPr>
        </p:nvSpPr>
        <p:spPr>
          <a:xfrm rot="16200000">
            <a:off x="9597937" y="720000"/>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1"/>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p>
        </p:txBody>
      </p:sp>
      <p:sp>
        <p:nvSpPr>
          <p:cNvPr id="7" name="日期占位符 3"/>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t>2025/7/4</a:t>
            </a:fld>
            <a:endParaRPr lang="zh-CN" altLang="en-US"/>
          </a:p>
        </p:txBody>
      </p:sp>
      <p:sp>
        <p:nvSpPr>
          <p:cNvPr id="8" name="页脚占位符 4"/>
          <p:cNvSpPr>
            <a:spLocks noGrp="1"/>
          </p:cNvSpPr>
          <p:nvPr>
            <p:ph type="ftr" sz="quarter" idx="11"/>
            <p:custDataLst>
              <p:tags r:id="rId3"/>
            </p:custDataLst>
          </p:nvPr>
        </p:nvSpPr>
        <p:spPr/>
        <p:txBody>
          <a:bodyPr/>
          <a:lstStyle/>
          <a:p>
            <a:endParaRPr lang="zh-CN" altLang="en-US"/>
          </a:p>
        </p:txBody>
      </p:sp>
      <p:sp>
        <p:nvSpPr>
          <p:cNvPr id="9" name="灯片编号占位符 5"/>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t>‹#›</a:t>
            </a:fld>
            <a:endParaRPr lang="zh-CN" altLang="en-US"/>
          </a:p>
        </p:txBody>
      </p:sp>
      <p:sp>
        <p:nvSpPr>
          <p:cNvPr id="4" name="标题 3"/>
          <p:cNvSpPr>
            <a:spLocks noGrp="1"/>
          </p:cNvSpPr>
          <p:nvPr>
            <p:ph type="title"/>
            <p:custDataLst>
              <p:tags r:id="rId5"/>
            </p:custDataLst>
          </p:nvPr>
        </p:nvSpPr>
        <p:spPr/>
        <p:txBody>
          <a:bodyPr/>
          <a:lstStyle/>
          <a:p>
            <a:r>
              <a:rPr lang="zh-CN" altLang="en-US"/>
              <a:t>单击此处编辑母版标题样式</a:t>
            </a:r>
          </a:p>
        </p:txBody>
      </p:sp>
      <p:sp>
        <p:nvSpPr>
          <p:cNvPr id="14" name="任意多边形: 形状 13"/>
          <p:cNvSpPr>
            <a:spLocks noChangeAspect="1"/>
          </p:cNvSpPr>
          <p:nvPr userDrawn="1">
            <p:custDataLst>
              <p:tags r:id="rId6"/>
            </p:custDataLst>
          </p:nvPr>
        </p:nvSpPr>
        <p:spPr>
          <a:xfrm rot="16200000">
            <a:off x="10844781" y="59657"/>
            <a:ext cx="649963" cy="2044477"/>
          </a:xfrm>
          <a:custGeom>
            <a:avLst/>
            <a:gdLst>
              <a:gd name="connsiteX0" fmla="*/ 1406877 w 1406877"/>
              <a:gd name="connsiteY0" fmla="*/ 947834 h 2044477"/>
              <a:gd name="connsiteX1" fmla="*/ 1406877 w 1406877"/>
              <a:gd name="connsiteY1" fmla="*/ 2034781 h 2044477"/>
              <a:gd name="connsiteX2" fmla="*/ 1402315 w 1406877"/>
              <a:gd name="connsiteY2" fmla="*/ 2044477 h 2044477"/>
              <a:gd name="connsiteX3" fmla="*/ 148584 w 1406877"/>
              <a:gd name="connsiteY3" fmla="*/ 2044477 h 2044477"/>
              <a:gd name="connsiteX4" fmla="*/ 118571 w 1406877"/>
              <a:gd name="connsiteY4" fmla="*/ 1979996 h 2044477"/>
              <a:gd name="connsiteX5" fmla="*/ 11855 w 1406877"/>
              <a:gd name="connsiteY5" fmla="*/ 1552698 h 2044477"/>
              <a:gd name="connsiteX6" fmla="*/ 649963 w 1406877"/>
              <a:gd name="connsiteY6" fmla="*/ 0 h 2044477"/>
              <a:gd name="connsiteX0-1" fmla="*/ 1406877 w 1406877"/>
              <a:gd name="connsiteY0-2" fmla="*/ 947834 h 2044477"/>
              <a:gd name="connsiteX1-3" fmla="*/ 1406877 w 1406877"/>
              <a:gd name="connsiteY1-4" fmla="*/ 2034781 h 2044477"/>
              <a:gd name="connsiteX2-5" fmla="*/ 1402315 w 1406877"/>
              <a:gd name="connsiteY2-6" fmla="*/ 2044477 h 2044477"/>
              <a:gd name="connsiteX3-7" fmla="*/ 390877 w 1406877"/>
              <a:gd name="connsiteY3-8" fmla="*/ 2044476 h 2044477"/>
              <a:gd name="connsiteX4-9" fmla="*/ 148584 w 1406877"/>
              <a:gd name="connsiteY4-10" fmla="*/ 2044477 h 2044477"/>
              <a:gd name="connsiteX5-11" fmla="*/ 118571 w 1406877"/>
              <a:gd name="connsiteY5-12" fmla="*/ 1979996 h 2044477"/>
              <a:gd name="connsiteX6-13" fmla="*/ 11855 w 1406877"/>
              <a:gd name="connsiteY6-14" fmla="*/ 1552698 h 2044477"/>
              <a:gd name="connsiteX7" fmla="*/ 649963 w 1406877"/>
              <a:gd name="connsiteY7" fmla="*/ 0 h 2044477"/>
              <a:gd name="connsiteX8" fmla="*/ 1406877 w 1406877"/>
              <a:gd name="connsiteY8" fmla="*/ 947834 h 2044477"/>
              <a:gd name="connsiteX0-15" fmla="*/ 390877 w 1406877"/>
              <a:gd name="connsiteY0-16" fmla="*/ 2044476 h 2135916"/>
              <a:gd name="connsiteX1-17" fmla="*/ 148584 w 1406877"/>
              <a:gd name="connsiteY1-18" fmla="*/ 2044477 h 2135916"/>
              <a:gd name="connsiteX2-19" fmla="*/ 118571 w 1406877"/>
              <a:gd name="connsiteY2-20" fmla="*/ 1979996 h 2135916"/>
              <a:gd name="connsiteX3-21" fmla="*/ 11855 w 1406877"/>
              <a:gd name="connsiteY3-22" fmla="*/ 1552698 h 2135916"/>
              <a:gd name="connsiteX4-23" fmla="*/ 649963 w 1406877"/>
              <a:gd name="connsiteY4-24" fmla="*/ 0 h 2135916"/>
              <a:gd name="connsiteX5-25" fmla="*/ 1406877 w 1406877"/>
              <a:gd name="connsiteY5-26" fmla="*/ 947834 h 2135916"/>
              <a:gd name="connsiteX6-27" fmla="*/ 1406877 w 1406877"/>
              <a:gd name="connsiteY6-28" fmla="*/ 2034781 h 2135916"/>
              <a:gd name="connsiteX7-29" fmla="*/ 1402315 w 1406877"/>
              <a:gd name="connsiteY7-30" fmla="*/ 2044477 h 2135916"/>
              <a:gd name="connsiteX8-31" fmla="*/ 482317 w 1406877"/>
              <a:gd name="connsiteY8-32" fmla="*/ 2135916 h 2135916"/>
              <a:gd name="connsiteX0-33" fmla="*/ 390877 w 1406877"/>
              <a:gd name="connsiteY0-34" fmla="*/ 2044476 h 2044477"/>
              <a:gd name="connsiteX1-35" fmla="*/ 148584 w 1406877"/>
              <a:gd name="connsiteY1-36" fmla="*/ 2044477 h 2044477"/>
              <a:gd name="connsiteX2-37" fmla="*/ 118571 w 1406877"/>
              <a:gd name="connsiteY2-38" fmla="*/ 1979996 h 2044477"/>
              <a:gd name="connsiteX3-39" fmla="*/ 11855 w 1406877"/>
              <a:gd name="connsiteY3-40" fmla="*/ 1552698 h 2044477"/>
              <a:gd name="connsiteX4-41" fmla="*/ 649963 w 1406877"/>
              <a:gd name="connsiteY4-42" fmla="*/ 0 h 2044477"/>
              <a:gd name="connsiteX5-43" fmla="*/ 1406877 w 1406877"/>
              <a:gd name="connsiteY5-44" fmla="*/ 947834 h 2044477"/>
              <a:gd name="connsiteX6-45" fmla="*/ 1406877 w 1406877"/>
              <a:gd name="connsiteY6-46" fmla="*/ 2034781 h 2044477"/>
              <a:gd name="connsiteX7-47" fmla="*/ 1402315 w 1406877"/>
              <a:gd name="connsiteY7-48" fmla="*/ 2044477 h 2044477"/>
              <a:gd name="connsiteX0-49" fmla="*/ 148584 w 1406877"/>
              <a:gd name="connsiteY0-50" fmla="*/ 2044477 h 2044477"/>
              <a:gd name="connsiteX1-51" fmla="*/ 118571 w 1406877"/>
              <a:gd name="connsiteY1-52" fmla="*/ 1979996 h 2044477"/>
              <a:gd name="connsiteX2-53" fmla="*/ 11855 w 1406877"/>
              <a:gd name="connsiteY2-54" fmla="*/ 1552698 h 2044477"/>
              <a:gd name="connsiteX3-55" fmla="*/ 649963 w 1406877"/>
              <a:gd name="connsiteY3-56" fmla="*/ 0 h 2044477"/>
              <a:gd name="connsiteX4-57" fmla="*/ 1406877 w 1406877"/>
              <a:gd name="connsiteY4-58" fmla="*/ 947834 h 2044477"/>
              <a:gd name="connsiteX5-59" fmla="*/ 1406877 w 1406877"/>
              <a:gd name="connsiteY5-60" fmla="*/ 2034781 h 2044477"/>
              <a:gd name="connsiteX6-61" fmla="*/ 1402315 w 1406877"/>
              <a:gd name="connsiteY6-62" fmla="*/ 2044477 h 2044477"/>
              <a:gd name="connsiteX0-63" fmla="*/ 148584 w 1406877"/>
              <a:gd name="connsiteY0-64" fmla="*/ 2044477 h 2044477"/>
              <a:gd name="connsiteX1-65" fmla="*/ 118571 w 1406877"/>
              <a:gd name="connsiteY1-66" fmla="*/ 1979996 h 2044477"/>
              <a:gd name="connsiteX2-67" fmla="*/ 11855 w 1406877"/>
              <a:gd name="connsiteY2-68" fmla="*/ 1552698 h 2044477"/>
              <a:gd name="connsiteX3-69" fmla="*/ 649963 w 1406877"/>
              <a:gd name="connsiteY3-70" fmla="*/ 0 h 2044477"/>
              <a:gd name="connsiteX4-71" fmla="*/ 1406877 w 1406877"/>
              <a:gd name="connsiteY4-72" fmla="*/ 947834 h 2044477"/>
              <a:gd name="connsiteX5-73" fmla="*/ 1406877 w 1406877"/>
              <a:gd name="connsiteY5-74" fmla="*/ 2034781 h 2044477"/>
              <a:gd name="connsiteX0-75" fmla="*/ 148584 w 1406877"/>
              <a:gd name="connsiteY0-76" fmla="*/ 2044477 h 2044477"/>
              <a:gd name="connsiteX1-77" fmla="*/ 118571 w 1406877"/>
              <a:gd name="connsiteY1-78" fmla="*/ 1979996 h 2044477"/>
              <a:gd name="connsiteX2-79" fmla="*/ 11855 w 1406877"/>
              <a:gd name="connsiteY2-80" fmla="*/ 1552698 h 2044477"/>
              <a:gd name="connsiteX3-81" fmla="*/ 649963 w 1406877"/>
              <a:gd name="connsiteY3-82" fmla="*/ 0 h 2044477"/>
              <a:gd name="connsiteX4-83" fmla="*/ 1406877 w 1406877"/>
              <a:gd name="connsiteY4-84" fmla="*/ 2034781 h 2044477"/>
              <a:gd name="connsiteX0-85" fmla="*/ 148584 w 649963"/>
              <a:gd name="connsiteY0-86" fmla="*/ 2044477 h 2044477"/>
              <a:gd name="connsiteX1-87" fmla="*/ 118571 w 649963"/>
              <a:gd name="connsiteY1-88" fmla="*/ 1979996 h 2044477"/>
              <a:gd name="connsiteX2-89" fmla="*/ 11855 w 649963"/>
              <a:gd name="connsiteY2-90" fmla="*/ 1552698 h 2044477"/>
              <a:gd name="connsiteX3-91" fmla="*/ 649963 w 649963"/>
              <a:gd name="connsiteY3-92" fmla="*/ 0 h 2044477"/>
            </a:gdLst>
            <a:ahLst/>
            <a:cxnLst>
              <a:cxn ang="0">
                <a:pos x="connsiteX0-1" y="connsiteY0-2"/>
              </a:cxn>
              <a:cxn ang="0">
                <a:pos x="connsiteX1-3" y="connsiteY1-4"/>
              </a:cxn>
              <a:cxn ang="0">
                <a:pos x="connsiteX2-5" y="connsiteY2-6"/>
              </a:cxn>
              <a:cxn ang="0">
                <a:pos x="connsiteX3-7" y="connsiteY3-8"/>
              </a:cxn>
            </a:cxnLst>
            <a:rect l="l" t="t" r="r" b="b"/>
            <a:pathLst>
              <a:path w="649963" h="2044477">
                <a:moveTo>
                  <a:pt x="148584" y="2044477"/>
                </a:moveTo>
                <a:lnTo>
                  <a:pt x="118571" y="1979996"/>
                </a:lnTo>
                <a:cubicBezTo>
                  <a:pt x="65551" y="1844343"/>
                  <a:pt x="29293" y="1700958"/>
                  <a:pt x="11855" y="1552698"/>
                </a:cubicBezTo>
                <a:cubicBezTo>
                  <a:pt x="-57895" y="959659"/>
                  <a:pt x="183361" y="372616"/>
                  <a:pt x="649963" y="0"/>
                </a:cubicBez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5" name="任意多边形: 形状 14"/>
          <p:cNvSpPr>
            <a:spLocks noChangeAspect="1"/>
          </p:cNvSpPr>
          <p:nvPr userDrawn="1">
            <p:custDataLst>
              <p:tags r:id="rId7"/>
            </p:custDataLst>
          </p:nvPr>
        </p:nvSpPr>
        <p:spPr>
          <a:xfrm rot="16200000">
            <a:off x="9243622" y="127619"/>
            <a:ext cx="1736864" cy="1481625"/>
          </a:xfrm>
          <a:custGeom>
            <a:avLst/>
            <a:gdLst>
              <a:gd name="connsiteX0" fmla="*/ 1736864 w 4216134"/>
              <a:gd name="connsiteY0" fmla="*/ 0 h 2483593"/>
              <a:gd name="connsiteX1" fmla="*/ 1736864 w 4216134"/>
              <a:gd name="connsiteY1" fmla="*/ 2483593 h 2483593"/>
              <a:gd name="connsiteX2" fmla="*/ 0 w 4216134"/>
              <a:gd name="connsiteY2" fmla="*/ 1481625 h 2483593"/>
              <a:gd name="connsiteX3" fmla="*/ 1576110 w 4216134"/>
              <a:gd name="connsiteY3" fmla="*/ 24177 h 2483593"/>
              <a:gd name="connsiteX4" fmla="*/ 4216134 w 4216134"/>
              <a:gd name="connsiteY4" fmla="*/ 2124236 h 2483593"/>
              <a:gd name="connsiteX5" fmla="*/ 4216093 w 4216134"/>
              <a:gd name="connsiteY5" fmla="*/ 2125372 h 2483593"/>
              <a:gd name="connsiteX6" fmla="*/ 4216093 w 4216134"/>
              <a:gd name="connsiteY6" fmla="*/ 2123168 h 2483593"/>
              <a:gd name="connsiteX0-1" fmla="*/ 1736864 w 4216134"/>
              <a:gd name="connsiteY0-2" fmla="*/ 0 h 2483593"/>
              <a:gd name="connsiteX1-3" fmla="*/ 1736864 w 4216134"/>
              <a:gd name="connsiteY1-4" fmla="*/ 2483593 h 2483593"/>
              <a:gd name="connsiteX2-5" fmla="*/ 885963 w 4216134"/>
              <a:gd name="connsiteY2-6" fmla="*/ 2007958 h 2483593"/>
              <a:gd name="connsiteX3-7" fmla="*/ 0 w 4216134"/>
              <a:gd name="connsiteY3-8" fmla="*/ 1481625 h 2483593"/>
              <a:gd name="connsiteX4-9" fmla="*/ 1576110 w 4216134"/>
              <a:gd name="connsiteY4-10" fmla="*/ 24177 h 2483593"/>
              <a:gd name="connsiteX5-11" fmla="*/ 1736864 w 4216134"/>
              <a:gd name="connsiteY5-12" fmla="*/ 0 h 2483593"/>
              <a:gd name="connsiteX6-13" fmla="*/ 4216134 w 4216134"/>
              <a:gd name="connsiteY6-14" fmla="*/ 2124236 h 2483593"/>
              <a:gd name="connsiteX7" fmla="*/ 4216093 w 4216134"/>
              <a:gd name="connsiteY7" fmla="*/ 2125372 h 2483593"/>
              <a:gd name="connsiteX8" fmla="*/ 4216093 w 4216134"/>
              <a:gd name="connsiteY8" fmla="*/ 2123168 h 2483593"/>
              <a:gd name="connsiteX9" fmla="*/ 4216134 w 4216134"/>
              <a:gd name="connsiteY9" fmla="*/ 2124236 h 2483593"/>
              <a:gd name="connsiteX0-15" fmla="*/ 885963 w 4216134"/>
              <a:gd name="connsiteY0-16" fmla="*/ 2007958 h 2483593"/>
              <a:gd name="connsiteX1-17" fmla="*/ 0 w 4216134"/>
              <a:gd name="connsiteY1-18" fmla="*/ 1481625 h 2483593"/>
              <a:gd name="connsiteX2-19" fmla="*/ 1576110 w 4216134"/>
              <a:gd name="connsiteY2-20" fmla="*/ 24177 h 2483593"/>
              <a:gd name="connsiteX3-21" fmla="*/ 1736864 w 4216134"/>
              <a:gd name="connsiteY3-22" fmla="*/ 0 h 2483593"/>
              <a:gd name="connsiteX4-23" fmla="*/ 4216134 w 4216134"/>
              <a:gd name="connsiteY4-24" fmla="*/ 2124236 h 2483593"/>
              <a:gd name="connsiteX5-25" fmla="*/ 4216093 w 4216134"/>
              <a:gd name="connsiteY5-26" fmla="*/ 2125372 h 2483593"/>
              <a:gd name="connsiteX6-27" fmla="*/ 4216093 w 4216134"/>
              <a:gd name="connsiteY6-28" fmla="*/ 2123168 h 2483593"/>
              <a:gd name="connsiteX7-29" fmla="*/ 4216134 w 4216134"/>
              <a:gd name="connsiteY7-30" fmla="*/ 2124236 h 2483593"/>
              <a:gd name="connsiteX8-31" fmla="*/ 1736864 w 4216134"/>
              <a:gd name="connsiteY8-32" fmla="*/ 2483593 h 2483593"/>
              <a:gd name="connsiteX9-33" fmla="*/ 977403 w 4216134"/>
              <a:gd name="connsiteY9-34" fmla="*/ 2099398 h 2483593"/>
              <a:gd name="connsiteX0-35" fmla="*/ 885963 w 4216134"/>
              <a:gd name="connsiteY0-36" fmla="*/ 2007958 h 2483593"/>
              <a:gd name="connsiteX1-37" fmla="*/ 0 w 4216134"/>
              <a:gd name="connsiteY1-38" fmla="*/ 1481625 h 2483593"/>
              <a:gd name="connsiteX2-39" fmla="*/ 1576110 w 4216134"/>
              <a:gd name="connsiteY2-40" fmla="*/ 24177 h 2483593"/>
              <a:gd name="connsiteX3-41" fmla="*/ 1736864 w 4216134"/>
              <a:gd name="connsiteY3-42" fmla="*/ 0 h 2483593"/>
              <a:gd name="connsiteX4-43" fmla="*/ 885963 w 4216134"/>
              <a:gd name="connsiteY4-44" fmla="*/ 2007958 h 2483593"/>
              <a:gd name="connsiteX5-45" fmla="*/ 4216134 w 4216134"/>
              <a:gd name="connsiteY5-46" fmla="*/ 2124236 h 2483593"/>
              <a:gd name="connsiteX6-47" fmla="*/ 4216093 w 4216134"/>
              <a:gd name="connsiteY6-48" fmla="*/ 2125372 h 2483593"/>
              <a:gd name="connsiteX7-49" fmla="*/ 4216093 w 4216134"/>
              <a:gd name="connsiteY7-50" fmla="*/ 2123168 h 2483593"/>
              <a:gd name="connsiteX8-51" fmla="*/ 4216134 w 4216134"/>
              <a:gd name="connsiteY8-52" fmla="*/ 2124236 h 2483593"/>
              <a:gd name="connsiteX9-53" fmla="*/ 1736864 w 4216134"/>
              <a:gd name="connsiteY9-54" fmla="*/ 2483593 h 2483593"/>
              <a:gd name="connsiteX0-55" fmla="*/ 885963 w 4216134"/>
              <a:gd name="connsiteY0-56" fmla="*/ 2007958 h 2125372"/>
              <a:gd name="connsiteX1-57" fmla="*/ 0 w 4216134"/>
              <a:gd name="connsiteY1-58" fmla="*/ 1481625 h 2125372"/>
              <a:gd name="connsiteX2-59" fmla="*/ 1576110 w 4216134"/>
              <a:gd name="connsiteY2-60" fmla="*/ 24177 h 2125372"/>
              <a:gd name="connsiteX3-61" fmla="*/ 1736864 w 4216134"/>
              <a:gd name="connsiteY3-62" fmla="*/ 0 h 2125372"/>
              <a:gd name="connsiteX4-63" fmla="*/ 885963 w 4216134"/>
              <a:gd name="connsiteY4-64" fmla="*/ 2007958 h 2125372"/>
              <a:gd name="connsiteX5-65" fmla="*/ 4216134 w 4216134"/>
              <a:gd name="connsiteY5-66" fmla="*/ 2124236 h 2125372"/>
              <a:gd name="connsiteX6-67" fmla="*/ 4216093 w 4216134"/>
              <a:gd name="connsiteY6-68" fmla="*/ 2125372 h 2125372"/>
              <a:gd name="connsiteX7-69" fmla="*/ 4216093 w 4216134"/>
              <a:gd name="connsiteY7-70" fmla="*/ 2123168 h 2125372"/>
              <a:gd name="connsiteX8-71" fmla="*/ 4216134 w 4216134"/>
              <a:gd name="connsiteY8-72" fmla="*/ 2124236 h 2125372"/>
              <a:gd name="connsiteX0-73" fmla="*/ 885963 w 4216134"/>
              <a:gd name="connsiteY0-74" fmla="*/ 2007958 h 2125372"/>
              <a:gd name="connsiteX1-75" fmla="*/ 0 w 4216134"/>
              <a:gd name="connsiteY1-76" fmla="*/ 1481625 h 2125372"/>
              <a:gd name="connsiteX2-77" fmla="*/ 1576110 w 4216134"/>
              <a:gd name="connsiteY2-78" fmla="*/ 24177 h 2125372"/>
              <a:gd name="connsiteX3-79" fmla="*/ 1736864 w 4216134"/>
              <a:gd name="connsiteY3-80" fmla="*/ 0 h 2125372"/>
              <a:gd name="connsiteX4-81" fmla="*/ 885963 w 4216134"/>
              <a:gd name="connsiteY4-82" fmla="*/ 2007958 h 2125372"/>
              <a:gd name="connsiteX5-83" fmla="*/ 4216134 w 4216134"/>
              <a:gd name="connsiteY5-84" fmla="*/ 2124236 h 2125372"/>
              <a:gd name="connsiteX6-85" fmla="*/ 4216093 w 4216134"/>
              <a:gd name="connsiteY6-86" fmla="*/ 2125372 h 2125372"/>
              <a:gd name="connsiteX7-87" fmla="*/ 4216093 w 4216134"/>
              <a:gd name="connsiteY7-88" fmla="*/ 2123168 h 2125372"/>
              <a:gd name="connsiteX0-89" fmla="*/ 885963 w 4216134"/>
              <a:gd name="connsiteY0-90" fmla="*/ 2007958 h 2125372"/>
              <a:gd name="connsiteX1-91" fmla="*/ 0 w 4216134"/>
              <a:gd name="connsiteY1-92" fmla="*/ 1481625 h 2125372"/>
              <a:gd name="connsiteX2-93" fmla="*/ 1576110 w 4216134"/>
              <a:gd name="connsiteY2-94" fmla="*/ 24177 h 2125372"/>
              <a:gd name="connsiteX3-95" fmla="*/ 1736864 w 4216134"/>
              <a:gd name="connsiteY3-96" fmla="*/ 0 h 2125372"/>
              <a:gd name="connsiteX4-97" fmla="*/ 885963 w 4216134"/>
              <a:gd name="connsiteY4-98" fmla="*/ 2007958 h 2125372"/>
              <a:gd name="connsiteX5-99" fmla="*/ 4216134 w 4216134"/>
              <a:gd name="connsiteY5-100" fmla="*/ 2124236 h 2125372"/>
              <a:gd name="connsiteX6-101" fmla="*/ 4216093 w 4216134"/>
              <a:gd name="connsiteY6-102" fmla="*/ 2125372 h 2125372"/>
              <a:gd name="connsiteX0-103" fmla="*/ 885963 w 1736864"/>
              <a:gd name="connsiteY0-104" fmla="*/ 2007958 h 2007958"/>
              <a:gd name="connsiteX1-105" fmla="*/ 0 w 1736864"/>
              <a:gd name="connsiteY1-106" fmla="*/ 1481625 h 2007958"/>
              <a:gd name="connsiteX2-107" fmla="*/ 1576110 w 1736864"/>
              <a:gd name="connsiteY2-108" fmla="*/ 24177 h 2007958"/>
              <a:gd name="connsiteX3-109" fmla="*/ 1736864 w 1736864"/>
              <a:gd name="connsiteY3-110" fmla="*/ 0 h 2007958"/>
              <a:gd name="connsiteX4-111" fmla="*/ 885963 w 1736864"/>
              <a:gd name="connsiteY4-112" fmla="*/ 2007958 h 2007958"/>
              <a:gd name="connsiteX0-113" fmla="*/ 0 w 1736864"/>
              <a:gd name="connsiteY0-114" fmla="*/ 1481625 h 2099398"/>
              <a:gd name="connsiteX1-115" fmla="*/ 1576110 w 1736864"/>
              <a:gd name="connsiteY1-116" fmla="*/ 24177 h 2099398"/>
              <a:gd name="connsiteX2-117" fmla="*/ 1736864 w 1736864"/>
              <a:gd name="connsiteY2-118" fmla="*/ 0 h 2099398"/>
              <a:gd name="connsiteX3-119" fmla="*/ 977403 w 1736864"/>
              <a:gd name="connsiteY3-120" fmla="*/ 2099398 h 2099398"/>
              <a:gd name="connsiteX0-121" fmla="*/ 0 w 1736864"/>
              <a:gd name="connsiteY0-122" fmla="*/ 1481625 h 1481625"/>
              <a:gd name="connsiteX1-123" fmla="*/ 1576110 w 1736864"/>
              <a:gd name="connsiteY1-124" fmla="*/ 24177 h 1481625"/>
              <a:gd name="connsiteX2-125" fmla="*/ 1736864 w 1736864"/>
              <a:gd name="connsiteY2-126" fmla="*/ 0 h 1481625"/>
            </a:gdLst>
            <a:ahLst/>
            <a:cxnLst>
              <a:cxn ang="0">
                <a:pos x="connsiteX0-1" y="connsiteY0-2"/>
              </a:cxn>
              <a:cxn ang="0">
                <a:pos x="connsiteX1-3" y="connsiteY1-4"/>
              </a:cxn>
              <a:cxn ang="0">
                <a:pos x="connsiteX2-5" y="connsiteY2-6"/>
              </a:cxn>
            </a:cxnLst>
            <a:rect l="l" t="t" r="r" b="b"/>
            <a:pathLst>
              <a:path w="1736864" h="1481625">
                <a:moveTo>
                  <a:pt x="0" y="1481625"/>
                </a:moveTo>
                <a:cubicBezTo>
                  <a:pt x="231589" y="742961"/>
                  <a:pt x="837233" y="193516"/>
                  <a:pt x="1576110" y="24177"/>
                </a:cubicBezTo>
                <a:lnTo>
                  <a:pt x="1736864" y="0"/>
                </a:ln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6" name="椭圆 15"/>
          <p:cNvSpPr>
            <a:spLocks noChangeAspect="1"/>
          </p:cNvSpPr>
          <p:nvPr userDrawn="1">
            <p:custDataLst>
              <p:tags r:id="rId8"/>
            </p:custDataLst>
          </p:nvPr>
        </p:nvSpPr>
        <p:spPr>
          <a:xfrm rot="16200000">
            <a:off x="11716140" y="1332452"/>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7" name="任意多边形: 形状 16"/>
          <p:cNvSpPr>
            <a:spLocks noChangeAspect="1"/>
          </p:cNvSpPr>
          <p:nvPr userDrawn="1">
            <p:custDataLst>
              <p:tags r:id="rId9"/>
            </p:custDataLst>
          </p:nvPr>
        </p:nvSpPr>
        <p:spPr>
          <a:xfrm rot="16200000">
            <a:off x="10791949" y="-470608"/>
            <a:ext cx="916108" cy="1883994"/>
          </a:xfrm>
          <a:custGeom>
            <a:avLst/>
            <a:gdLst>
              <a:gd name="connsiteX0" fmla="*/ 916108 w 916108"/>
              <a:gd name="connsiteY0" fmla="*/ 0 h 1883994"/>
              <a:gd name="connsiteX1" fmla="*/ 916108 w 916108"/>
              <a:gd name="connsiteY1" fmla="*/ 1883994 h 1883994"/>
              <a:gd name="connsiteX2" fmla="*/ 212597 w 916108"/>
              <a:gd name="connsiteY2" fmla="*/ 1883994 h 1883994"/>
              <a:gd name="connsiteX3" fmla="*/ 211412 w 916108"/>
              <a:gd name="connsiteY3" fmla="*/ 1882408 h 1883994"/>
              <a:gd name="connsiteX4" fmla="*/ 0 w 916108"/>
              <a:gd name="connsiteY4" fmla="*/ 1190294 h 1883994"/>
              <a:gd name="connsiteX5" fmla="*/ 756045 w 916108"/>
              <a:gd name="connsiteY5" fmla="*/ 49686 h 1883994"/>
              <a:gd name="connsiteX0-1" fmla="*/ 916108 w 916108"/>
              <a:gd name="connsiteY0-2" fmla="*/ 0 h 1909394"/>
              <a:gd name="connsiteX1-3" fmla="*/ 916108 w 916108"/>
              <a:gd name="connsiteY1-4" fmla="*/ 1883994 h 1909394"/>
              <a:gd name="connsiteX2-5" fmla="*/ 547808 w 916108"/>
              <a:gd name="connsiteY2-6" fmla="*/ 1909394 h 1909394"/>
              <a:gd name="connsiteX3-7" fmla="*/ 212597 w 916108"/>
              <a:gd name="connsiteY3-8" fmla="*/ 1883994 h 1909394"/>
              <a:gd name="connsiteX4-9" fmla="*/ 211412 w 916108"/>
              <a:gd name="connsiteY4-10" fmla="*/ 1882408 h 1909394"/>
              <a:gd name="connsiteX5-11" fmla="*/ 0 w 916108"/>
              <a:gd name="connsiteY5-12" fmla="*/ 1190294 h 1909394"/>
              <a:gd name="connsiteX6" fmla="*/ 756045 w 916108"/>
              <a:gd name="connsiteY6" fmla="*/ 49686 h 1909394"/>
              <a:gd name="connsiteX7" fmla="*/ 916108 w 916108"/>
              <a:gd name="connsiteY7" fmla="*/ 0 h 1909394"/>
              <a:gd name="connsiteX0-13" fmla="*/ 547808 w 916108"/>
              <a:gd name="connsiteY0-14" fmla="*/ 1909394 h 2000834"/>
              <a:gd name="connsiteX1-15" fmla="*/ 212597 w 916108"/>
              <a:gd name="connsiteY1-16" fmla="*/ 1883994 h 2000834"/>
              <a:gd name="connsiteX2-17" fmla="*/ 211412 w 916108"/>
              <a:gd name="connsiteY2-18" fmla="*/ 1882408 h 2000834"/>
              <a:gd name="connsiteX3-19" fmla="*/ 0 w 916108"/>
              <a:gd name="connsiteY3-20" fmla="*/ 1190294 h 2000834"/>
              <a:gd name="connsiteX4-21" fmla="*/ 756045 w 916108"/>
              <a:gd name="connsiteY4-22" fmla="*/ 49686 h 2000834"/>
              <a:gd name="connsiteX5-23" fmla="*/ 916108 w 916108"/>
              <a:gd name="connsiteY5-24" fmla="*/ 0 h 2000834"/>
              <a:gd name="connsiteX6-25" fmla="*/ 916108 w 916108"/>
              <a:gd name="connsiteY6-26" fmla="*/ 1883994 h 2000834"/>
              <a:gd name="connsiteX7-27" fmla="*/ 639248 w 916108"/>
              <a:gd name="connsiteY7-28" fmla="*/ 2000834 h 2000834"/>
              <a:gd name="connsiteX0-29" fmla="*/ 547808 w 916108"/>
              <a:gd name="connsiteY0-30" fmla="*/ 1909394 h 1909394"/>
              <a:gd name="connsiteX1-31" fmla="*/ 212597 w 916108"/>
              <a:gd name="connsiteY1-32" fmla="*/ 1883994 h 1909394"/>
              <a:gd name="connsiteX2-33" fmla="*/ 211412 w 916108"/>
              <a:gd name="connsiteY2-34" fmla="*/ 1882408 h 1909394"/>
              <a:gd name="connsiteX3-35" fmla="*/ 0 w 916108"/>
              <a:gd name="connsiteY3-36" fmla="*/ 1190294 h 1909394"/>
              <a:gd name="connsiteX4-37" fmla="*/ 756045 w 916108"/>
              <a:gd name="connsiteY4-38" fmla="*/ 49686 h 1909394"/>
              <a:gd name="connsiteX5-39" fmla="*/ 916108 w 916108"/>
              <a:gd name="connsiteY5-40" fmla="*/ 0 h 1909394"/>
              <a:gd name="connsiteX6-41" fmla="*/ 916108 w 916108"/>
              <a:gd name="connsiteY6-42" fmla="*/ 1883994 h 1909394"/>
              <a:gd name="connsiteX0-43" fmla="*/ 547808 w 916108"/>
              <a:gd name="connsiteY0-44" fmla="*/ 1909394 h 1909394"/>
              <a:gd name="connsiteX1-45" fmla="*/ 212597 w 916108"/>
              <a:gd name="connsiteY1-46" fmla="*/ 1883994 h 1909394"/>
              <a:gd name="connsiteX2-47" fmla="*/ 211412 w 916108"/>
              <a:gd name="connsiteY2-48" fmla="*/ 1882408 h 1909394"/>
              <a:gd name="connsiteX3-49" fmla="*/ 0 w 916108"/>
              <a:gd name="connsiteY3-50" fmla="*/ 1190294 h 1909394"/>
              <a:gd name="connsiteX4-51" fmla="*/ 756045 w 916108"/>
              <a:gd name="connsiteY4-52" fmla="*/ 49686 h 1909394"/>
              <a:gd name="connsiteX5-53" fmla="*/ 916108 w 916108"/>
              <a:gd name="connsiteY5-54" fmla="*/ 0 h 1909394"/>
              <a:gd name="connsiteX0-55" fmla="*/ 212597 w 916108"/>
              <a:gd name="connsiteY0-56" fmla="*/ 1883994 h 1883994"/>
              <a:gd name="connsiteX1-57" fmla="*/ 211412 w 916108"/>
              <a:gd name="connsiteY1-58" fmla="*/ 1882408 h 1883994"/>
              <a:gd name="connsiteX2-59" fmla="*/ 0 w 916108"/>
              <a:gd name="connsiteY2-60" fmla="*/ 1190294 h 1883994"/>
              <a:gd name="connsiteX3-61" fmla="*/ 756045 w 916108"/>
              <a:gd name="connsiteY3-62" fmla="*/ 49686 h 1883994"/>
              <a:gd name="connsiteX4-63" fmla="*/ 916108 w 916108"/>
              <a:gd name="connsiteY4-64" fmla="*/ 0 h 188399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6108" h="1883994">
                <a:moveTo>
                  <a:pt x="212597" y="1883994"/>
                </a:moveTo>
                <a:lnTo>
                  <a:pt x="211412" y="1882408"/>
                </a:lnTo>
                <a:cubicBezTo>
                  <a:pt x="77937" y="1684840"/>
                  <a:pt x="0" y="1446669"/>
                  <a:pt x="0" y="1190294"/>
                </a:cubicBezTo>
                <a:cubicBezTo>
                  <a:pt x="0" y="677544"/>
                  <a:pt x="311749" y="237608"/>
                  <a:pt x="756045" y="49686"/>
                </a:cubicBezTo>
                <a:lnTo>
                  <a:pt x="916108" y="0"/>
                </a:lnTo>
              </a:path>
            </a:pathLst>
          </a:custGeom>
          <a:noFill/>
          <a:ln w="19050">
            <a:solidFill>
              <a:schemeClr val="accent1">
                <a:lumMod val="40000"/>
                <a:lumOff val="60000"/>
                <a:alpha val="42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8" name="椭圆 17"/>
          <p:cNvSpPr>
            <a:spLocks noChangeAspect="1"/>
          </p:cNvSpPr>
          <p:nvPr userDrawn="1">
            <p:custDataLst>
              <p:tags r:id="rId10"/>
            </p:custDataLst>
          </p:nvPr>
        </p:nvSpPr>
        <p:spPr>
          <a:xfrm rot="16200000">
            <a:off x="9597937" y="720000"/>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封面页_1_4">
    <p:bg>
      <p:bgRef idx="1001">
        <a:schemeClr val="bg1"/>
      </p:bgRef>
    </p:bg>
    <p:spTree>
      <p:nvGrpSpPr>
        <p:cNvPr id="1" name=""/>
        <p:cNvGrpSpPr/>
        <p:nvPr/>
      </p:nvGrpSpPr>
      <p:grpSpPr>
        <a:xfrm>
          <a:off x="0" y="0"/>
          <a:ext cx="0" cy="0"/>
          <a:chOff x="0" y="0"/>
          <a:chExt cx="0" cy="0"/>
        </a:xfrm>
      </p:grpSpPr>
      <p:sp>
        <p:nvSpPr>
          <p:cNvPr id="10" name="任意多边形: 形状 40"/>
          <p:cNvSpPr>
            <a:spLocks noChangeAspect="1"/>
          </p:cNvSpPr>
          <p:nvPr userDrawn="1">
            <p:custDataLst>
              <p:tags r:id="rId1"/>
            </p:custDataLst>
          </p:nvPr>
        </p:nvSpPr>
        <p:spPr>
          <a:xfrm>
            <a:off x="8140700" y="14500"/>
            <a:ext cx="1713230" cy="2127885"/>
          </a:xfrm>
          <a:custGeom>
            <a:avLst/>
            <a:gdLst>
              <a:gd name="connsiteX0" fmla="*/ 0 w 2698"/>
              <a:gd name="connsiteY0" fmla="*/ 0 h 3351"/>
              <a:gd name="connsiteX1" fmla="*/ 2683 w 2698"/>
              <a:gd name="connsiteY1" fmla="*/ 3307 h 3351"/>
              <a:gd name="connsiteX2" fmla="*/ 2698 w 2698"/>
              <a:gd name="connsiteY2" fmla="*/ 3351 h 3351"/>
            </a:gdLst>
            <a:ahLst/>
            <a:cxnLst>
              <a:cxn ang="0">
                <a:pos x="connsiteX0" y="connsiteY0"/>
              </a:cxn>
              <a:cxn ang="0">
                <a:pos x="connsiteX1" y="connsiteY1"/>
              </a:cxn>
              <a:cxn ang="0">
                <a:pos x="connsiteX2" y="connsiteY2"/>
              </a:cxn>
            </a:cxnLst>
            <a:rect l="l" t="t" r="r" b="b"/>
            <a:pathLst>
              <a:path w="2698" h="3351">
                <a:moveTo>
                  <a:pt x="0" y="0"/>
                </a:moveTo>
                <a:cubicBezTo>
                  <a:pt x="1238" y="753"/>
                  <a:pt x="2196" y="1919"/>
                  <a:pt x="2683" y="3307"/>
                </a:cubicBezTo>
                <a:lnTo>
                  <a:pt x="2698" y="3351"/>
                </a:lnTo>
              </a:path>
            </a:pathLst>
          </a:custGeom>
          <a:noFill/>
          <a:ln w="22225">
            <a:solidFill>
              <a:schemeClr val="accent1">
                <a:lumMod val="40000"/>
                <a:lumOff val="60000"/>
                <a:alpha val="5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7" name="任意多边形: 形状 39"/>
          <p:cNvSpPr>
            <a:spLocks noChangeAspect="1"/>
          </p:cNvSpPr>
          <p:nvPr userDrawn="1">
            <p:custDataLst>
              <p:tags r:id="rId2"/>
            </p:custDataLst>
          </p:nvPr>
        </p:nvSpPr>
        <p:spPr>
          <a:xfrm>
            <a:off x="2337322" y="4889500"/>
            <a:ext cx="1654175" cy="1960245"/>
          </a:xfrm>
          <a:custGeom>
            <a:avLst/>
            <a:gdLst>
              <a:gd name="connsiteX0" fmla="*/ 2605 w 2605"/>
              <a:gd name="connsiteY0" fmla="*/ 3087 h 3087"/>
              <a:gd name="connsiteX1" fmla="*/ 7 w 2605"/>
              <a:gd name="connsiteY1" fmla="*/ 17 h 3087"/>
              <a:gd name="connsiteX2" fmla="*/ 0 w 2605"/>
              <a:gd name="connsiteY2" fmla="*/ 0 h 3087"/>
            </a:gdLst>
            <a:ahLst/>
            <a:cxnLst>
              <a:cxn ang="0">
                <a:pos x="connsiteX0" y="connsiteY0"/>
              </a:cxn>
              <a:cxn ang="0">
                <a:pos x="connsiteX1" y="connsiteY1"/>
              </a:cxn>
              <a:cxn ang="0">
                <a:pos x="connsiteX2" y="connsiteY2"/>
              </a:cxn>
            </a:cxnLst>
            <a:rect l="l" t="t" r="r" b="b"/>
            <a:pathLst>
              <a:path w="2605" h="3087">
                <a:moveTo>
                  <a:pt x="2605" y="3087"/>
                </a:moveTo>
                <a:cubicBezTo>
                  <a:pt x="1437" y="2378"/>
                  <a:pt x="517" y="1301"/>
                  <a:pt x="7" y="17"/>
                </a:cubicBezTo>
                <a:lnTo>
                  <a:pt x="0" y="0"/>
                </a:lnTo>
              </a:path>
            </a:pathLst>
          </a:custGeom>
          <a:noFill/>
          <a:ln w="22225">
            <a:solidFill>
              <a:schemeClr val="accent1">
                <a:lumMod val="40000"/>
                <a:lumOff val="60000"/>
                <a:alpha val="5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9" name="弧形 18"/>
          <p:cNvSpPr>
            <a:spLocks noChangeAspect="1"/>
          </p:cNvSpPr>
          <p:nvPr userDrawn="1">
            <p:custDataLst>
              <p:tags r:id="rId3"/>
            </p:custDataLst>
          </p:nvPr>
        </p:nvSpPr>
        <p:spPr>
          <a:xfrm>
            <a:off x="3000000" y="333000"/>
            <a:ext cx="6192000" cy="6192000"/>
          </a:xfrm>
          <a:prstGeom prst="arc">
            <a:avLst>
              <a:gd name="adj1" fmla="val 15804433"/>
              <a:gd name="adj2" fmla="val 19706136"/>
            </a:avLst>
          </a:prstGeom>
          <a:noFill/>
          <a:ln>
            <a:gradFill flip="none" rotWithShape="1">
              <a:gsLst>
                <a:gs pos="0">
                  <a:schemeClr val="accent1">
                    <a:lumMod val="80000"/>
                    <a:lumOff val="20000"/>
                  </a:schemeClr>
                </a:gs>
                <a:gs pos="100000">
                  <a:schemeClr val="accent1">
                    <a:lumMod val="80000"/>
                    <a:lumOff val="20000"/>
                    <a:alpha val="20000"/>
                  </a:schemeClr>
                </a:gs>
              </a:gsLst>
              <a:lin ang="13500000" scaled="1"/>
              <a:tileRect/>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任意多边形: 形状 40"/>
          <p:cNvSpPr>
            <a:spLocks noChangeAspect="1"/>
          </p:cNvSpPr>
          <p:nvPr userDrawn="1">
            <p:custDataLst>
              <p:tags r:id="rId4"/>
            </p:custDataLst>
          </p:nvPr>
        </p:nvSpPr>
        <p:spPr>
          <a:xfrm>
            <a:off x="8137525" y="4892675"/>
            <a:ext cx="1652905" cy="1963420"/>
          </a:xfrm>
          <a:custGeom>
            <a:avLst/>
            <a:gdLst>
              <a:gd name="connsiteX0" fmla="*/ 2603 w 2603"/>
              <a:gd name="connsiteY0" fmla="*/ 0 h 3092"/>
              <a:gd name="connsiteX1" fmla="*/ 2594 w 2603"/>
              <a:gd name="connsiteY1" fmla="*/ 22 h 3092"/>
              <a:gd name="connsiteX2" fmla="*/ 0 w 2603"/>
              <a:gd name="connsiteY2" fmla="*/ 3092 h 3092"/>
            </a:gdLst>
            <a:ahLst/>
            <a:cxnLst>
              <a:cxn ang="0">
                <a:pos x="connsiteX0" y="connsiteY0"/>
              </a:cxn>
              <a:cxn ang="0">
                <a:pos x="connsiteX1" y="connsiteY1"/>
              </a:cxn>
              <a:cxn ang="0">
                <a:pos x="connsiteX2" y="connsiteY2"/>
              </a:cxn>
            </a:cxnLst>
            <a:rect l="l" t="t" r="r" b="b"/>
            <a:pathLst>
              <a:path w="2603" h="3092">
                <a:moveTo>
                  <a:pt x="2603" y="0"/>
                </a:moveTo>
                <a:lnTo>
                  <a:pt x="2594" y="22"/>
                </a:lnTo>
                <a:cubicBezTo>
                  <a:pt x="2085" y="1306"/>
                  <a:pt x="1167" y="2383"/>
                  <a:pt x="0" y="3092"/>
                </a:cubicBezTo>
              </a:path>
            </a:pathLst>
          </a:custGeom>
          <a:noFill/>
          <a:ln w="22225">
            <a:solidFill>
              <a:schemeClr val="accent1">
                <a:lumMod val="40000"/>
                <a:lumOff val="60000"/>
                <a:alpha val="5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40" name="任意多边形: 形状 39"/>
          <p:cNvSpPr>
            <a:spLocks noChangeAspect="1"/>
          </p:cNvSpPr>
          <p:nvPr userDrawn="1">
            <p:custDataLst>
              <p:tags r:id="rId5"/>
            </p:custDataLst>
          </p:nvPr>
        </p:nvSpPr>
        <p:spPr>
          <a:xfrm>
            <a:off x="2271545" y="1800"/>
            <a:ext cx="1717040" cy="2130425"/>
          </a:xfrm>
          <a:custGeom>
            <a:avLst/>
            <a:gdLst>
              <a:gd name="connsiteX0" fmla="*/ 0 w 2704"/>
              <a:gd name="connsiteY0" fmla="*/ 3355 h 3355"/>
              <a:gd name="connsiteX1" fmla="*/ 2704 w 2704"/>
              <a:gd name="connsiteY1" fmla="*/ 0 h 3355"/>
            </a:gdLst>
            <a:ahLst/>
            <a:cxnLst>
              <a:cxn ang="0">
                <a:pos x="connsiteX0" y="connsiteY0"/>
              </a:cxn>
              <a:cxn ang="0">
                <a:pos x="connsiteX1" y="connsiteY1"/>
              </a:cxn>
            </a:cxnLst>
            <a:rect l="l" t="t" r="r" b="b"/>
            <a:pathLst>
              <a:path w="2704" h="3355">
                <a:moveTo>
                  <a:pt x="0" y="3355"/>
                </a:moveTo>
                <a:cubicBezTo>
                  <a:pt x="482" y="1946"/>
                  <a:pt x="1450" y="761"/>
                  <a:pt x="2704" y="0"/>
                </a:cubicBezTo>
              </a:path>
            </a:pathLst>
          </a:custGeom>
          <a:noFill/>
          <a:ln w="22225">
            <a:solidFill>
              <a:schemeClr val="accent1">
                <a:lumMod val="40000"/>
                <a:lumOff val="60000"/>
                <a:alpha val="5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7" name="弧形 16"/>
          <p:cNvSpPr>
            <a:spLocks noChangeAspect="1"/>
          </p:cNvSpPr>
          <p:nvPr userDrawn="1">
            <p:custDataLst>
              <p:tags r:id="rId6"/>
            </p:custDataLst>
          </p:nvPr>
        </p:nvSpPr>
        <p:spPr>
          <a:xfrm>
            <a:off x="3000000" y="333000"/>
            <a:ext cx="6192000" cy="6192000"/>
          </a:xfrm>
          <a:prstGeom prst="arc">
            <a:avLst>
              <a:gd name="adj1" fmla="val 5029180"/>
              <a:gd name="adj2" fmla="val 8985198"/>
            </a:avLst>
          </a:prstGeom>
          <a:noFill/>
          <a:ln>
            <a:gradFill flip="none" rotWithShape="1">
              <a:gsLst>
                <a:gs pos="0">
                  <a:schemeClr val="accent1">
                    <a:lumMod val="80000"/>
                    <a:lumOff val="20000"/>
                  </a:schemeClr>
                </a:gs>
                <a:gs pos="100000">
                  <a:schemeClr val="accent1">
                    <a:lumMod val="80000"/>
                    <a:lumOff val="20000"/>
                    <a:alpha val="20000"/>
                  </a:schemeClr>
                </a:gs>
              </a:gsLst>
              <a:lin ang="2700000" scaled="1"/>
              <a:tileRect/>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dirty="0"/>
          </a:p>
        </p:txBody>
      </p:sp>
      <p:sp useBgFill="1">
        <p:nvSpPr>
          <p:cNvPr id="21" name="椭圆 20"/>
          <p:cNvSpPr>
            <a:spLocks noChangeAspect="1"/>
          </p:cNvSpPr>
          <p:nvPr userDrawn="1">
            <p:custDataLst>
              <p:tags r:id="rId7"/>
            </p:custDataLst>
          </p:nvPr>
        </p:nvSpPr>
        <p:spPr>
          <a:xfrm>
            <a:off x="7193642" y="491853"/>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22" name="椭圆 21"/>
          <p:cNvSpPr>
            <a:spLocks noChangeAspect="1"/>
          </p:cNvSpPr>
          <p:nvPr userDrawn="1">
            <p:custDataLst>
              <p:tags r:id="rId8"/>
            </p:custDataLst>
          </p:nvPr>
        </p:nvSpPr>
        <p:spPr>
          <a:xfrm>
            <a:off x="4317316" y="5939010"/>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日期占位符 3"/>
          <p:cNvSpPr>
            <a:spLocks noGrp="1"/>
          </p:cNvSpPr>
          <p:nvPr>
            <p:ph type="dt" sz="half" idx="16385"/>
            <p:custDataLst>
              <p:tags r:id="rId9"/>
            </p:custDataLst>
          </p:nvPr>
        </p:nvSpPr>
        <p:spPr/>
        <p:txBody>
          <a:bodyPr wrap="square">
            <a:normAutofit/>
          </a:bodyPr>
          <a:lstStyle/>
          <a:p>
            <a:fld id="{5592522B-0F24-4480-B9DD-A9474A6880D6}" type="datetimeFigureOut">
              <a:rPr lang="zh-CN" altLang="en-US" smtClean="0"/>
              <a:t>2025/7/4</a:t>
            </a:fld>
            <a:endParaRPr lang="zh-CN" altLang="en-US"/>
          </a:p>
        </p:txBody>
      </p:sp>
      <p:sp>
        <p:nvSpPr>
          <p:cNvPr id="11" name="页脚占位符 4"/>
          <p:cNvSpPr>
            <a:spLocks noGrp="1"/>
          </p:cNvSpPr>
          <p:nvPr>
            <p:ph type="ftr" sz="quarter" idx="16386"/>
            <p:custDataLst>
              <p:tags r:id="rId10"/>
            </p:custDataLst>
          </p:nvPr>
        </p:nvSpPr>
        <p:spPr/>
        <p:txBody>
          <a:bodyPr>
            <a:normAutofit/>
          </a:bodyPr>
          <a:lstStyle/>
          <a:p>
            <a:endParaRPr lang="zh-CN" altLang="en-US" dirty="0"/>
          </a:p>
        </p:txBody>
      </p:sp>
      <p:sp>
        <p:nvSpPr>
          <p:cNvPr id="12" name="灯片编号占位符 5"/>
          <p:cNvSpPr>
            <a:spLocks noGrp="1"/>
          </p:cNvSpPr>
          <p:nvPr>
            <p:ph type="sldNum" sz="quarter" idx="16387"/>
            <p:custDataLst>
              <p:tags r:id="rId11"/>
            </p:custDataLst>
          </p:nvPr>
        </p:nvSpPr>
        <p:spPr>
          <a:xfrm>
            <a:off x="8610600" y="6356350"/>
            <a:ext cx="2743200" cy="365125"/>
          </a:xfrm>
        </p:spPr>
        <p:txBody>
          <a:bodyPr wrap="square">
            <a:normAutofit/>
          </a:bodyPr>
          <a:lstStyle/>
          <a:p>
            <a:fld id="{BE5F26B5-172A-4DC2-B0B7-181CFC56B87C}" type="slidenum">
              <a:rPr lang="zh-CN" altLang="en-US" smtClean="0"/>
              <a:t>‹#›</a:t>
            </a:fld>
            <a:endParaRPr lang="zh-CN" altLang="en-US"/>
          </a:p>
        </p:txBody>
      </p:sp>
      <p:sp>
        <p:nvSpPr>
          <p:cNvPr id="36" name="任意多边形: 形状 35"/>
          <p:cNvSpPr/>
          <p:nvPr userDrawn="1">
            <p:custDataLst>
              <p:tags r:id="rId12"/>
            </p:custDataLst>
          </p:nvPr>
        </p:nvSpPr>
        <p:spPr>
          <a:xfrm>
            <a:off x="10531475" y="635"/>
            <a:ext cx="1180465" cy="6840000"/>
          </a:xfrm>
          <a:custGeom>
            <a:avLst/>
            <a:gdLst>
              <a:gd name="connsiteX0" fmla="*/ 1169812 w 11232000"/>
              <a:gd name="connsiteY0" fmla="*/ 0 h 6871505"/>
              <a:gd name="connsiteX1" fmla="*/ 10062188 w 11232000"/>
              <a:gd name="connsiteY1" fmla="*/ 0 h 6871505"/>
              <a:gd name="connsiteX2" fmla="*/ 10116300 w 11232000"/>
              <a:gd name="connsiteY2" fmla="*/ 68858 h 6871505"/>
              <a:gd name="connsiteX3" fmla="*/ 11232000 w 11232000"/>
              <a:gd name="connsiteY3" fmla="*/ 3429000 h 6871505"/>
              <a:gd name="connsiteX4" fmla="*/ 10116300 w 11232000"/>
              <a:gd name="connsiteY4" fmla="*/ 6789143 h 6871505"/>
              <a:gd name="connsiteX5" fmla="*/ 10051575 w 11232000"/>
              <a:gd name="connsiteY5" fmla="*/ 6871505 h 6871505"/>
              <a:gd name="connsiteX6" fmla="*/ 1180425 w 11232000"/>
              <a:gd name="connsiteY6" fmla="*/ 6871505 h 6871505"/>
              <a:gd name="connsiteX7" fmla="*/ 1115701 w 11232000"/>
              <a:gd name="connsiteY7" fmla="*/ 6789143 h 6871505"/>
              <a:gd name="connsiteX8" fmla="*/ 0 w 11232000"/>
              <a:gd name="connsiteY8" fmla="*/ 3429000 h 6871505"/>
              <a:gd name="connsiteX9" fmla="*/ 1115701 w 11232000"/>
              <a:gd name="connsiteY9" fmla="*/ 68858 h 6871505"/>
              <a:gd name="connsiteX0-1" fmla="*/ 1169812 w 11232000"/>
              <a:gd name="connsiteY0-2" fmla="*/ 1 h 6871506"/>
              <a:gd name="connsiteX1-3" fmla="*/ 5196900 w 11232000"/>
              <a:gd name="connsiteY1-4" fmla="*/ 0 h 6871506"/>
              <a:gd name="connsiteX2-5" fmla="*/ 10062188 w 11232000"/>
              <a:gd name="connsiteY2-6" fmla="*/ 1 h 6871506"/>
              <a:gd name="connsiteX3-7" fmla="*/ 10116300 w 11232000"/>
              <a:gd name="connsiteY3-8" fmla="*/ 68859 h 6871506"/>
              <a:gd name="connsiteX4-9" fmla="*/ 11232000 w 11232000"/>
              <a:gd name="connsiteY4-10" fmla="*/ 3429001 h 6871506"/>
              <a:gd name="connsiteX5-11" fmla="*/ 10116300 w 11232000"/>
              <a:gd name="connsiteY5-12" fmla="*/ 6789144 h 6871506"/>
              <a:gd name="connsiteX6-13" fmla="*/ 10051575 w 11232000"/>
              <a:gd name="connsiteY6-14" fmla="*/ 6871506 h 6871506"/>
              <a:gd name="connsiteX7-15" fmla="*/ 1180425 w 11232000"/>
              <a:gd name="connsiteY7-16" fmla="*/ 6871506 h 6871506"/>
              <a:gd name="connsiteX8-17" fmla="*/ 1115701 w 11232000"/>
              <a:gd name="connsiteY8-18" fmla="*/ 6789144 h 6871506"/>
              <a:gd name="connsiteX9-19" fmla="*/ 0 w 11232000"/>
              <a:gd name="connsiteY9-20" fmla="*/ 3429001 h 6871506"/>
              <a:gd name="connsiteX10" fmla="*/ 1115701 w 11232000"/>
              <a:gd name="connsiteY10" fmla="*/ 68859 h 6871506"/>
              <a:gd name="connsiteX11" fmla="*/ 1169812 w 11232000"/>
              <a:gd name="connsiteY11" fmla="*/ 1 h 6871506"/>
              <a:gd name="connsiteX0-21" fmla="*/ 5196900 w 11232000"/>
              <a:gd name="connsiteY0-22" fmla="*/ 0 h 6871506"/>
              <a:gd name="connsiteX1-23" fmla="*/ 10062188 w 11232000"/>
              <a:gd name="connsiteY1-24" fmla="*/ 1 h 6871506"/>
              <a:gd name="connsiteX2-25" fmla="*/ 10116300 w 11232000"/>
              <a:gd name="connsiteY2-26" fmla="*/ 68859 h 6871506"/>
              <a:gd name="connsiteX3-27" fmla="*/ 11232000 w 11232000"/>
              <a:gd name="connsiteY3-28" fmla="*/ 3429001 h 6871506"/>
              <a:gd name="connsiteX4-29" fmla="*/ 10116300 w 11232000"/>
              <a:gd name="connsiteY4-30" fmla="*/ 6789144 h 6871506"/>
              <a:gd name="connsiteX5-31" fmla="*/ 10051575 w 11232000"/>
              <a:gd name="connsiteY5-32" fmla="*/ 6871506 h 6871506"/>
              <a:gd name="connsiteX6-33" fmla="*/ 1180425 w 11232000"/>
              <a:gd name="connsiteY6-34" fmla="*/ 6871506 h 6871506"/>
              <a:gd name="connsiteX7-35" fmla="*/ 1115701 w 11232000"/>
              <a:gd name="connsiteY7-36" fmla="*/ 6789144 h 6871506"/>
              <a:gd name="connsiteX8-37" fmla="*/ 0 w 11232000"/>
              <a:gd name="connsiteY8-38" fmla="*/ 3429001 h 6871506"/>
              <a:gd name="connsiteX9-39" fmla="*/ 1115701 w 11232000"/>
              <a:gd name="connsiteY9-40" fmla="*/ 68859 h 6871506"/>
              <a:gd name="connsiteX10-41" fmla="*/ 1169812 w 11232000"/>
              <a:gd name="connsiteY10-42" fmla="*/ 1 h 6871506"/>
              <a:gd name="connsiteX11-43" fmla="*/ 5288340 w 11232000"/>
              <a:gd name="connsiteY11-44" fmla="*/ 91440 h 6871506"/>
              <a:gd name="connsiteX0-45" fmla="*/ 5196900 w 11232000"/>
              <a:gd name="connsiteY0-46" fmla="*/ 0 h 6871506"/>
              <a:gd name="connsiteX1-47" fmla="*/ 10062188 w 11232000"/>
              <a:gd name="connsiteY1-48" fmla="*/ 1 h 6871506"/>
              <a:gd name="connsiteX2-49" fmla="*/ 10116300 w 11232000"/>
              <a:gd name="connsiteY2-50" fmla="*/ 68859 h 6871506"/>
              <a:gd name="connsiteX3-51" fmla="*/ 11232000 w 11232000"/>
              <a:gd name="connsiteY3-52" fmla="*/ 3429001 h 6871506"/>
              <a:gd name="connsiteX4-53" fmla="*/ 10116300 w 11232000"/>
              <a:gd name="connsiteY4-54" fmla="*/ 6789144 h 6871506"/>
              <a:gd name="connsiteX5-55" fmla="*/ 10051575 w 11232000"/>
              <a:gd name="connsiteY5-56" fmla="*/ 6871506 h 6871506"/>
              <a:gd name="connsiteX6-57" fmla="*/ 1180425 w 11232000"/>
              <a:gd name="connsiteY6-58" fmla="*/ 6871506 h 6871506"/>
              <a:gd name="connsiteX7-59" fmla="*/ 1115701 w 11232000"/>
              <a:gd name="connsiteY7-60" fmla="*/ 6789144 h 6871506"/>
              <a:gd name="connsiteX8-61" fmla="*/ 0 w 11232000"/>
              <a:gd name="connsiteY8-62" fmla="*/ 3429001 h 6871506"/>
              <a:gd name="connsiteX9-63" fmla="*/ 1115701 w 11232000"/>
              <a:gd name="connsiteY9-64" fmla="*/ 68859 h 6871506"/>
              <a:gd name="connsiteX10-65" fmla="*/ 1169812 w 11232000"/>
              <a:gd name="connsiteY10-66" fmla="*/ 1 h 6871506"/>
              <a:gd name="connsiteX0-67" fmla="*/ 10062188 w 11232000"/>
              <a:gd name="connsiteY0-68" fmla="*/ 0 h 6871505"/>
              <a:gd name="connsiteX1-69" fmla="*/ 10116300 w 11232000"/>
              <a:gd name="connsiteY1-70" fmla="*/ 68858 h 6871505"/>
              <a:gd name="connsiteX2-71" fmla="*/ 11232000 w 11232000"/>
              <a:gd name="connsiteY2-72" fmla="*/ 3429000 h 6871505"/>
              <a:gd name="connsiteX3-73" fmla="*/ 10116300 w 11232000"/>
              <a:gd name="connsiteY3-74" fmla="*/ 6789143 h 6871505"/>
              <a:gd name="connsiteX4-75" fmla="*/ 10051575 w 11232000"/>
              <a:gd name="connsiteY4-76" fmla="*/ 6871505 h 6871505"/>
              <a:gd name="connsiteX5-77" fmla="*/ 1180425 w 11232000"/>
              <a:gd name="connsiteY5-78" fmla="*/ 6871505 h 6871505"/>
              <a:gd name="connsiteX6-79" fmla="*/ 1115701 w 11232000"/>
              <a:gd name="connsiteY6-80" fmla="*/ 6789143 h 6871505"/>
              <a:gd name="connsiteX7-81" fmla="*/ 0 w 11232000"/>
              <a:gd name="connsiteY7-82" fmla="*/ 3429000 h 6871505"/>
              <a:gd name="connsiteX8-83" fmla="*/ 1115701 w 11232000"/>
              <a:gd name="connsiteY8-84" fmla="*/ 68858 h 6871505"/>
              <a:gd name="connsiteX9-85" fmla="*/ 1169812 w 11232000"/>
              <a:gd name="connsiteY9-86" fmla="*/ 0 h 6871505"/>
              <a:gd name="connsiteX0-87" fmla="*/ 10062188 w 11232000"/>
              <a:gd name="connsiteY0-88" fmla="*/ 0 h 6871505"/>
              <a:gd name="connsiteX1-89" fmla="*/ 10116300 w 11232000"/>
              <a:gd name="connsiteY1-90" fmla="*/ 68858 h 6871505"/>
              <a:gd name="connsiteX2-91" fmla="*/ 11232000 w 11232000"/>
              <a:gd name="connsiteY2-92" fmla="*/ 3429000 h 6871505"/>
              <a:gd name="connsiteX3-93" fmla="*/ 10116300 w 11232000"/>
              <a:gd name="connsiteY3-94" fmla="*/ 6789143 h 6871505"/>
              <a:gd name="connsiteX4-95" fmla="*/ 10051575 w 11232000"/>
              <a:gd name="connsiteY4-96" fmla="*/ 6871505 h 6871505"/>
              <a:gd name="connsiteX5-97" fmla="*/ 1180425 w 11232000"/>
              <a:gd name="connsiteY5-98" fmla="*/ 6871505 h 6871505"/>
              <a:gd name="connsiteX6-99" fmla="*/ 1115701 w 11232000"/>
              <a:gd name="connsiteY6-100" fmla="*/ 6789143 h 6871505"/>
              <a:gd name="connsiteX7-101" fmla="*/ 0 w 11232000"/>
              <a:gd name="connsiteY7-102" fmla="*/ 3429000 h 6871505"/>
              <a:gd name="connsiteX8-103" fmla="*/ 1115701 w 11232000"/>
              <a:gd name="connsiteY8-104" fmla="*/ 68858 h 6871505"/>
              <a:gd name="connsiteX0-105" fmla="*/ 10062188 w 11232000"/>
              <a:gd name="connsiteY0-106" fmla="*/ 0 h 6871505"/>
              <a:gd name="connsiteX1-107" fmla="*/ 10116300 w 11232000"/>
              <a:gd name="connsiteY1-108" fmla="*/ 68858 h 6871505"/>
              <a:gd name="connsiteX2-109" fmla="*/ 11232000 w 11232000"/>
              <a:gd name="connsiteY2-110" fmla="*/ 3429000 h 6871505"/>
              <a:gd name="connsiteX3-111" fmla="*/ 10116300 w 11232000"/>
              <a:gd name="connsiteY3-112" fmla="*/ 6789143 h 6871505"/>
              <a:gd name="connsiteX4-113" fmla="*/ 10051575 w 11232000"/>
              <a:gd name="connsiteY4-114" fmla="*/ 6871505 h 6871505"/>
              <a:gd name="connsiteX5-115" fmla="*/ 1180425 w 11232000"/>
              <a:gd name="connsiteY5-116" fmla="*/ 6871505 h 6871505"/>
              <a:gd name="connsiteX6-117" fmla="*/ 1115701 w 11232000"/>
              <a:gd name="connsiteY6-118" fmla="*/ 6789143 h 6871505"/>
              <a:gd name="connsiteX7-119" fmla="*/ 0 w 11232000"/>
              <a:gd name="connsiteY7-120" fmla="*/ 3429000 h 6871505"/>
              <a:gd name="connsiteX0-121" fmla="*/ 8946487 w 10116299"/>
              <a:gd name="connsiteY0-122" fmla="*/ 0 h 6871505"/>
              <a:gd name="connsiteX1-123" fmla="*/ 9000599 w 10116299"/>
              <a:gd name="connsiteY1-124" fmla="*/ 68858 h 6871505"/>
              <a:gd name="connsiteX2-125" fmla="*/ 10116299 w 10116299"/>
              <a:gd name="connsiteY2-126" fmla="*/ 3429000 h 6871505"/>
              <a:gd name="connsiteX3-127" fmla="*/ 9000599 w 10116299"/>
              <a:gd name="connsiteY3-128" fmla="*/ 6789143 h 6871505"/>
              <a:gd name="connsiteX4-129" fmla="*/ 8935874 w 10116299"/>
              <a:gd name="connsiteY4-130" fmla="*/ 6871505 h 6871505"/>
              <a:gd name="connsiteX5-131" fmla="*/ 64724 w 10116299"/>
              <a:gd name="connsiteY5-132" fmla="*/ 6871505 h 6871505"/>
              <a:gd name="connsiteX6-133" fmla="*/ 0 w 10116299"/>
              <a:gd name="connsiteY6-134" fmla="*/ 6789143 h 6871505"/>
              <a:gd name="connsiteX0-135" fmla="*/ 8881763 w 10051575"/>
              <a:gd name="connsiteY0-136" fmla="*/ 0 h 6871505"/>
              <a:gd name="connsiteX1-137" fmla="*/ 8935875 w 10051575"/>
              <a:gd name="connsiteY1-138" fmla="*/ 68858 h 6871505"/>
              <a:gd name="connsiteX2-139" fmla="*/ 10051575 w 10051575"/>
              <a:gd name="connsiteY2-140" fmla="*/ 3429000 h 6871505"/>
              <a:gd name="connsiteX3-141" fmla="*/ 8935875 w 10051575"/>
              <a:gd name="connsiteY3-142" fmla="*/ 6789143 h 6871505"/>
              <a:gd name="connsiteX4-143" fmla="*/ 8871150 w 10051575"/>
              <a:gd name="connsiteY4-144" fmla="*/ 6871505 h 6871505"/>
              <a:gd name="connsiteX5-145" fmla="*/ 0 w 10051575"/>
              <a:gd name="connsiteY5-146" fmla="*/ 6871505 h 6871505"/>
              <a:gd name="connsiteX0-147" fmla="*/ 10613 w 1180425"/>
              <a:gd name="connsiteY0-148" fmla="*/ 0 h 6871505"/>
              <a:gd name="connsiteX1-149" fmla="*/ 64725 w 1180425"/>
              <a:gd name="connsiteY1-150" fmla="*/ 68858 h 6871505"/>
              <a:gd name="connsiteX2-151" fmla="*/ 1180425 w 1180425"/>
              <a:gd name="connsiteY2-152" fmla="*/ 3429000 h 6871505"/>
              <a:gd name="connsiteX3-153" fmla="*/ 64725 w 1180425"/>
              <a:gd name="connsiteY3-154" fmla="*/ 6789143 h 6871505"/>
              <a:gd name="connsiteX4-155" fmla="*/ 0 w 1180425"/>
              <a:gd name="connsiteY4-156" fmla="*/ 6871505 h 687150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180425" h="6871505">
                <a:moveTo>
                  <a:pt x="10613" y="0"/>
                </a:moveTo>
                <a:lnTo>
                  <a:pt x="64725" y="68858"/>
                </a:lnTo>
                <a:cubicBezTo>
                  <a:pt x="765456" y="1005846"/>
                  <a:pt x="1180425" y="2168963"/>
                  <a:pt x="1180425" y="3429000"/>
                </a:cubicBezTo>
                <a:cubicBezTo>
                  <a:pt x="1180425" y="4689038"/>
                  <a:pt x="765456" y="5852154"/>
                  <a:pt x="64725" y="6789143"/>
                </a:cubicBezTo>
                <a:lnTo>
                  <a:pt x="0" y="6871505"/>
                </a:lnTo>
              </a:path>
            </a:pathLst>
          </a:custGeom>
          <a:noFill/>
          <a:ln w="19050">
            <a:solidFill>
              <a:schemeClr val="accent1">
                <a:lumMod val="40000"/>
                <a:lumOff val="60000"/>
                <a:alpha val="2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p>
        </p:txBody>
      </p:sp>
      <p:sp>
        <p:nvSpPr>
          <p:cNvPr id="14" name="Text Placeholder 13"/>
          <p:cNvSpPr>
            <a:spLocks noGrp="1"/>
          </p:cNvSpPr>
          <p:nvPr>
            <p:ph type="body" idx="16389" hasCustomPrompt="1"/>
            <p:custDataLst>
              <p:tags r:id="rId13"/>
            </p:custDataLst>
          </p:nvPr>
        </p:nvSpPr>
        <p:spPr>
          <a:xfrm>
            <a:off x="2145771" y="1981200"/>
            <a:ext cx="7875058" cy="457200"/>
          </a:xfrm>
          <a:noFill/>
        </p:spPr>
        <p:txBody>
          <a:bodyPr vert="horz" lIns="0" tIns="0" rIns="0" bIns="0" anchor="t">
            <a:normAutofit/>
          </a:bodyPr>
          <a:lstStyle>
            <a:lvl1pPr marL="0" indent="0" algn="ctr">
              <a:lnSpc>
                <a:spcPct val="125000"/>
              </a:lnSpc>
              <a:spcBef>
                <a:spcPct val="0"/>
              </a:spcBef>
              <a:spcAft>
                <a:spcPct val="0"/>
              </a:spcAft>
              <a:buNone/>
              <a:defRPr sz="2400" b="0" spc="0">
                <a:solidFill>
                  <a:schemeClr val="tx1">
                    <a:alpha val="70000"/>
                  </a:schemeClr>
                </a:solidFill>
              </a:defRPr>
            </a:lvl1pPr>
          </a:lstStyle>
          <a:p>
            <a:pPr lvl="0"/>
            <a:r>
              <a:rPr lang="zh-CN" altLang="en-US"/>
              <a:t>20XX YEAR</a:t>
            </a:r>
          </a:p>
        </p:txBody>
      </p:sp>
      <p:sp>
        <p:nvSpPr>
          <p:cNvPr id="37" name="任意多边形: 形状 36"/>
          <p:cNvSpPr/>
          <p:nvPr userDrawn="1">
            <p:custDataLst>
              <p:tags r:id="rId14"/>
            </p:custDataLst>
          </p:nvPr>
        </p:nvSpPr>
        <p:spPr>
          <a:xfrm>
            <a:off x="479999" y="0"/>
            <a:ext cx="1180425" cy="6840000"/>
          </a:xfrm>
          <a:custGeom>
            <a:avLst/>
            <a:gdLst>
              <a:gd name="connsiteX0" fmla="*/ 1169812 w 11232000"/>
              <a:gd name="connsiteY0" fmla="*/ 0 h 6871505"/>
              <a:gd name="connsiteX1" fmla="*/ 10062188 w 11232000"/>
              <a:gd name="connsiteY1" fmla="*/ 0 h 6871505"/>
              <a:gd name="connsiteX2" fmla="*/ 10116300 w 11232000"/>
              <a:gd name="connsiteY2" fmla="*/ 68858 h 6871505"/>
              <a:gd name="connsiteX3" fmla="*/ 11232000 w 11232000"/>
              <a:gd name="connsiteY3" fmla="*/ 3429000 h 6871505"/>
              <a:gd name="connsiteX4" fmla="*/ 10116300 w 11232000"/>
              <a:gd name="connsiteY4" fmla="*/ 6789143 h 6871505"/>
              <a:gd name="connsiteX5" fmla="*/ 10051575 w 11232000"/>
              <a:gd name="connsiteY5" fmla="*/ 6871505 h 6871505"/>
              <a:gd name="connsiteX6" fmla="*/ 1180425 w 11232000"/>
              <a:gd name="connsiteY6" fmla="*/ 6871505 h 6871505"/>
              <a:gd name="connsiteX7" fmla="*/ 1115701 w 11232000"/>
              <a:gd name="connsiteY7" fmla="*/ 6789143 h 6871505"/>
              <a:gd name="connsiteX8" fmla="*/ 0 w 11232000"/>
              <a:gd name="connsiteY8" fmla="*/ 3429000 h 6871505"/>
              <a:gd name="connsiteX9" fmla="*/ 1115701 w 11232000"/>
              <a:gd name="connsiteY9" fmla="*/ 68858 h 6871505"/>
              <a:gd name="connsiteX0-1" fmla="*/ 1169812 w 11232000"/>
              <a:gd name="connsiteY0-2" fmla="*/ 0 h 6896099"/>
              <a:gd name="connsiteX1-3" fmla="*/ 10062188 w 11232000"/>
              <a:gd name="connsiteY1-4" fmla="*/ 0 h 6896099"/>
              <a:gd name="connsiteX2-5" fmla="*/ 10116300 w 11232000"/>
              <a:gd name="connsiteY2-6" fmla="*/ 68858 h 6896099"/>
              <a:gd name="connsiteX3-7" fmla="*/ 11232000 w 11232000"/>
              <a:gd name="connsiteY3-8" fmla="*/ 3429000 h 6896099"/>
              <a:gd name="connsiteX4-9" fmla="*/ 10116300 w 11232000"/>
              <a:gd name="connsiteY4-10" fmla="*/ 6789143 h 6896099"/>
              <a:gd name="connsiteX5-11" fmla="*/ 10051575 w 11232000"/>
              <a:gd name="connsiteY5-12" fmla="*/ 6871505 h 6896099"/>
              <a:gd name="connsiteX6-13" fmla="*/ 5743000 w 11232000"/>
              <a:gd name="connsiteY6-14" fmla="*/ 6896099 h 6896099"/>
              <a:gd name="connsiteX7-15" fmla="*/ 1180425 w 11232000"/>
              <a:gd name="connsiteY7-16" fmla="*/ 6871505 h 6896099"/>
              <a:gd name="connsiteX8-17" fmla="*/ 1115701 w 11232000"/>
              <a:gd name="connsiteY8-18" fmla="*/ 6789143 h 6896099"/>
              <a:gd name="connsiteX9-19" fmla="*/ 0 w 11232000"/>
              <a:gd name="connsiteY9-20" fmla="*/ 3429000 h 6896099"/>
              <a:gd name="connsiteX10" fmla="*/ 1115701 w 11232000"/>
              <a:gd name="connsiteY10" fmla="*/ 68858 h 6896099"/>
              <a:gd name="connsiteX11" fmla="*/ 1169812 w 11232000"/>
              <a:gd name="connsiteY11" fmla="*/ 0 h 6896099"/>
              <a:gd name="connsiteX0-21" fmla="*/ 5743000 w 11232000"/>
              <a:gd name="connsiteY0-22" fmla="*/ 6896099 h 6987539"/>
              <a:gd name="connsiteX1-23" fmla="*/ 1180425 w 11232000"/>
              <a:gd name="connsiteY1-24" fmla="*/ 6871505 h 6987539"/>
              <a:gd name="connsiteX2-25" fmla="*/ 1115701 w 11232000"/>
              <a:gd name="connsiteY2-26" fmla="*/ 6789143 h 6987539"/>
              <a:gd name="connsiteX3-27" fmla="*/ 0 w 11232000"/>
              <a:gd name="connsiteY3-28" fmla="*/ 3429000 h 6987539"/>
              <a:gd name="connsiteX4-29" fmla="*/ 1115701 w 11232000"/>
              <a:gd name="connsiteY4-30" fmla="*/ 68858 h 6987539"/>
              <a:gd name="connsiteX5-31" fmla="*/ 1169812 w 11232000"/>
              <a:gd name="connsiteY5-32" fmla="*/ 0 h 6987539"/>
              <a:gd name="connsiteX6-33" fmla="*/ 10062188 w 11232000"/>
              <a:gd name="connsiteY6-34" fmla="*/ 0 h 6987539"/>
              <a:gd name="connsiteX7-35" fmla="*/ 10116300 w 11232000"/>
              <a:gd name="connsiteY7-36" fmla="*/ 68858 h 6987539"/>
              <a:gd name="connsiteX8-37" fmla="*/ 11232000 w 11232000"/>
              <a:gd name="connsiteY8-38" fmla="*/ 3429000 h 6987539"/>
              <a:gd name="connsiteX9-39" fmla="*/ 10116300 w 11232000"/>
              <a:gd name="connsiteY9-40" fmla="*/ 6789143 h 6987539"/>
              <a:gd name="connsiteX10-41" fmla="*/ 10051575 w 11232000"/>
              <a:gd name="connsiteY10-42" fmla="*/ 6871505 h 6987539"/>
              <a:gd name="connsiteX11-43" fmla="*/ 5834440 w 11232000"/>
              <a:gd name="connsiteY11-44" fmla="*/ 6987539 h 6987539"/>
              <a:gd name="connsiteX0-45" fmla="*/ 5743000 w 11232000"/>
              <a:gd name="connsiteY0-46" fmla="*/ 6896099 h 6896099"/>
              <a:gd name="connsiteX1-47" fmla="*/ 1180425 w 11232000"/>
              <a:gd name="connsiteY1-48" fmla="*/ 6871505 h 6896099"/>
              <a:gd name="connsiteX2-49" fmla="*/ 1115701 w 11232000"/>
              <a:gd name="connsiteY2-50" fmla="*/ 6789143 h 6896099"/>
              <a:gd name="connsiteX3-51" fmla="*/ 0 w 11232000"/>
              <a:gd name="connsiteY3-52" fmla="*/ 3429000 h 6896099"/>
              <a:gd name="connsiteX4-53" fmla="*/ 1115701 w 11232000"/>
              <a:gd name="connsiteY4-54" fmla="*/ 68858 h 6896099"/>
              <a:gd name="connsiteX5-55" fmla="*/ 1169812 w 11232000"/>
              <a:gd name="connsiteY5-56" fmla="*/ 0 h 6896099"/>
              <a:gd name="connsiteX6-57" fmla="*/ 10062188 w 11232000"/>
              <a:gd name="connsiteY6-58" fmla="*/ 0 h 6896099"/>
              <a:gd name="connsiteX7-59" fmla="*/ 10116300 w 11232000"/>
              <a:gd name="connsiteY7-60" fmla="*/ 68858 h 6896099"/>
              <a:gd name="connsiteX8-61" fmla="*/ 11232000 w 11232000"/>
              <a:gd name="connsiteY8-62" fmla="*/ 3429000 h 6896099"/>
              <a:gd name="connsiteX9-63" fmla="*/ 10116300 w 11232000"/>
              <a:gd name="connsiteY9-64" fmla="*/ 6789143 h 6896099"/>
              <a:gd name="connsiteX10-65" fmla="*/ 10051575 w 11232000"/>
              <a:gd name="connsiteY10-66" fmla="*/ 6871505 h 6896099"/>
              <a:gd name="connsiteX0-67" fmla="*/ 1180425 w 11232000"/>
              <a:gd name="connsiteY0-68" fmla="*/ 6871505 h 6871505"/>
              <a:gd name="connsiteX1-69" fmla="*/ 1115701 w 11232000"/>
              <a:gd name="connsiteY1-70" fmla="*/ 6789143 h 6871505"/>
              <a:gd name="connsiteX2-71" fmla="*/ 0 w 11232000"/>
              <a:gd name="connsiteY2-72" fmla="*/ 3429000 h 6871505"/>
              <a:gd name="connsiteX3-73" fmla="*/ 1115701 w 11232000"/>
              <a:gd name="connsiteY3-74" fmla="*/ 68858 h 6871505"/>
              <a:gd name="connsiteX4-75" fmla="*/ 1169812 w 11232000"/>
              <a:gd name="connsiteY4-76" fmla="*/ 0 h 6871505"/>
              <a:gd name="connsiteX5-77" fmla="*/ 10062188 w 11232000"/>
              <a:gd name="connsiteY5-78" fmla="*/ 0 h 6871505"/>
              <a:gd name="connsiteX6-79" fmla="*/ 10116300 w 11232000"/>
              <a:gd name="connsiteY6-80" fmla="*/ 68858 h 6871505"/>
              <a:gd name="connsiteX7-81" fmla="*/ 11232000 w 11232000"/>
              <a:gd name="connsiteY7-82" fmla="*/ 3429000 h 6871505"/>
              <a:gd name="connsiteX8-83" fmla="*/ 10116300 w 11232000"/>
              <a:gd name="connsiteY8-84" fmla="*/ 6789143 h 6871505"/>
              <a:gd name="connsiteX9-85" fmla="*/ 10051575 w 11232000"/>
              <a:gd name="connsiteY9-86" fmla="*/ 6871505 h 6871505"/>
              <a:gd name="connsiteX0-87" fmla="*/ 1180425 w 11232000"/>
              <a:gd name="connsiteY0-88" fmla="*/ 6871505 h 6871505"/>
              <a:gd name="connsiteX1-89" fmla="*/ 1115701 w 11232000"/>
              <a:gd name="connsiteY1-90" fmla="*/ 6789143 h 6871505"/>
              <a:gd name="connsiteX2-91" fmla="*/ 0 w 11232000"/>
              <a:gd name="connsiteY2-92" fmla="*/ 3429000 h 6871505"/>
              <a:gd name="connsiteX3-93" fmla="*/ 1115701 w 11232000"/>
              <a:gd name="connsiteY3-94" fmla="*/ 68858 h 6871505"/>
              <a:gd name="connsiteX4-95" fmla="*/ 1169812 w 11232000"/>
              <a:gd name="connsiteY4-96" fmla="*/ 0 h 6871505"/>
              <a:gd name="connsiteX5-97" fmla="*/ 10062188 w 11232000"/>
              <a:gd name="connsiteY5-98" fmla="*/ 0 h 6871505"/>
              <a:gd name="connsiteX6-99" fmla="*/ 10116300 w 11232000"/>
              <a:gd name="connsiteY6-100" fmla="*/ 68858 h 6871505"/>
              <a:gd name="connsiteX7-101" fmla="*/ 11232000 w 11232000"/>
              <a:gd name="connsiteY7-102" fmla="*/ 3429000 h 6871505"/>
              <a:gd name="connsiteX8-103" fmla="*/ 10116300 w 11232000"/>
              <a:gd name="connsiteY8-104" fmla="*/ 6789143 h 6871505"/>
              <a:gd name="connsiteX0-105" fmla="*/ 1180425 w 11232000"/>
              <a:gd name="connsiteY0-106" fmla="*/ 6871505 h 6871505"/>
              <a:gd name="connsiteX1-107" fmla="*/ 1115701 w 11232000"/>
              <a:gd name="connsiteY1-108" fmla="*/ 6789143 h 6871505"/>
              <a:gd name="connsiteX2-109" fmla="*/ 0 w 11232000"/>
              <a:gd name="connsiteY2-110" fmla="*/ 3429000 h 6871505"/>
              <a:gd name="connsiteX3-111" fmla="*/ 1115701 w 11232000"/>
              <a:gd name="connsiteY3-112" fmla="*/ 68858 h 6871505"/>
              <a:gd name="connsiteX4-113" fmla="*/ 1169812 w 11232000"/>
              <a:gd name="connsiteY4-114" fmla="*/ 0 h 6871505"/>
              <a:gd name="connsiteX5-115" fmla="*/ 10062188 w 11232000"/>
              <a:gd name="connsiteY5-116" fmla="*/ 0 h 6871505"/>
              <a:gd name="connsiteX6-117" fmla="*/ 10116300 w 11232000"/>
              <a:gd name="connsiteY6-118" fmla="*/ 68858 h 6871505"/>
              <a:gd name="connsiteX7-119" fmla="*/ 11232000 w 11232000"/>
              <a:gd name="connsiteY7-120" fmla="*/ 3429000 h 6871505"/>
              <a:gd name="connsiteX0-121" fmla="*/ 1180425 w 10116300"/>
              <a:gd name="connsiteY0-122" fmla="*/ 6871505 h 6871505"/>
              <a:gd name="connsiteX1-123" fmla="*/ 1115701 w 10116300"/>
              <a:gd name="connsiteY1-124" fmla="*/ 6789143 h 6871505"/>
              <a:gd name="connsiteX2-125" fmla="*/ 0 w 10116300"/>
              <a:gd name="connsiteY2-126" fmla="*/ 3429000 h 6871505"/>
              <a:gd name="connsiteX3-127" fmla="*/ 1115701 w 10116300"/>
              <a:gd name="connsiteY3-128" fmla="*/ 68858 h 6871505"/>
              <a:gd name="connsiteX4-129" fmla="*/ 1169812 w 10116300"/>
              <a:gd name="connsiteY4-130" fmla="*/ 0 h 6871505"/>
              <a:gd name="connsiteX5-131" fmla="*/ 10062188 w 10116300"/>
              <a:gd name="connsiteY5-132" fmla="*/ 0 h 6871505"/>
              <a:gd name="connsiteX6-133" fmla="*/ 10116300 w 10116300"/>
              <a:gd name="connsiteY6-134" fmla="*/ 68858 h 6871505"/>
              <a:gd name="connsiteX0-135" fmla="*/ 1180425 w 10116300"/>
              <a:gd name="connsiteY0-136" fmla="*/ 6871505 h 6871505"/>
              <a:gd name="connsiteX1-137" fmla="*/ 1115701 w 10116300"/>
              <a:gd name="connsiteY1-138" fmla="*/ 6789143 h 6871505"/>
              <a:gd name="connsiteX2-139" fmla="*/ 0 w 10116300"/>
              <a:gd name="connsiteY2-140" fmla="*/ 3429000 h 6871505"/>
              <a:gd name="connsiteX3-141" fmla="*/ 1115701 w 10116300"/>
              <a:gd name="connsiteY3-142" fmla="*/ 68858 h 6871505"/>
              <a:gd name="connsiteX4-143" fmla="*/ 1169812 w 10116300"/>
              <a:gd name="connsiteY4-144" fmla="*/ 0 h 6871505"/>
              <a:gd name="connsiteX5-145" fmla="*/ 10116300 w 10116300"/>
              <a:gd name="connsiteY5-146" fmla="*/ 68858 h 6871505"/>
              <a:gd name="connsiteX0-147" fmla="*/ 1180425 w 1180425"/>
              <a:gd name="connsiteY0-148" fmla="*/ 6871505 h 6871505"/>
              <a:gd name="connsiteX1-149" fmla="*/ 1115701 w 1180425"/>
              <a:gd name="connsiteY1-150" fmla="*/ 6789143 h 6871505"/>
              <a:gd name="connsiteX2-151" fmla="*/ 0 w 1180425"/>
              <a:gd name="connsiteY2-152" fmla="*/ 3429000 h 6871505"/>
              <a:gd name="connsiteX3-153" fmla="*/ 1115701 w 1180425"/>
              <a:gd name="connsiteY3-154" fmla="*/ 68858 h 6871505"/>
              <a:gd name="connsiteX4-155" fmla="*/ 1169812 w 1180425"/>
              <a:gd name="connsiteY4-156" fmla="*/ 0 h 687150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180425" h="6871505">
                <a:moveTo>
                  <a:pt x="1180425" y="6871505"/>
                </a:moveTo>
                <a:lnTo>
                  <a:pt x="1115701" y="6789143"/>
                </a:lnTo>
                <a:cubicBezTo>
                  <a:pt x="414969" y="5852154"/>
                  <a:pt x="0" y="4689038"/>
                  <a:pt x="0" y="3429000"/>
                </a:cubicBezTo>
                <a:cubicBezTo>
                  <a:pt x="0" y="2168963"/>
                  <a:pt x="414969" y="1005846"/>
                  <a:pt x="1115701" y="68858"/>
                </a:cubicBezTo>
                <a:lnTo>
                  <a:pt x="1169812" y="0"/>
                </a:lnTo>
              </a:path>
            </a:pathLst>
          </a:custGeom>
          <a:noFill/>
          <a:ln w="19050">
            <a:solidFill>
              <a:schemeClr val="accent1">
                <a:lumMod val="40000"/>
                <a:lumOff val="60000"/>
                <a:alpha val="2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p>
        </p:txBody>
      </p:sp>
      <p:sp>
        <p:nvSpPr>
          <p:cNvPr id="6" name="标题 1"/>
          <p:cNvSpPr>
            <a:spLocks noGrp="1"/>
          </p:cNvSpPr>
          <p:nvPr>
            <p:ph type="ctrTitle" idx="16388" hasCustomPrompt="1"/>
            <p:custDataLst>
              <p:tags r:id="rId15"/>
            </p:custDataLst>
          </p:nvPr>
        </p:nvSpPr>
        <p:spPr>
          <a:xfrm>
            <a:off x="1903677" y="2489200"/>
            <a:ext cx="8384646" cy="1879600"/>
          </a:xfrm>
        </p:spPr>
        <p:txBody>
          <a:bodyPr vert="horz" wrap="square" lIns="0" tIns="0" rIns="0" bIns="0" anchor="t">
            <a:normAutofit/>
          </a:bodyPr>
          <a:lstStyle>
            <a:lvl1pPr marL="0" indent="0" algn="ctr">
              <a:lnSpc>
                <a:spcPct val="100000"/>
              </a:lnSpc>
              <a:spcBef>
                <a:spcPct val="0"/>
              </a:spcBef>
              <a:spcAft>
                <a:spcPct val="0"/>
              </a:spcAft>
              <a:buNone/>
              <a:defRPr sz="6000" spc="0">
                <a:solidFill>
                  <a:schemeClr val="tx1">
                    <a:lumMod val="85000"/>
                    <a:lumOff val="15000"/>
                  </a:schemeClr>
                </a:solidFill>
              </a:defRPr>
            </a:lvl1pPr>
          </a:lstStyle>
          <a:p>
            <a:r>
              <a:rPr lang="zh-CN" altLang="en-US" dirty="0"/>
              <a:t>单击此处添加文档标题</a:t>
            </a:r>
          </a:p>
        </p:txBody>
      </p:sp>
      <p:sp>
        <p:nvSpPr>
          <p:cNvPr id="24" name="署名占位符 10"/>
          <p:cNvSpPr>
            <a:spLocks noGrp="1"/>
          </p:cNvSpPr>
          <p:nvPr>
            <p:ph type="body" sz="quarter" idx="16390" hasCustomPrompt="1"/>
            <p:custDataLst>
              <p:tags r:id="rId16"/>
            </p:custDataLst>
          </p:nvPr>
        </p:nvSpPr>
        <p:spPr>
          <a:xfrm>
            <a:off x="4812859" y="4419600"/>
            <a:ext cx="2540882" cy="533400"/>
          </a:xfrm>
          <a:prstGeom prst="roundRect">
            <a:avLst>
              <a:gd name="adj" fmla="val 50000"/>
            </a:avLst>
          </a:prstGeom>
          <a:gradFill>
            <a:gsLst>
              <a:gs pos="0">
                <a:schemeClr val="accent1">
                  <a:lumMod val="60000"/>
                  <a:lumOff val="40000"/>
                </a:schemeClr>
              </a:gs>
              <a:gs pos="100000">
                <a:schemeClr val="accent1"/>
              </a:gs>
            </a:gsLst>
            <a:lin ang="2700000" scaled="0"/>
          </a:gradFill>
        </p:spPr>
        <p:txBody>
          <a:bodyPr vert="horz" wrap="square" lIns="0" tIns="0" rIns="0" bIns="0" anchor="ctr">
            <a:normAutofit/>
          </a:bodyPr>
          <a:lstStyle>
            <a:lvl1pPr marL="0" indent="0" algn="ctr">
              <a:lnSpc>
                <a:spcPct val="100000"/>
              </a:lnSpc>
              <a:spcBef>
                <a:spcPct val="0"/>
              </a:spcBef>
              <a:spcAft>
                <a:spcPct val="0"/>
              </a:spcAft>
              <a:buNone/>
              <a:defRPr sz="2000" b="1" spc="0">
                <a:solidFill>
                  <a:srgbClr val="FFFFFF"/>
                </a:solidFill>
              </a:defRPr>
            </a:lvl1pPr>
          </a:lstStyle>
          <a:p>
            <a:pPr lvl="0"/>
            <a:r>
              <a:rPr lang="zh-CN" altLang="en-US" dirty="0"/>
              <a:t>BY WPS</a:t>
            </a:r>
          </a:p>
        </p:txBody>
      </p:sp>
    </p:spTree>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章节页-1_5">
    <p:bg>
      <p:bgRef idx="1001">
        <a:schemeClr val="bg1"/>
      </p:bgRef>
    </p:bg>
    <p:spTree>
      <p:nvGrpSpPr>
        <p:cNvPr id="1" name=""/>
        <p:cNvGrpSpPr/>
        <p:nvPr/>
      </p:nvGrpSpPr>
      <p:grpSpPr>
        <a:xfrm>
          <a:off x="0" y="0"/>
          <a:ext cx="0" cy="0"/>
          <a:chOff x="0" y="0"/>
          <a:chExt cx="0" cy="0"/>
        </a:xfrm>
      </p:grpSpPr>
      <p:sp>
        <p:nvSpPr>
          <p:cNvPr id="7" name="日期占位符 4"/>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2025/7/4</a:t>
            </a:fld>
            <a:endParaRPr lang="zh-CN" altLang="en-US"/>
          </a:p>
        </p:txBody>
      </p:sp>
      <p:sp>
        <p:nvSpPr>
          <p:cNvPr id="9" name="页脚占位符 5"/>
          <p:cNvSpPr>
            <a:spLocks noGrp="1"/>
          </p:cNvSpPr>
          <p:nvPr>
            <p:ph type="ftr" sz="quarter" idx="11"/>
            <p:custDataLst>
              <p:tags r:id="rId2"/>
            </p:custDataLst>
          </p:nvPr>
        </p:nvSpPr>
        <p:spPr/>
        <p:txBody>
          <a:bodyPr/>
          <a:lstStyle/>
          <a:p>
            <a:endParaRPr lang="zh-CN" altLang="en-US"/>
          </a:p>
        </p:txBody>
      </p:sp>
      <p:sp>
        <p:nvSpPr>
          <p:cNvPr id="10" name="灯片编号占位符 6"/>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弧形 8"/>
          <p:cNvSpPr>
            <a:spLocks noChangeAspect="1"/>
          </p:cNvSpPr>
          <p:nvPr userDrawn="1">
            <p:custDataLst>
              <p:tags r:id="rId4"/>
            </p:custDataLst>
          </p:nvPr>
        </p:nvSpPr>
        <p:spPr>
          <a:xfrm rot="16200000">
            <a:off x="971196" y="1125001"/>
            <a:ext cx="4608000" cy="4608000"/>
          </a:xfrm>
          <a:prstGeom prst="arc">
            <a:avLst>
              <a:gd name="adj1" fmla="val 6911636"/>
              <a:gd name="adj2" fmla="val 13883405"/>
            </a:avLst>
          </a:prstGeom>
          <a:noFill/>
          <a:ln>
            <a:gradFill flip="none" rotWithShape="1">
              <a:gsLst>
                <a:gs pos="0">
                  <a:schemeClr val="accent1">
                    <a:lumMod val="70000"/>
                    <a:lumOff val="30000"/>
                    <a:alpha val="6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2" name="椭圆 9"/>
          <p:cNvSpPr>
            <a:spLocks noChangeAspect="1"/>
          </p:cNvSpPr>
          <p:nvPr userDrawn="1">
            <p:custDataLst>
              <p:tags r:id="rId5"/>
            </p:custDataLst>
          </p:nvPr>
        </p:nvSpPr>
        <p:spPr>
          <a:xfrm rot="16200000">
            <a:off x="3995627" y="5533172"/>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3" name="椭圆 10"/>
          <p:cNvSpPr>
            <a:spLocks noChangeAspect="1"/>
          </p:cNvSpPr>
          <p:nvPr userDrawn="1">
            <p:custDataLst>
              <p:tags r:id="rId6"/>
            </p:custDataLst>
          </p:nvPr>
        </p:nvSpPr>
        <p:spPr>
          <a:xfrm rot="16200000">
            <a:off x="1295196" y="1449001"/>
            <a:ext cx="3960000" cy="3960000"/>
          </a:xfrm>
          <a:prstGeom prst="ellipse">
            <a:avLst/>
          </a:prstGeom>
          <a:noFill/>
          <a:ln w="19050">
            <a:solidFill>
              <a:schemeClr val="accent1">
                <a:lumMod val="40000"/>
                <a:lumOff val="60000"/>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弧形 11"/>
          <p:cNvSpPr>
            <a:spLocks noChangeAspect="1"/>
          </p:cNvSpPr>
          <p:nvPr userDrawn="1">
            <p:custDataLst>
              <p:tags r:id="rId7"/>
            </p:custDataLst>
          </p:nvPr>
        </p:nvSpPr>
        <p:spPr>
          <a:xfrm rot="16200000">
            <a:off x="683196" y="837001"/>
            <a:ext cx="5184000" cy="5184000"/>
          </a:xfrm>
          <a:prstGeom prst="arc">
            <a:avLst>
              <a:gd name="adj1" fmla="val 11844446"/>
              <a:gd name="adj2" fmla="val 2553147"/>
            </a:avLst>
          </a:prstGeom>
          <a:noFill/>
          <a:ln>
            <a:gradFill flip="none" rotWithShape="1">
              <a:gsLst>
                <a:gs pos="0">
                  <a:schemeClr val="accent1">
                    <a:lumMod val="70000"/>
                    <a:lumOff val="30000"/>
                    <a:alpha val="7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5" name="椭圆 12"/>
          <p:cNvSpPr>
            <a:spLocks noChangeAspect="1"/>
          </p:cNvSpPr>
          <p:nvPr userDrawn="1">
            <p:custDataLst>
              <p:tags r:id="rId8"/>
            </p:custDataLst>
          </p:nvPr>
        </p:nvSpPr>
        <p:spPr>
          <a:xfrm rot="16200000">
            <a:off x="1355848" y="1544326"/>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6" name="标题 1"/>
          <p:cNvSpPr>
            <a:spLocks noGrp="1"/>
          </p:cNvSpPr>
          <p:nvPr>
            <p:ph type="title" idx="17826049" hasCustomPrompt="1"/>
            <p:custDataLst>
              <p:tags r:id="rId9"/>
            </p:custDataLst>
          </p:nvPr>
        </p:nvSpPr>
        <p:spPr>
          <a:xfrm>
            <a:off x="4823883" y="3530600"/>
            <a:ext cx="6352117" cy="1524000"/>
          </a:xfrm>
        </p:spPr>
        <p:txBody>
          <a:bodyPr vert="horz" wrap="square" lIns="0" tIns="0" rIns="0" bIns="0" anchor="t" anchorCtr="0">
            <a:normAutofit/>
          </a:bodyPr>
          <a:lstStyle>
            <a:lvl1pPr marL="0" indent="0" algn="r">
              <a:lnSpc>
                <a:spcPct val="100000"/>
              </a:lnSpc>
              <a:spcBef>
                <a:spcPct val="0"/>
              </a:spcBef>
              <a:spcAft>
                <a:spcPct val="0"/>
              </a:spcAft>
              <a:buNone/>
              <a:defRPr sz="4800" b="0" spc="0"/>
            </a:lvl1pPr>
          </a:lstStyle>
          <a:p>
            <a:r>
              <a:rPr dirty="0"/>
              <a:t>单击此处添加章节标题</a:t>
            </a:r>
          </a:p>
        </p:txBody>
      </p:sp>
      <p:sp>
        <p:nvSpPr>
          <p:cNvPr id="8" name="节编号 3"/>
          <p:cNvSpPr>
            <a:spLocks noGrp="1"/>
          </p:cNvSpPr>
          <p:nvPr>
            <p:ph type="body" sz="quarter" idx="17826561" hasCustomPrompt="1"/>
            <p:custDataLst>
              <p:tags r:id="rId10"/>
            </p:custDataLst>
          </p:nvPr>
        </p:nvSpPr>
        <p:spPr>
          <a:xfrm>
            <a:off x="9648825" y="1905000"/>
            <a:ext cx="1527175" cy="1524000"/>
          </a:xfrm>
        </p:spPr>
        <p:txBody>
          <a:bodyPr vert="horz" wrap="none" lIns="0" tIns="0" rIns="0" bIns="0" anchor="ctr" anchorCtr="0">
            <a:normAutofit/>
          </a:bodyPr>
          <a:lstStyle>
            <a:lvl1pPr marL="0" indent="0" algn="r">
              <a:lnSpc>
                <a:spcPct val="109000"/>
              </a:lnSpc>
              <a:spcBef>
                <a:spcPct val="0"/>
              </a:spcBef>
              <a:spcAft>
                <a:spcPct val="0"/>
              </a:spcAft>
              <a:buNone/>
              <a:defRPr sz="7200" b="1" spc="0">
                <a:gradFill>
                  <a:gsLst>
                    <a:gs pos="0">
                      <a:schemeClr val="accent1">
                        <a:lumMod val="60000"/>
                        <a:lumOff val="40000"/>
                      </a:schemeClr>
                    </a:gs>
                    <a:gs pos="100000">
                      <a:schemeClr val="accent1"/>
                    </a:gs>
                  </a:gsLst>
                  <a:lin ang="3600000" scaled="0"/>
                </a:gradFill>
              </a:defRPr>
            </a:lvl1pPr>
          </a:lstStyle>
          <a:p>
            <a:pPr lvl="0"/>
            <a:r>
              <a:rPr lang="zh-CN" altLang="en-US" dirty="0"/>
              <a:t>01</a:t>
            </a:r>
          </a:p>
        </p:txBody>
      </p:sp>
    </p:spTree>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结束页-1_3">
    <p:bg>
      <p:bgRef idx="1001">
        <a:schemeClr val="bg1"/>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2025/7/4</a:t>
            </a:fld>
            <a:endParaRPr lang="zh-CN" altLang="en-US"/>
          </a:p>
        </p:txBody>
      </p:sp>
      <p:sp>
        <p:nvSpPr>
          <p:cNvPr id="9" name="页脚占位符 4"/>
          <p:cNvSpPr>
            <a:spLocks noGrp="1"/>
          </p:cNvSpPr>
          <p:nvPr>
            <p:ph type="ftr" sz="quarter" idx="11"/>
            <p:custDataLst>
              <p:tags r:id="rId2"/>
            </p:custDataLst>
          </p:nvPr>
        </p:nvSpPr>
        <p:spPr/>
        <p:txBody>
          <a:bodyPr/>
          <a:lstStyle/>
          <a:p>
            <a:endParaRPr lang="zh-CN" altLang="en-US"/>
          </a:p>
        </p:txBody>
      </p:sp>
      <p:sp>
        <p:nvSpPr>
          <p:cNvPr id="10" name="灯片编号占位符 5"/>
          <p:cNvSpPr>
            <a:spLocks noGrp="1"/>
          </p:cNvSpPr>
          <p:nvPr>
            <p:ph type="sldNum" sz="quarter" idx="12"/>
            <p:custDataLst>
              <p:tags r:id="rId3"/>
            </p:custDataLst>
          </p:nvPr>
        </p:nvSpPr>
        <p:spPr>
          <a:xfrm>
            <a:off x="8610600" y="6356350"/>
            <a:ext cx="2743200" cy="365125"/>
          </a:xfrm>
        </p:spPr>
        <p:txBody>
          <a:bodyPr wrap="square">
            <a:normAutofit/>
          </a:bodyPr>
          <a:lstStyle/>
          <a:p>
            <a:fld id="{BE5F26B5-172A-4DC2-B0B7-181CFC56B87C}" type="slidenum">
              <a:rPr lang="zh-CN" altLang="en-US" smtClean="0"/>
              <a:t>‹#›</a:t>
            </a:fld>
            <a:endParaRPr lang="zh-CN" altLang="en-US"/>
          </a:p>
        </p:txBody>
      </p:sp>
      <p:sp>
        <p:nvSpPr>
          <p:cNvPr id="12" name="弧形 11"/>
          <p:cNvSpPr>
            <a:spLocks noChangeAspect="1"/>
          </p:cNvSpPr>
          <p:nvPr userDrawn="1">
            <p:custDataLst>
              <p:tags r:id="rId4"/>
            </p:custDataLst>
          </p:nvPr>
        </p:nvSpPr>
        <p:spPr>
          <a:xfrm rot="16200000">
            <a:off x="6948696" y="1197000"/>
            <a:ext cx="4464000" cy="4464000"/>
          </a:xfrm>
          <a:prstGeom prst="arc">
            <a:avLst>
              <a:gd name="adj1" fmla="val 6911636"/>
              <a:gd name="adj2" fmla="val 13883405"/>
            </a:avLst>
          </a:prstGeom>
          <a:noFill/>
          <a:ln>
            <a:gradFill flip="none" rotWithShape="1">
              <a:gsLst>
                <a:gs pos="0">
                  <a:schemeClr val="accent1">
                    <a:lumMod val="70000"/>
                    <a:lumOff val="30000"/>
                    <a:alpha val="6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3" name="椭圆 12"/>
          <p:cNvSpPr>
            <a:spLocks noChangeAspect="1"/>
          </p:cNvSpPr>
          <p:nvPr userDrawn="1">
            <p:custDataLst>
              <p:tags r:id="rId5"/>
            </p:custDataLst>
          </p:nvPr>
        </p:nvSpPr>
        <p:spPr>
          <a:xfrm rot="16200000">
            <a:off x="9901127" y="5447746"/>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5" name="椭圆 14"/>
          <p:cNvSpPr>
            <a:spLocks noChangeAspect="1"/>
          </p:cNvSpPr>
          <p:nvPr userDrawn="1">
            <p:custDataLst>
              <p:tags r:id="rId6"/>
            </p:custDataLst>
          </p:nvPr>
        </p:nvSpPr>
        <p:spPr>
          <a:xfrm rot="16200000">
            <a:off x="7398696" y="1647000"/>
            <a:ext cx="3564000" cy="3564000"/>
          </a:xfrm>
          <a:prstGeom prst="ellipse">
            <a:avLst/>
          </a:prstGeom>
          <a:noFill/>
          <a:ln w="19050">
            <a:solidFill>
              <a:schemeClr val="accent1">
                <a:lumMod val="40000"/>
                <a:lumOff val="60000"/>
                <a:alpha val="7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弧形 15"/>
          <p:cNvSpPr>
            <a:spLocks noChangeAspect="1"/>
          </p:cNvSpPr>
          <p:nvPr userDrawn="1">
            <p:custDataLst>
              <p:tags r:id="rId7"/>
            </p:custDataLst>
          </p:nvPr>
        </p:nvSpPr>
        <p:spPr>
          <a:xfrm rot="16200000">
            <a:off x="6588696" y="837000"/>
            <a:ext cx="5184000" cy="5184000"/>
          </a:xfrm>
          <a:prstGeom prst="arc">
            <a:avLst>
              <a:gd name="adj1" fmla="val 11844446"/>
              <a:gd name="adj2" fmla="val 2553147"/>
            </a:avLst>
          </a:prstGeom>
          <a:noFill/>
          <a:ln>
            <a:gradFill flip="none" rotWithShape="1">
              <a:gsLst>
                <a:gs pos="0">
                  <a:schemeClr val="accent1">
                    <a:lumMod val="70000"/>
                    <a:lumOff val="30000"/>
                    <a:alpha val="7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7" name="椭圆 16"/>
          <p:cNvSpPr>
            <a:spLocks noChangeAspect="1"/>
          </p:cNvSpPr>
          <p:nvPr userDrawn="1">
            <p:custDataLst>
              <p:tags r:id="rId8"/>
            </p:custDataLst>
          </p:nvPr>
        </p:nvSpPr>
        <p:spPr>
          <a:xfrm rot="16200000">
            <a:off x="7261348" y="1544325"/>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7" name="副标题 2"/>
          <p:cNvSpPr>
            <a:spLocks noGrp="1"/>
          </p:cNvSpPr>
          <p:nvPr>
            <p:ph type="body" idx="17826305" hasCustomPrompt="1"/>
            <p:custDataLst>
              <p:tags r:id="rId9"/>
            </p:custDataLst>
          </p:nvPr>
        </p:nvSpPr>
        <p:spPr>
          <a:xfrm>
            <a:off x="1016000" y="2667000"/>
            <a:ext cx="5449358" cy="457200"/>
          </a:xfrm>
        </p:spPr>
        <p:txBody>
          <a:bodyPr vert="horz" wrap="square" lIns="0" tIns="0" rIns="0" bIns="0" anchor="t">
            <a:normAutofit/>
          </a:bodyPr>
          <a:lstStyle>
            <a:lvl1pPr marL="0" indent="0" algn="l">
              <a:lnSpc>
                <a:spcPct val="125000"/>
              </a:lnSpc>
              <a:spcBef>
                <a:spcPct val="0"/>
              </a:spcBef>
              <a:spcAft>
                <a:spcPct val="0"/>
              </a:spcAft>
              <a:buNone/>
              <a:defRPr sz="2400" b="1" spc="0">
                <a:solidFill>
                  <a:schemeClr val="tx1">
                    <a:alpha val="7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THE END</a:t>
            </a:r>
          </a:p>
        </p:txBody>
      </p:sp>
      <p:sp>
        <p:nvSpPr>
          <p:cNvPr id="6" name="标题 1"/>
          <p:cNvSpPr>
            <a:spLocks noGrp="1"/>
          </p:cNvSpPr>
          <p:nvPr>
            <p:ph type="ctrTitle" idx="17826049" hasCustomPrompt="1"/>
            <p:custDataLst>
              <p:tags r:id="rId10"/>
            </p:custDataLst>
          </p:nvPr>
        </p:nvSpPr>
        <p:spPr>
          <a:xfrm>
            <a:off x="1016000" y="3175000"/>
            <a:ext cx="5451122" cy="1016000"/>
          </a:xfrm>
        </p:spPr>
        <p:txBody>
          <a:bodyPr vert="horz" wrap="square" lIns="0" tIns="0" rIns="0" bIns="0" anchor="t">
            <a:normAutofit/>
          </a:bodyPr>
          <a:lstStyle>
            <a:lvl1pPr marL="0" indent="0" algn="l">
              <a:lnSpc>
                <a:spcPct val="100000"/>
              </a:lnSpc>
              <a:spcBef>
                <a:spcPct val="0"/>
              </a:spcBef>
              <a:spcAft>
                <a:spcPct val="0"/>
              </a:spcAft>
              <a:buNone/>
              <a:defRPr sz="6400" spc="0"/>
            </a:lvl1pPr>
          </a:lstStyle>
          <a:p>
            <a:r>
              <a:rPr lang="zh-CN" altLang="en-US" dirty="0"/>
              <a:t>谢谢观看</a:t>
            </a:r>
          </a:p>
        </p:txBody>
      </p:sp>
    </p:spTree>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目录页-1-5-4">
    <p:bg>
      <p:bgRef idx="1001">
        <a:schemeClr val="bg1"/>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2025/7/4</a:t>
            </a:fld>
            <a:endParaRPr lang="zh-CN" altLang="en-US"/>
          </a:p>
        </p:txBody>
      </p:sp>
      <p:sp>
        <p:nvSpPr>
          <p:cNvPr id="9" name="页脚占位符 4"/>
          <p:cNvSpPr>
            <a:spLocks noGrp="1"/>
          </p:cNvSpPr>
          <p:nvPr>
            <p:ph type="ftr" sz="quarter" idx="11"/>
            <p:custDataLst>
              <p:tags r:id="rId2"/>
            </p:custDataLst>
          </p:nvPr>
        </p:nvSpPr>
        <p:spPr/>
        <p:txBody>
          <a:bodyPr/>
          <a:lstStyle/>
          <a:p>
            <a:endParaRPr lang="zh-CN" altLang="en-US"/>
          </a:p>
        </p:txBody>
      </p:sp>
      <p:sp>
        <p:nvSpPr>
          <p:cNvPr id="10" name="灯片编号占位符 5"/>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5" name="任意多边形: 形状 14"/>
          <p:cNvSpPr>
            <a:spLocks noChangeAspect="1"/>
          </p:cNvSpPr>
          <p:nvPr userDrawn="1">
            <p:custDataLst>
              <p:tags r:id="rId4"/>
            </p:custDataLst>
          </p:nvPr>
        </p:nvSpPr>
        <p:spPr>
          <a:xfrm rot="16200000">
            <a:off x="10844781" y="59657"/>
            <a:ext cx="649963" cy="2044477"/>
          </a:xfrm>
          <a:custGeom>
            <a:avLst/>
            <a:gdLst>
              <a:gd name="connsiteX0" fmla="*/ 1406877 w 1406877"/>
              <a:gd name="connsiteY0" fmla="*/ 947834 h 2044477"/>
              <a:gd name="connsiteX1" fmla="*/ 1406877 w 1406877"/>
              <a:gd name="connsiteY1" fmla="*/ 2034781 h 2044477"/>
              <a:gd name="connsiteX2" fmla="*/ 1402315 w 1406877"/>
              <a:gd name="connsiteY2" fmla="*/ 2044477 h 2044477"/>
              <a:gd name="connsiteX3" fmla="*/ 148584 w 1406877"/>
              <a:gd name="connsiteY3" fmla="*/ 2044477 h 2044477"/>
              <a:gd name="connsiteX4" fmla="*/ 118571 w 1406877"/>
              <a:gd name="connsiteY4" fmla="*/ 1979996 h 2044477"/>
              <a:gd name="connsiteX5" fmla="*/ 11855 w 1406877"/>
              <a:gd name="connsiteY5" fmla="*/ 1552698 h 2044477"/>
              <a:gd name="connsiteX6" fmla="*/ 649963 w 1406877"/>
              <a:gd name="connsiteY6" fmla="*/ 0 h 2044477"/>
              <a:gd name="connsiteX0-1" fmla="*/ 1406877 w 1406877"/>
              <a:gd name="connsiteY0-2" fmla="*/ 947834 h 2044477"/>
              <a:gd name="connsiteX1-3" fmla="*/ 1406877 w 1406877"/>
              <a:gd name="connsiteY1-4" fmla="*/ 2034781 h 2044477"/>
              <a:gd name="connsiteX2-5" fmla="*/ 1402315 w 1406877"/>
              <a:gd name="connsiteY2-6" fmla="*/ 2044477 h 2044477"/>
              <a:gd name="connsiteX3-7" fmla="*/ 390877 w 1406877"/>
              <a:gd name="connsiteY3-8" fmla="*/ 2044476 h 2044477"/>
              <a:gd name="connsiteX4-9" fmla="*/ 148584 w 1406877"/>
              <a:gd name="connsiteY4-10" fmla="*/ 2044477 h 2044477"/>
              <a:gd name="connsiteX5-11" fmla="*/ 118571 w 1406877"/>
              <a:gd name="connsiteY5-12" fmla="*/ 1979996 h 2044477"/>
              <a:gd name="connsiteX6-13" fmla="*/ 11855 w 1406877"/>
              <a:gd name="connsiteY6-14" fmla="*/ 1552698 h 2044477"/>
              <a:gd name="connsiteX7" fmla="*/ 649963 w 1406877"/>
              <a:gd name="connsiteY7" fmla="*/ 0 h 2044477"/>
              <a:gd name="connsiteX8" fmla="*/ 1406877 w 1406877"/>
              <a:gd name="connsiteY8" fmla="*/ 947834 h 2044477"/>
              <a:gd name="connsiteX0-15" fmla="*/ 390877 w 1406877"/>
              <a:gd name="connsiteY0-16" fmla="*/ 2044476 h 2135916"/>
              <a:gd name="connsiteX1-17" fmla="*/ 148584 w 1406877"/>
              <a:gd name="connsiteY1-18" fmla="*/ 2044477 h 2135916"/>
              <a:gd name="connsiteX2-19" fmla="*/ 118571 w 1406877"/>
              <a:gd name="connsiteY2-20" fmla="*/ 1979996 h 2135916"/>
              <a:gd name="connsiteX3-21" fmla="*/ 11855 w 1406877"/>
              <a:gd name="connsiteY3-22" fmla="*/ 1552698 h 2135916"/>
              <a:gd name="connsiteX4-23" fmla="*/ 649963 w 1406877"/>
              <a:gd name="connsiteY4-24" fmla="*/ 0 h 2135916"/>
              <a:gd name="connsiteX5-25" fmla="*/ 1406877 w 1406877"/>
              <a:gd name="connsiteY5-26" fmla="*/ 947834 h 2135916"/>
              <a:gd name="connsiteX6-27" fmla="*/ 1406877 w 1406877"/>
              <a:gd name="connsiteY6-28" fmla="*/ 2034781 h 2135916"/>
              <a:gd name="connsiteX7-29" fmla="*/ 1402315 w 1406877"/>
              <a:gd name="connsiteY7-30" fmla="*/ 2044477 h 2135916"/>
              <a:gd name="connsiteX8-31" fmla="*/ 482317 w 1406877"/>
              <a:gd name="connsiteY8-32" fmla="*/ 2135916 h 2135916"/>
              <a:gd name="connsiteX0-33" fmla="*/ 390877 w 1406877"/>
              <a:gd name="connsiteY0-34" fmla="*/ 2044476 h 2044477"/>
              <a:gd name="connsiteX1-35" fmla="*/ 148584 w 1406877"/>
              <a:gd name="connsiteY1-36" fmla="*/ 2044477 h 2044477"/>
              <a:gd name="connsiteX2-37" fmla="*/ 118571 w 1406877"/>
              <a:gd name="connsiteY2-38" fmla="*/ 1979996 h 2044477"/>
              <a:gd name="connsiteX3-39" fmla="*/ 11855 w 1406877"/>
              <a:gd name="connsiteY3-40" fmla="*/ 1552698 h 2044477"/>
              <a:gd name="connsiteX4-41" fmla="*/ 649963 w 1406877"/>
              <a:gd name="connsiteY4-42" fmla="*/ 0 h 2044477"/>
              <a:gd name="connsiteX5-43" fmla="*/ 1406877 w 1406877"/>
              <a:gd name="connsiteY5-44" fmla="*/ 947834 h 2044477"/>
              <a:gd name="connsiteX6-45" fmla="*/ 1406877 w 1406877"/>
              <a:gd name="connsiteY6-46" fmla="*/ 2034781 h 2044477"/>
              <a:gd name="connsiteX7-47" fmla="*/ 1402315 w 1406877"/>
              <a:gd name="connsiteY7-48" fmla="*/ 2044477 h 2044477"/>
              <a:gd name="connsiteX0-49" fmla="*/ 148584 w 1406877"/>
              <a:gd name="connsiteY0-50" fmla="*/ 2044477 h 2044477"/>
              <a:gd name="connsiteX1-51" fmla="*/ 118571 w 1406877"/>
              <a:gd name="connsiteY1-52" fmla="*/ 1979996 h 2044477"/>
              <a:gd name="connsiteX2-53" fmla="*/ 11855 w 1406877"/>
              <a:gd name="connsiteY2-54" fmla="*/ 1552698 h 2044477"/>
              <a:gd name="connsiteX3-55" fmla="*/ 649963 w 1406877"/>
              <a:gd name="connsiteY3-56" fmla="*/ 0 h 2044477"/>
              <a:gd name="connsiteX4-57" fmla="*/ 1406877 w 1406877"/>
              <a:gd name="connsiteY4-58" fmla="*/ 947834 h 2044477"/>
              <a:gd name="connsiteX5-59" fmla="*/ 1406877 w 1406877"/>
              <a:gd name="connsiteY5-60" fmla="*/ 2034781 h 2044477"/>
              <a:gd name="connsiteX6-61" fmla="*/ 1402315 w 1406877"/>
              <a:gd name="connsiteY6-62" fmla="*/ 2044477 h 2044477"/>
              <a:gd name="connsiteX0-63" fmla="*/ 148584 w 1406877"/>
              <a:gd name="connsiteY0-64" fmla="*/ 2044477 h 2044477"/>
              <a:gd name="connsiteX1-65" fmla="*/ 118571 w 1406877"/>
              <a:gd name="connsiteY1-66" fmla="*/ 1979996 h 2044477"/>
              <a:gd name="connsiteX2-67" fmla="*/ 11855 w 1406877"/>
              <a:gd name="connsiteY2-68" fmla="*/ 1552698 h 2044477"/>
              <a:gd name="connsiteX3-69" fmla="*/ 649963 w 1406877"/>
              <a:gd name="connsiteY3-70" fmla="*/ 0 h 2044477"/>
              <a:gd name="connsiteX4-71" fmla="*/ 1406877 w 1406877"/>
              <a:gd name="connsiteY4-72" fmla="*/ 947834 h 2044477"/>
              <a:gd name="connsiteX5-73" fmla="*/ 1406877 w 1406877"/>
              <a:gd name="connsiteY5-74" fmla="*/ 2034781 h 2044477"/>
              <a:gd name="connsiteX0-75" fmla="*/ 148584 w 1406877"/>
              <a:gd name="connsiteY0-76" fmla="*/ 2044477 h 2044477"/>
              <a:gd name="connsiteX1-77" fmla="*/ 118571 w 1406877"/>
              <a:gd name="connsiteY1-78" fmla="*/ 1979996 h 2044477"/>
              <a:gd name="connsiteX2-79" fmla="*/ 11855 w 1406877"/>
              <a:gd name="connsiteY2-80" fmla="*/ 1552698 h 2044477"/>
              <a:gd name="connsiteX3-81" fmla="*/ 649963 w 1406877"/>
              <a:gd name="connsiteY3-82" fmla="*/ 0 h 2044477"/>
              <a:gd name="connsiteX4-83" fmla="*/ 1406877 w 1406877"/>
              <a:gd name="connsiteY4-84" fmla="*/ 2034781 h 2044477"/>
              <a:gd name="connsiteX0-85" fmla="*/ 148584 w 649963"/>
              <a:gd name="connsiteY0-86" fmla="*/ 2044477 h 2044477"/>
              <a:gd name="connsiteX1-87" fmla="*/ 118571 w 649963"/>
              <a:gd name="connsiteY1-88" fmla="*/ 1979996 h 2044477"/>
              <a:gd name="connsiteX2-89" fmla="*/ 11855 w 649963"/>
              <a:gd name="connsiteY2-90" fmla="*/ 1552698 h 2044477"/>
              <a:gd name="connsiteX3-91" fmla="*/ 649963 w 649963"/>
              <a:gd name="connsiteY3-92" fmla="*/ 0 h 2044477"/>
            </a:gdLst>
            <a:ahLst/>
            <a:cxnLst>
              <a:cxn ang="0">
                <a:pos x="connsiteX0-1" y="connsiteY0-2"/>
              </a:cxn>
              <a:cxn ang="0">
                <a:pos x="connsiteX1-3" y="connsiteY1-4"/>
              </a:cxn>
              <a:cxn ang="0">
                <a:pos x="connsiteX2-5" y="connsiteY2-6"/>
              </a:cxn>
              <a:cxn ang="0">
                <a:pos x="connsiteX3-7" y="connsiteY3-8"/>
              </a:cxn>
            </a:cxnLst>
            <a:rect l="l" t="t" r="r" b="b"/>
            <a:pathLst>
              <a:path w="649963" h="2044477">
                <a:moveTo>
                  <a:pt x="148584" y="2044477"/>
                </a:moveTo>
                <a:lnTo>
                  <a:pt x="118571" y="1979996"/>
                </a:lnTo>
                <a:cubicBezTo>
                  <a:pt x="65551" y="1844343"/>
                  <a:pt x="29293" y="1700958"/>
                  <a:pt x="11855" y="1552698"/>
                </a:cubicBezTo>
                <a:cubicBezTo>
                  <a:pt x="-57895" y="959659"/>
                  <a:pt x="183361" y="372616"/>
                  <a:pt x="649963" y="0"/>
                </a:cubicBez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22" name="任意多边形: 形状 21"/>
          <p:cNvSpPr>
            <a:spLocks noChangeAspect="1"/>
          </p:cNvSpPr>
          <p:nvPr userDrawn="1">
            <p:custDataLst>
              <p:tags r:id="rId5"/>
            </p:custDataLst>
          </p:nvPr>
        </p:nvSpPr>
        <p:spPr>
          <a:xfrm rot="16200000">
            <a:off x="9243622" y="127619"/>
            <a:ext cx="1736864" cy="1481625"/>
          </a:xfrm>
          <a:custGeom>
            <a:avLst/>
            <a:gdLst>
              <a:gd name="connsiteX0" fmla="*/ 1736864 w 4216134"/>
              <a:gd name="connsiteY0" fmla="*/ 0 h 2483593"/>
              <a:gd name="connsiteX1" fmla="*/ 1736864 w 4216134"/>
              <a:gd name="connsiteY1" fmla="*/ 2483593 h 2483593"/>
              <a:gd name="connsiteX2" fmla="*/ 0 w 4216134"/>
              <a:gd name="connsiteY2" fmla="*/ 1481625 h 2483593"/>
              <a:gd name="connsiteX3" fmla="*/ 1576110 w 4216134"/>
              <a:gd name="connsiteY3" fmla="*/ 24177 h 2483593"/>
              <a:gd name="connsiteX4" fmla="*/ 4216134 w 4216134"/>
              <a:gd name="connsiteY4" fmla="*/ 2124236 h 2483593"/>
              <a:gd name="connsiteX5" fmla="*/ 4216093 w 4216134"/>
              <a:gd name="connsiteY5" fmla="*/ 2125372 h 2483593"/>
              <a:gd name="connsiteX6" fmla="*/ 4216093 w 4216134"/>
              <a:gd name="connsiteY6" fmla="*/ 2123168 h 2483593"/>
              <a:gd name="connsiteX0-1" fmla="*/ 1736864 w 4216134"/>
              <a:gd name="connsiteY0-2" fmla="*/ 0 h 2483593"/>
              <a:gd name="connsiteX1-3" fmla="*/ 1736864 w 4216134"/>
              <a:gd name="connsiteY1-4" fmla="*/ 2483593 h 2483593"/>
              <a:gd name="connsiteX2-5" fmla="*/ 885963 w 4216134"/>
              <a:gd name="connsiteY2-6" fmla="*/ 2007958 h 2483593"/>
              <a:gd name="connsiteX3-7" fmla="*/ 0 w 4216134"/>
              <a:gd name="connsiteY3-8" fmla="*/ 1481625 h 2483593"/>
              <a:gd name="connsiteX4-9" fmla="*/ 1576110 w 4216134"/>
              <a:gd name="connsiteY4-10" fmla="*/ 24177 h 2483593"/>
              <a:gd name="connsiteX5-11" fmla="*/ 1736864 w 4216134"/>
              <a:gd name="connsiteY5-12" fmla="*/ 0 h 2483593"/>
              <a:gd name="connsiteX6-13" fmla="*/ 4216134 w 4216134"/>
              <a:gd name="connsiteY6-14" fmla="*/ 2124236 h 2483593"/>
              <a:gd name="connsiteX7" fmla="*/ 4216093 w 4216134"/>
              <a:gd name="connsiteY7" fmla="*/ 2125372 h 2483593"/>
              <a:gd name="connsiteX8" fmla="*/ 4216093 w 4216134"/>
              <a:gd name="connsiteY8" fmla="*/ 2123168 h 2483593"/>
              <a:gd name="connsiteX9" fmla="*/ 4216134 w 4216134"/>
              <a:gd name="connsiteY9" fmla="*/ 2124236 h 2483593"/>
              <a:gd name="connsiteX0-15" fmla="*/ 885963 w 4216134"/>
              <a:gd name="connsiteY0-16" fmla="*/ 2007958 h 2483593"/>
              <a:gd name="connsiteX1-17" fmla="*/ 0 w 4216134"/>
              <a:gd name="connsiteY1-18" fmla="*/ 1481625 h 2483593"/>
              <a:gd name="connsiteX2-19" fmla="*/ 1576110 w 4216134"/>
              <a:gd name="connsiteY2-20" fmla="*/ 24177 h 2483593"/>
              <a:gd name="connsiteX3-21" fmla="*/ 1736864 w 4216134"/>
              <a:gd name="connsiteY3-22" fmla="*/ 0 h 2483593"/>
              <a:gd name="connsiteX4-23" fmla="*/ 4216134 w 4216134"/>
              <a:gd name="connsiteY4-24" fmla="*/ 2124236 h 2483593"/>
              <a:gd name="connsiteX5-25" fmla="*/ 4216093 w 4216134"/>
              <a:gd name="connsiteY5-26" fmla="*/ 2125372 h 2483593"/>
              <a:gd name="connsiteX6-27" fmla="*/ 4216093 w 4216134"/>
              <a:gd name="connsiteY6-28" fmla="*/ 2123168 h 2483593"/>
              <a:gd name="connsiteX7-29" fmla="*/ 4216134 w 4216134"/>
              <a:gd name="connsiteY7-30" fmla="*/ 2124236 h 2483593"/>
              <a:gd name="connsiteX8-31" fmla="*/ 1736864 w 4216134"/>
              <a:gd name="connsiteY8-32" fmla="*/ 2483593 h 2483593"/>
              <a:gd name="connsiteX9-33" fmla="*/ 977403 w 4216134"/>
              <a:gd name="connsiteY9-34" fmla="*/ 2099398 h 2483593"/>
              <a:gd name="connsiteX0-35" fmla="*/ 885963 w 4216134"/>
              <a:gd name="connsiteY0-36" fmla="*/ 2007958 h 2483593"/>
              <a:gd name="connsiteX1-37" fmla="*/ 0 w 4216134"/>
              <a:gd name="connsiteY1-38" fmla="*/ 1481625 h 2483593"/>
              <a:gd name="connsiteX2-39" fmla="*/ 1576110 w 4216134"/>
              <a:gd name="connsiteY2-40" fmla="*/ 24177 h 2483593"/>
              <a:gd name="connsiteX3-41" fmla="*/ 1736864 w 4216134"/>
              <a:gd name="connsiteY3-42" fmla="*/ 0 h 2483593"/>
              <a:gd name="connsiteX4-43" fmla="*/ 885963 w 4216134"/>
              <a:gd name="connsiteY4-44" fmla="*/ 2007958 h 2483593"/>
              <a:gd name="connsiteX5-45" fmla="*/ 4216134 w 4216134"/>
              <a:gd name="connsiteY5-46" fmla="*/ 2124236 h 2483593"/>
              <a:gd name="connsiteX6-47" fmla="*/ 4216093 w 4216134"/>
              <a:gd name="connsiteY6-48" fmla="*/ 2125372 h 2483593"/>
              <a:gd name="connsiteX7-49" fmla="*/ 4216093 w 4216134"/>
              <a:gd name="connsiteY7-50" fmla="*/ 2123168 h 2483593"/>
              <a:gd name="connsiteX8-51" fmla="*/ 4216134 w 4216134"/>
              <a:gd name="connsiteY8-52" fmla="*/ 2124236 h 2483593"/>
              <a:gd name="connsiteX9-53" fmla="*/ 1736864 w 4216134"/>
              <a:gd name="connsiteY9-54" fmla="*/ 2483593 h 2483593"/>
              <a:gd name="connsiteX0-55" fmla="*/ 885963 w 4216134"/>
              <a:gd name="connsiteY0-56" fmla="*/ 2007958 h 2125372"/>
              <a:gd name="connsiteX1-57" fmla="*/ 0 w 4216134"/>
              <a:gd name="connsiteY1-58" fmla="*/ 1481625 h 2125372"/>
              <a:gd name="connsiteX2-59" fmla="*/ 1576110 w 4216134"/>
              <a:gd name="connsiteY2-60" fmla="*/ 24177 h 2125372"/>
              <a:gd name="connsiteX3-61" fmla="*/ 1736864 w 4216134"/>
              <a:gd name="connsiteY3-62" fmla="*/ 0 h 2125372"/>
              <a:gd name="connsiteX4-63" fmla="*/ 885963 w 4216134"/>
              <a:gd name="connsiteY4-64" fmla="*/ 2007958 h 2125372"/>
              <a:gd name="connsiteX5-65" fmla="*/ 4216134 w 4216134"/>
              <a:gd name="connsiteY5-66" fmla="*/ 2124236 h 2125372"/>
              <a:gd name="connsiteX6-67" fmla="*/ 4216093 w 4216134"/>
              <a:gd name="connsiteY6-68" fmla="*/ 2125372 h 2125372"/>
              <a:gd name="connsiteX7-69" fmla="*/ 4216093 w 4216134"/>
              <a:gd name="connsiteY7-70" fmla="*/ 2123168 h 2125372"/>
              <a:gd name="connsiteX8-71" fmla="*/ 4216134 w 4216134"/>
              <a:gd name="connsiteY8-72" fmla="*/ 2124236 h 2125372"/>
              <a:gd name="connsiteX0-73" fmla="*/ 885963 w 4216134"/>
              <a:gd name="connsiteY0-74" fmla="*/ 2007958 h 2125372"/>
              <a:gd name="connsiteX1-75" fmla="*/ 0 w 4216134"/>
              <a:gd name="connsiteY1-76" fmla="*/ 1481625 h 2125372"/>
              <a:gd name="connsiteX2-77" fmla="*/ 1576110 w 4216134"/>
              <a:gd name="connsiteY2-78" fmla="*/ 24177 h 2125372"/>
              <a:gd name="connsiteX3-79" fmla="*/ 1736864 w 4216134"/>
              <a:gd name="connsiteY3-80" fmla="*/ 0 h 2125372"/>
              <a:gd name="connsiteX4-81" fmla="*/ 885963 w 4216134"/>
              <a:gd name="connsiteY4-82" fmla="*/ 2007958 h 2125372"/>
              <a:gd name="connsiteX5-83" fmla="*/ 4216134 w 4216134"/>
              <a:gd name="connsiteY5-84" fmla="*/ 2124236 h 2125372"/>
              <a:gd name="connsiteX6-85" fmla="*/ 4216093 w 4216134"/>
              <a:gd name="connsiteY6-86" fmla="*/ 2125372 h 2125372"/>
              <a:gd name="connsiteX7-87" fmla="*/ 4216093 w 4216134"/>
              <a:gd name="connsiteY7-88" fmla="*/ 2123168 h 2125372"/>
              <a:gd name="connsiteX0-89" fmla="*/ 885963 w 4216134"/>
              <a:gd name="connsiteY0-90" fmla="*/ 2007958 h 2125372"/>
              <a:gd name="connsiteX1-91" fmla="*/ 0 w 4216134"/>
              <a:gd name="connsiteY1-92" fmla="*/ 1481625 h 2125372"/>
              <a:gd name="connsiteX2-93" fmla="*/ 1576110 w 4216134"/>
              <a:gd name="connsiteY2-94" fmla="*/ 24177 h 2125372"/>
              <a:gd name="connsiteX3-95" fmla="*/ 1736864 w 4216134"/>
              <a:gd name="connsiteY3-96" fmla="*/ 0 h 2125372"/>
              <a:gd name="connsiteX4-97" fmla="*/ 885963 w 4216134"/>
              <a:gd name="connsiteY4-98" fmla="*/ 2007958 h 2125372"/>
              <a:gd name="connsiteX5-99" fmla="*/ 4216134 w 4216134"/>
              <a:gd name="connsiteY5-100" fmla="*/ 2124236 h 2125372"/>
              <a:gd name="connsiteX6-101" fmla="*/ 4216093 w 4216134"/>
              <a:gd name="connsiteY6-102" fmla="*/ 2125372 h 2125372"/>
              <a:gd name="connsiteX0-103" fmla="*/ 885963 w 1736864"/>
              <a:gd name="connsiteY0-104" fmla="*/ 2007958 h 2007958"/>
              <a:gd name="connsiteX1-105" fmla="*/ 0 w 1736864"/>
              <a:gd name="connsiteY1-106" fmla="*/ 1481625 h 2007958"/>
              <a:gd name="connsiteX2-107" fmla="*/ 1576110 w 1736864"/>
              <a:gd name="connsiteY2-108" fmla="*/ 24177 h 2007958"/>
              <a:gd name="connsiteX3-109" fmla="*/ 1736864 w 1736864"/>
              <a:gd name="connsiteY3-110" fmla="*/ 0 h 2007958"/>
              <a:gd name="connsiteX4-111" fmla="*/ 885963 w 1736864"/>
              <a:gd name="connsiteY4-112" fmla="*/ 2007958 h 2007958"/>
              <a:gd name="connsiteX0-113" fmla="*/ 0 w 1736864"/>
              <a:gd name="connsiteY0-114" fmla="*/ 1481625 h 2099398"/>
              <a:gd name="connsiteX1-115" fmla="*/ 1576110 w 1736864"/>
              <a:gd name="connsiteY1-116" fmla="*/ 24177 h 2099398"/>
              <a:gd name="connsiteX2-117" fmla="*/ 1736864 w 1736864"/>
              <a:gd name="connsiteY2-118" fmla="*/ 0 h 2099398"/>
              <a:gd name="connsiteX3-119" fmla="*/ 977403 w 1736864"/>
              <a:gd name="connsiteY3-120" fmla="*/ 2099398 h 2099398"/>
              <a:gd name="connsiteX0-121" fmla="*/ 0 w 1736864"/>
              <a:gd name="connsiteY0-122" fmla="*/ 1481625 h 1481625"/>
              <a:gd name="connsiteX1-123" fmla="*/ 1576110 w 1736864"/>
              <a:gd name="connsiteY1-124" fmla="*/ 24177 h 1481625"/>
              <a:gd name="connsiteX2-125" fmla="*/ 1736864 w 1736864"/>
              <a:gd name="connsiteY2-126" fmla="*/ 0 h 1481625"/>
            </a:gdLst>
            <a:ahLst/>
            <a:cxnLst>
              <a:cxn ang="0">
                <a:pos x="connsiteX0-1" y="connsiteY0-2"/>
              </a:cxn>
              <a:cxn ang="0">
                <a:pos x="connsiteX1-3" y="connsiteY1-4"/>
              </a:cxn>
              <a:cxn ang="0">
                <a:pos x="connsiteX2-5" y="connsiteY2-6"/>
              </a:cxn>
            </a:cxnLst>
            <a:rect l="l" t="t" r="r" b="b"/>
            <a:pathLst>
              <a:path w="1736864" h="1481625">
                <a:moveTo>
                  <a:pt x="0" y="1481625"/>
                </a:moveTo>
                <a:cubicBezTo>
                  <a:pt x="231589" y="742961"/>
                  <a:pt x="837233" y="193516"/>
                  <a:pt x="1576110" y="24177"/>
                </a:cubicBezTo>
                <a:lnTo>
                  <a:pt x="1736864" y="0"/>
                </a:ln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1" name="椭圆 8"/>
          <p:cNvSpPr>
            <a:spLocks noChangeAspect="1"/>
          </p:cNvSpPr>
          <p:nvPr userDrawn="1">
            <p:custDataLst>
              <p:tags r:id="rId6"/>
            </p:custDataLst>
          </p:nvPr>
        </p:nvSpPr>
        <p:spPr>
          <a:xfrm rot="16200000">
            <a:off x="11716140" y="1332452"/>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8" name="任意多边形: 形状 17"/>
          <p:cNvSpPr>
            <a:spLocks noChangeAspect="1"/>
          </p:cNvSpPr>
          <p:nvPr userDrawn="1">
            <p:custDataLst>
              <p:tags r:id="rId7"/>
            </p:custDataLst>
          </p:nvPr>
        </p:nvSpPr>
        <p:spPr>
          <a:xfrm rot="16200000">
            <a:off x="10791949" y="-474418"/>
            <a:ext cx="916108" cy="1883994"/>
          </a:xfrm>
          <a:custGeom>
            <a:avLst/>
            <a:gdLst>
              <a:gd name="connsiteX0" fmla="*/ 916108 w 916108"/>
              <a:gd name="connsiteY0" fmla="*/ 0 h 1883994"/>
              <a:gd name="connsiteX1" fmla="*/ 916108 w 916108"/>
              <a:gd name="connsiteY1" fmla="*/ 1883994 h 1883994"/>
              <a:gd name="connsiteX2" fmla="*/ 212597 w 916108"/>
              <a:gd name="connsiteY2" fmla="*/ 1883994 h 1883994"/>
              <a:gd name="connsiteX3" fmla="*/ 211412 w 916108"/>
              <a:gd name="connsiteY3" fmla="*/ 1882408 h 1883994"/>
              <a:gd name="connsiteX4" fmla="*/ 0 w 916108"/>
              <a:gd name="connsiteY4" fmla="*/ 1190294 h 1883994"/>
              <a:gd name="connsiteX5" fmla="*/ 756045 w 916108"/>
              <a:gd name="connsiteY5" fmla="*/ 49686 h 1883994"/>
              <a:gd name="connsiteX0-1" fmla="*/ 916108 w 916108"/>
              <a:gd name="connsiteY0-2" fmla="*/ 0 h 1909394"/>
              <a:gd name="connsiteX1-3" fmla="*/ 916108 w 916108"/>
              <a:gd name="connsiteY1-4" fmla="*/ 1883994 h 1909394"/>
              <a:gd name="connsiteX2-5" fmla="*/ 547808 w 916108"/>
              <a:gd name="connsiteY2-6" fmla="*/ 1909394 h 1909394"/>
              <a:gd name="connsiteX3-7" fmla="*/ 212597 w 916108"/>
              <a:gd name="connsiteY3-8" fmla="*/ 1883994 h 1909394"/>
              <a:gd name="connsiteX4-9" fmla="*/ 211412 w 916108"/>
              <a:gd name="connsiteY4-10" fmla="*/ 1882408 h 1909394"/>
              <a:gd name="connsiteX5-11" fmla="*/ 0 w 916108"/>
              <a:gd name="connsiteY5-12" fmla="*/ 1190294 h 1909394"/>
              <a:gd name="connsiteX6" fmla="*/ 756045 w 916108"/>
              <a:gd name="connsiteY6" fmla="*/ 49686 h 1909394"/>
              <a:gd name="connsiteX7" fmla="*/ 916108 w 916108"/>
              <a:gd name="connsiteY7" fmla="*/ 0 h 1909394"/>
              <a:gd name="connsiteX0-13" fmla="*/ 547808 w 916108"/>
              <a:gd name="connsiteY0-14" fmla="*/ 1909394 h 2000834"/>
              <a:gd name="connsiteX1-15" fmla="*/ 212597 w 916108"/>
              <a:gd name="connsiteY1-16" fmla="*/ 1883994 h 2000834"/>
              <a:gd name="connsiteX2-17" fmla="*/ 211412 w 916108"/>
              <a:gd name="connsiteY2-18" fmla="*/ 1882408 h 2000834"/>
              <a:gd name="connsiteX3-19" fmla="*/ 0 w 916108"/>
              <a:gd name="connsiteY3-20" fmla="*/ 1190294 h 2000834"/>
              <a:gd name="connsiteX4-21" fmla="*/ 756045 w 916108"/>
              <a:gd name="connsiteY4-22" fmla="*/ 49686 h 2000834"/>
              <a:gd name="connsiteX5-23" fmla="*/ 916108 w 916108"/>
              <a:gd name="connsiteY5-24" fmla="*/ 0 h 2000834"/>
              <a:gd name="connsiteX6-25" fmla="*/ 916108 w 916108"/>
              <a:gd name="connsiteY6-26" fmla="*/ 1883994 h 2000834"/>
              <a:gd name="connsiteX7-27" fmla="*/ 639248 w 916108"/>
              <a:gd name="connsiteY7-28" fmla="*/ 2000834 h 2000834"/>
              <a:gd name="connsiteX0-29" fmla="*/ 547808 w 916108"/>
              <a:gd name="connsiteY0-30" fmla="*/ 1909394 h 1909394"/>
              <a:gd name="connsiteX1-31" fmla="*/ 212597 w 916108"/>
              <a:gd name="connsiteY1-32" fmla="*/ 1883994 h 1909394"/>
              <a:gd name="connsiteX2-33" fmla="*/ 211412 w 916108"/>
              <a:gd name="connsiteY2-34" fmla="*/ 1882408 h 1909394"/>
              <a:gd name="connsiteX3-35" fmla="*/ 0 w 916108"/>
              <a:gd name="connsiteY3-36" fmla="*/ 1190294 h 1909394"/>
              <a:gd name="connsiteX4-37" fmla="*/ 756045 w 916108"/>
              <a:gd name="connsiteY4-38" fmla="*/ 49686 h 1909394"/>
              <a:gd name="connsiteX5-39" fmla="*/ 916108 w 916108"/>
              <a:gd name="connsiteY5-40" fmla="*/ 0 h 1909394"/>
              <a:gd name="connsiteX6-41" fmla="*/ 916108 w 916108"/>
              <a:gd name="connsiteY6-42" fmla="*/ 1883994 h 1909394"/>
              <a:gd name="connsiteX0-43" fmla="*/ 547808 w 916108"/>
              <a:gd name="connsiteY0-44" fmla="*/ 1909394 h 1909394"/>
              <a:gd name="connsiteX1-45" fmla="*/ 212597 w 916108"/>
              <a:gd name="connsiteY1-46" fmla="*/ 1883994 h 1909394"/>
              <a:gd name="connsiteX2-47" fmla="*/ 211412 w 916108"/>
              <a:gd name="connsiteY2-48" fmla="*/ 1882408 h 1909394"/>
              <a:gd name="connsiteX3-49" fmla="*/ 0 w 916108"/>
              <a:gd name="connsiteY3-50" fmla="*/ 1190294 h 1909394"/>
              <a:gd name="connsiteX4-51" fmla="*/ 756045 w 916108"/>
              <a:gd name="connsiteY4-52" fmla="*/ 49686 h 1909394"/>
              <a:gd name="connsiteX5-53" fmla="*/ 916108 w 916108"/>
              <a:gd name="connsiteY5-54" fmla="*/ 0 h 1909394"/>
              <a:gd name="connsiteX0-55" fmla="*/ 212597 w 916108"/>
              <a:gd name="connsiteY0-56" fmla="*/ 1883994 h 1883994"/>
              <a:gd name="connsiteX1-57" fmla="*/ 211412 w 916108"/>
              <a:gd name="connsiteY1-58" fmla="*/ 1882408 h 1883994"/>
              <a:gd name="connsiteX2-59" fmla="*/ 0 w 916108"/>
              <a:gd name="connsiteY2-60" fmla="*/ 1190294 h 1883994"/>
              <a:gd name="connsiteX3-61" fmla="*/ 756045 w 916108"/>
              <a:gd name="connsiteY3-62" fmla="*/ 49686 h 1883994"/>
              <a:gd name="connsiteX4-63" fmla="*/ 916108 w 916108"/>
              <a:gd name="connsiteY4-64" fmla="*/ 0 h 188399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6108" h="1883994">
                <a:moveTo>
                  <a:pt x="212597" y="1883994"/>
                </a:moveTo>
                <a:lnTo>
                  <a:pt x="211412" y="1882408"/>
                </a:lnTo>
                <a:cubicBezTo>
                  <a:pt x="77937" y="1684840"/>
                  <a:pt x="0" y="1446669"/>
                  <a:pt x="0" y="1190294"/>
                </a:cubicBezTo>
                <a:cubicBezTo>
                  <a:pt x="0" y="677544"/>
                  <a:pt x="311749" y="237608"/>
                  <a:pt x="756045" y="49686"/>
                </a:cubicBezTo>
                <a:lnTo>
                  <a:pt x="916108" y="0"/>
                </a:lnTo>
              </a:path>
            </a:pathLst>
          </a:custGeom>
          <a:noFill/>
          <a:ln w="19050">
            <a:solidFill>
              <a:schemeClr val="accent1">
                <a:lumMod val="40000"/>
                <a:lumOff val="60000"/>
                <a:alpha val="42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useBgFill="1">
        <p:nvSpPr>
          <p:cNvPr id="13" name="椭圆 12"/>
          <p:cNvSpPr>
            <a:spLocks noChangeAspect="1"/>
          </p:cNvSpPr>
          <p:nvPr userDrawn="1">
            <p:custDataLst>
              <p:tags r:id="rId8"/>
            </p:custDataLst>
          </p:nvPr>
        </p:nvSpPr>
        <p:spPr>
          <a:xfrm rot="16200000">
            <a:off x="9597937" y="720000"/>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2" name="Subtitle 11"/>
          <p:cNvSpPr>
            <a:spLocks noGrp="1"/>
          </p:cNvSpPr>
          <p:nvPr>
            <p:ph type="subTitle" idx="17826305" hasCustomPrompt="1"/>
            <p:custDataLst>
              <p:tags r:id="rId9"/>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CONTENTS</a:t>
            </a:r>
          </a:p>
        </p:txBody>
      </p:sp>
      <p:sp>
        <p:nvSpPr>
          <p:cNvPr id="14" name="Title 13"/>
          <p:cNvSpPr>
            <a:spLocks noGrp="1"/>
          </p:cNvSpPr>
          <p:nvPr>
            <p:ph type="ctrTitle" idx="17826049" hasCustomPrompt="1"/>
            <p:custDataLst>
              <p:tags r:id="rId10"/>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defRPr>
            </a:lvl1pPr>
          </a:lstStyle>
          <a:p>
            <a:r>
              <a:rPr lang="zh-CN" altLang="en-US"/>
              <a:t>目录</a:t>
            </a:r>
          </a:p>
        </p:txBody>
      </p:sp>
      <p:sp>
        <p:nvSpPr>
          <p:cNvPr id="16" name="Text Placeholder 15"/>
          <p:cNvSpPr>
            <a:spLocks noGrp="1"/>
          </p:cNvSpPr>
          <p:nvPr>
            <p:ph type="body" idx="319883777" hasCustomPrompt="1"/>
            <p:custDataLst>
              <p:tags r:id="rId11"/>
            </p:custDataLst>
          </p:nvPr>
        </p:nvSpPr>
        <p:spPr>
          <a:xfrm>
            <a:off x="40703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01</a:t>
            </a:r>
          </a:p>
        </p:txBody>
      </p:sp>
      <p:sp>
        <p:nvSpPr>
          <p:cNvPr id="17" name="装饰  6"/>
          <p:cNvSpPr>
            <a:spLocks noGrp="1"/>
          </p:cNvSpPr>
          <p:nvPr>
            <p:ph type="body" idx="319883522" hasCustomPrompt="1"/>
            <p:custDataLst>
              <p:tags r:id="rId12"/>
            </p:custDataLst>
          </p:nvPr>
        </p:nvSpPr>
        <p:spPr>
          <a:xfrm>
            <a:off x="48514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9" name="Text Placeholder 18"/>
          <p:cNvSpPr>
            <a:spLocks noGrp="1"/>
          </p:cNvSpPr>
          <p:nvPr>
            <p:ph type="body" idx="51446017" hasCustomPrompt="1"/>
            <p:custDataLst>
              <p:tags r:id="rId13"/>
            </p:custDataLst>
          </p:nvPr>
        </p:nvSpPr>
        <p:spPr>
          <a:xfrm>
            <a:off x="50800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0" name="Text Placeholder 19"/>
          <p:cNvSpPr>
            <a:spLocks noGrp="1"/>
          </p:cNvSpPr>
          <p:nvPr>
            <p:ph type="body" idx="319949313" hasCustomPrompt="1"/>
            <p:custDataLst>
              <p:tags r:id="rId14"/>
            </p:custDataLst>
          </p:nvPr>
        </p:nvSpPr>
        <p:spPr>
          <a:xfrm>
            <a:off x="79946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02</a:t>
            </a:r>
          </a:p>
        </p:txBody>
      </p:sp>
      <p:sp>
        <p:nvSpPr>
          <p:cNvPr id="21" name="装饰  0"/>
          <p:cNvSpPr>
            <a:spLocks noGrp="1"/>
          </p:cNvSpPr>
          <p:nvPr>
            <p:ph type="body" idx="319949058" hasCustomPrompt="1"/>
            <p:custDataLst>
              <p:tags r:id="rId15"/>
            </p:custDataLst>
          </p:nvPr>
        </p:nvSpPr>
        <p:spPr>
          <a:xfrm>
            <a:off x="87757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3" name="Text Placeholder 22"/>
          <p:cNvSpPr>
            <a:spLocks noGrp="1"/>
          </p:cNvSpPr>
          <p:nvPr>
            <p:ph type="body" idx="51511553" hasCustomPrompt="1"/>
            <p:custDataLst>
              <p:tags r:id="rId16"/>
            </p:custDataLst>
          </p:nvPr>
        </p:nvSpPr>
        <p:spPr>
          <a:xfrm>
            <a:off x="90043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4" name="Text Placeholder 23"/>
          <p:cNvSpPr>
            <a:spLocks noGrp="1"/>
          </p:cNvSpPr>
          <p:nvPr>
            <p:ph type="body" idx="320014849" hasCustomPrompt="1"/>
            <p:custDataLst>
              <p:tags r:id="rId17"/>
            </p:custDataLst>
          </p:nvPr>
        </p:nvSpPr>
        <p:spPr>
          <a:xfrm>
            <a:off x="40703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03</a:t>
            </a:r>
          </a:p>
        </p:txBody>
      </p:sp>
      <p:sp>
        <p:nvSpPr>
          <p:cNvPr id="25" name="装饰  4"/>
          <p:cNvSpPr>
            <a:spLocks noGrp="1"/>
          </p:cNvSpPr>
          <p:nvPr>
            <p:ph type="body" idx="320014594" hasCustomPrompt="1"/>
            <p:custDataLst>
              <p:tags r:id="rId18"/>
            </p:custDataLst>
          </p:nvPr>
        </p:nvSpPr>
        <p:spPr>
          <a:xfrm>
            <a:off x="48514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6" name="Text Placeholder 25"/>
          <p:cNvSpPr>
            <a:spLocks noGrp="1"/>
          </p:cNvSpPr>
          <p:nvPr>
            <p:ph type="body" idx="51577089" hasCustomPrompt="1"/>
            <p:custDataLst>
              <p:tags r:id="rId19"/>
            </p:custDataLst>
          </p:nvPr>
        </p:nvSpPr>
        <p:spPr>
          <a:xfrm>
            <a:off x="50800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7" name="Text Placeholder 26"/>
          <p:cNvSpPr>
            <a:spLocks noGrp="1"/>
          </p:cNvSpPr>
          <p:nvPr>
            <p:ph type="body" idx="320080385" hasCustomPrompt="1"/>
            <p:custDataLst>
              <p:tags r:id="rId20"/>
            </p:custDataLst>
          </p:nvPr>
        </p:nvSpPr>
        <p:spPr>
          <a:xfrm>
            <a:off x="79946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04</a:t>
            </a:r>
          </a:p>
        </p:txBody>
      </p:sp>
      <p:sp>
        <p:nvSpPr>
          <p:cNvPr id="28" name="装饰  7"/>
          <p:cNvSpPr>
            <a:spLocks noGrp="1"/>
          </p:cNvSpPr>
          <p:nvPr>
            <p:ph type="body" idx="320080130" hasCustomPrompt="1"/>
            <p:custDataLst>
              <p:tags r:id="rId21"/>
            </p:custDataLst>
          </p:nvPr>
        </p:nvSpPr>
        <p:spPr>
          <a:xfrm>
            <a:off x="87757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9" name="Text Placeholder 28"/>
          <p:cNvSpPr>
            <a:spLocks noGrp="1"/>
          </p:cNvSpPr>
          <p:nvPr>
            <p:ph type="body" idx="51642625" hasCustomPrompt="1"/>
            <p:custDataLst>
              <p:tags r:id="rId22"/>
            </p:custDataLst>
          </p:nvPr>
        </p:nvSpPr>
        <p:spPr>
          <a:xfrm>
            <a:off x="90043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Tree>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目录页-1-5_4">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2025/7/4</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5" name="任意多边形: 形状 14"/>
          <p:cNvSpPr>
            <a:spLocks noChangeAspect="1"/>
          </p:cNvSpPr>
          <p:nvPr userDrawn="1">
            <p:custDataLst>
              <p:tags r:id="rId4"/>
            </p:custDataLst>
          </p:nvPr>
        </p:nvSpPr>
        <p:spPr>
          <a:xfrm rot="16200000">
            <a:off x="10844781" y="59657"/>
            <a:ext cx="649963" cy="2044477"/>
          </a:xfrm>
          <a:custGeom>
            <a:avLst/>
            <a:gdLst>
              <a:gd name="connsiteX0" fmla="*/ 1406877 w 1406877"/>
              <a:gd name="connsiteY0" fmla="*/ 947834 h 2044477"/>
              <a:gd name="connsiteX1" fmla="*/ 1406877 w 1406877"/>
              <a:gd name="connsiteY1" fmla="*/ 2034781 h 2044477"/>
              <a:gd name="connsiteX2" fmla="*/ 1402315 w 1406877"/>
              <a:gd name="connsiteY2" fmla="*/ 2044477 h 2044477"/>
              <a:gd name="connsiteX3" fmla="*/ 148584 w 1406877"/>
              <a:gd name="connsiteY3" fmla="*/ 2044477 h 2044477"/>
              <a:gd name="connsiteX4" fmla="*/ 118571 w 1406877"/>
              <a:gd name="connsiteY4" fmla="*/ 1979996 h 2044477"/>
              <a:gd name="connsiteX5" fmla="*/ 11855 w 1406877"/>
              <a:gd name="connsiteY5" fmla="*/ 1552698 h 2044477"/>
              <a:gd name="connsiteX6" fmla="*/ 649963 w 1406877"/>
              <a:gd name="connsiteY6" fmla="*/ 0 h 2044477"/>
              <a:gd name="connsiteX0-1" fmla="*/ 1406877 w 1406877"/>
              <a:gd name="connsiteY0-2" fmla="*/ 947834 h 2044477"/>
              <a:gd name="connsiteX1-3" fmla="*/ 1406877 w 1406877"/>
              <a:gd name="connsiteY1-4" fmla="*/ 2034781 h 2044477"/>
              <a:gd name="connsiteX2-5" fmla="*/ 1402315 w 1406877"/>
              <a:gd name="connsiteY2-6" fmla="*/ 2044477 h 2044477"/>
              <a:gd name="connsiteX3-7" fmla="*/ 390877 w 1406877"/>
              <a:gd name="connsiteY3-8" fmla="*/ 2044476 h 2044477"/>
              <a:gd name="connsiteX4-9" fmla="*/ 148584 w 1406877"/>
              <a:gd name="connsiteY4-10" fmla="*/ 2044477 h 2044477"/>
              <a:gd name="connsiteX5-11" fmla="*/ 118571 w 1406877"/>
              <a:gd name="connsiteY5-12" fmla="*/ 1979996 h 2044477"/>
              <a:gd name="connsiteX6-13" fmla="*/ 11855 w 1406877"/>
              <a:gd name="connsiteY6-14" fmla="*/ 1552698 h 2044477"/>
              <a:gd name="connsiteX7" fmla="*/ 649963 w 1406877"/>
              <a:gd name="connsiteY7" fmla="*/ 0 h 2044477"/>
              <a:gd name="connsiteX8" fmla="*/ 1406877 w 1406877"/>
              <a:gd name="connsiteY8" fmla="*/ 947834 h 2044477"/>
              <a:gd name="connsiteX0-15" fmla="*/ 390877 w 1406877"/>
              <a:gd name="connsiteY0-16" fmla="*/ 2044476 h 2135916"/>
              <a:gd name="connsiteX1-17" fmla="*/ 148584 w 1406877"/>
              <a:gd name="connsiteY1-18" fmla="*/ 2044477 h 2135916"/>
              <a:gd name="connsiteX2-19" fmla="*/ 118571 w 1406877"/>
              <a:gd name="connsiteY2-20" fmla="*/ 1979996 h 2135916"/>
              <a:gd name="connsiteX3-21" fmla="*/ 11855 w 1406877"/>
              <a:gd name="connsiteY3-22" fmla="*/ 1552698 h 2135916"/>
              <a:gd name="connsiteX4-23" fmla="*/ 649963 w 1406877"/>
              <a:gd name="connsiteY4-24" fmla="*/ 0 h 2135916"/>
              <a:gd name="connsiteX5-25" fmla="*/ 1406877 w 1406877"/>
              <a:gd name="connsiteY5-26" fmla="*/ 947834 h 2135916"/>
              <a:gd name="connsiteX6-27" fmla="*/ 1406877 w 1406877"/>
              <a:gd name="connsiteY6-28" fmla="*/ 2034781 h 2135916"/>
              <a:gd name="connsiteX7-29" fmla="*/ 1402315 w 1406877"/>
              <a:gd name="connsiteY7-30" fmla="*/ 2044477 h 2135916"/>
              <a:gd name="connsiteX8-31" fmla="*/ 482317 w 1406877"/>
              <a:gd name="connsiteY8-32" fmla="*/ 2135916 h 2135916"/>
              <a:gd name="connsiteX0-33" fmla="*/ 390877 w 1406877"/>
              <a:gd name="connsiteY0-34" fmla="*/ 2044476 h 2044477"/>
              <a:gd name="connsiteX1-35" fmla="*/ 148584 w 1406877"/>
              <a:gd name="connsiteY1-36" fmla="*/ 2044477 h 2044477"/>
              <a:gd name="connsiteX2-37" fmla="*/ 118571 w 1406877"/>
              <a:gd name="connsiteY2-38" fmla="*/ 1979996 h 2044477"/>
              <a:gd name="connsiteX3-39" fmla="*/ 11855 w 1406877"/>
              <a:gd name="connsiteY3-40" fmla="*/ 1552698 h 2044477"/>
              <a:gd name="connsiteX4-41" fmla="*/ 649963 w 1406877"/>
              <a:gd name="connsiteY4-42" fmla="*/ 0 h 2044477"/>
              <a:gd name="connsiteX5-43" fmla="*/ 1406877 w 1406877"/>
              <a:gd name="connsiteY5-44" fmla="*/ 947834 h 2044477"/>
              <a:gd name="connsiteX6-45" fmla="*/ 1406877 w 1406877"/>
              <a:gd name="connsiteY6-46" fmla="*/ 2034781 h 2044477"/>
              <a:gd name="connsiteX7-47" fmla="*/ 1402315 w 1406877"/>
              <a:gd name="connsiteY7-48" fmla="*/ 2044477 h 2044477"/>
              <a:gd name="connsiteX0-49" fmla="*/ 148584 w 1406877"/>
              <a:gd name="connsiteY0-50" fmla="*/ 2044477 h 2044477"/>
              <a:gd name="connsiteX1-51" fmla="*/ 118571 w 1406877"/>
              <a:gd name="connsiteY1-52" fmla="*/ 1979996 h 2044477"/>
              <a:gd name="connsiteX2-53" fmla="*/ 11855 w 1406877"/>
              <a:gd name="connsiteY2-54" fmla="*/ 1552698 h 2044477"/>
              <a:gd name="connsiteX3-55" fmla="*/ 649963 w 1406877"/>
              <a:gd name="connsiteY3-56" fmla="*/ 0 h 2044477"/>
              <a:gd name="connsiteX4-57" fmla="*/ 1406877 w 1406877"/>
              <a:gd name="connsiteY4-58" fmla="*/ 947834 h 2044477"/>
              <a:gd name="connsiteX5-59" fmla="*/ 1406877 w 1406877"/>
              <a:gd name="connsiteY5-60" fmla="*/ 2034781 h 2044477"/>
              <a:gd name="connsiteX6-61" fmla="*/ 1402315 w 1406877"/>
              <a:gd name="connsiteY6-62" fmla="*/ 2044477 h 2044477"/>
              <a:gd name="connsiteX0-63" fmla="*/ 148584 w 1406877"/>
              <a:gd name="connsiteY0-64" fmla="*/ 2044477 h 2044477"/>
              <a:gd name="connsiteX1-65" fmla="*/ 118571 w 1406877"/>
              <a:gd name="connsiteY1-66" fmla="*/ 1979996 h 2044477"/>
              <a:gd name="connsiteX2-67" fmla="*/ 11855 w 1406877"/>
              <a:gd name="connsiteY2-68" fmla="*/ 1552698 h 2044477"/>
              <a:gd name="connsiteX3-69" fmla="*/ 649963 w 1406877"/>
              <a:gd name="connsiteY3-70" fmla="*/ 0 h 2044477"/>
              <a:gd name="connsiteX4-71" fmla="*/ 1406877 w 1406877"/>
              <a:gd name="connsiteY4-72" fmla="*/ 947834 h 2044477"/>
              <a:gd name="connsiteX5-73" fmla="*/ 1406877 w 1406877"/>
              <a:gd name="connsiteY5-74" fmla="*/ 2034781 h 2044477"/>
              <a:gd name="connsiteX0-75" fmla="*/ 148584 w 1406877"/>
              <a:gd name="connsiteY0-76" fmla="*/ 2044477 h 2044477"/>
              <a:gd name="connsiteX1-77" fmla="*/ 118571 w 1406877"/>
              <a:gd name="connsiteY1-78" fmla="*/ 1979996 h 2044477"/>
              <a:gd name="connsiteX2-79" fmla="*/ 11855 w 1406877"/>
              <a:gd name="connsiteY2-80" fmla="*/ 1552698 h 2044477"/>
              <a:gd name="connsiteX3-81" fmla="*/ 649963 w 1406877"/>
              <a:gd name="connsiteY3-82" fmla="*/ 0 h 2044477"/>
              <a:gd name="connsiteX4-83" fmla="*/ 1406877 w 1406877"/>
              <a:gd name="connsiteY4-84" fmla="*/ 2034781 h 2044477"/>
              <a:gd name="connsiteX0-85" fmla="*/ 148584 w 649963"/>
              <a:gd name="connsiteY0-86" fmla="*/ 2044477 h 2044477"/>
              <a:gd name="connsiteX1-87" fmla="*/ 118571 w 649963"/>
              <a:gd name="connsiteY1-88" fmla="*/ 1979996 h 2044477"/>
              <a:gd name="connsiteX2-89" fmla="*/ 11855 w 649963"/>
              <a:gd name="connsiteY2-90" fmla="*/ 1552698 h 2044477"/>
              <a:gd name="connsiteX3-91" fmla="*/ 649963 w 649963"/>
              <a:gd name="connsiteY3-92" fmla="*/ 0 h 2044477"/>
            </a:gdLst>
            <a:ahLst/>
            <a:cxnLst>
              <a:cxn ang="0">
                <a:pos x="connsiteX0-1" y="connsiteY0-2"/>
              </a:cxn>
              <a:cxn ang="0">
                <a:pos x="connsiteX1-3" y="connsiteY1-4"/>
              </a:cxn>
              <a:cxn ang="0">
                <a:pos x="connsiteX2-5" y="connsiteY2-6"/>
              </a:cxn>
              <a:cxn ang="0">
                <a:pos x="connsiteX3-7" y="connsiteY3-8"/>
              </a:cxn>
            </a:cxnLst>
            <a:rect l="l" t="t" r="r" b="b"/>
            <a:pathLst>
              <a:path w="649963" h="2044477">
                <a:moveTo>
                  <a:pt x="148584" y="2044477"/>
                </a:moveTo>
                <a:lnTo>
                  <a:pt x="118571" y="1979996"/>
                </a:lnTo>
                <a:cubicBezTo>
                  <a:pt x="65551" y="1844343"/>
                  <a:pt x="29293" y="1700958"/>
                  <a:pt x="11855" y="1552698"/>
                </a:cubicBezTo>
                <a:cubicBezTo>
                  <a:pt x="-57895" y="959659"/>
                  <a:pt x="183361" y="372616"/>
                  <a:pt x="649963" y="0"/>
                </a:cubicBez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22" name="任意多边形: 形状 21"/>
          <p:cNvSpPr>
            <a:spLocks noChangeAspect="1"/>
          </p:cNvSpPr>
          <p:nvPr userDrawn="1">
            <p:custDataLst>
              <p:tags r:id="rId5"/>
            </p:custDataLst>
          </p:nvPr>
        </p:nvSpPr>
        <p:spPr>
          <a:xfrm rot="16200000">
            <a:off x="9243622" y="127619"/>
            <a:ext cx="1736864" cy="1481625"/>
          </a:xfrm>
          <a:custGeom>
            <a:avLst/>
            <a:gdLst>
              <a:gd name="connsiteX0" fmla="*/ 1736864 w 4216134"/>
              <a:gd name="connsiteY0" fmla="*/ 0 h 2483593"/>
              <a:gd name="connsiteX1" fmla="*/ 1736864 w 4216134"/>
              <a:gd name="connsiteY1" fmla="*/ 2483593 h 2483593"/>
              <a:gd name="connsiteX2" fmla="*/ 0 w 4216134"/>
              <a:gd name="connsiteY2" fmla="*/ 1481625 h 2483593"/>
              <a:gd name="connsiteX3" fmla="*/ 1576110 w 4216134"/>
              <a:gd name="connsiteY3" fmla="*/ 24177 h 2483593"/>
              <a:gd name="connsiteX4" fmla="*/ 4216134 w 4216134"/>
              <a:gd name="connsiteY4" fmla="*/ 2124236 h 2483593"/>
              <a:gd name="connsiteX5" fmla="*/ 4216093 w 4216134"/>
              <a:gd name="connsiteY5" fmla="*/ 2125372 h 2483593"/>
              <a:gd name="connsiteX6" fmla="*/ 4216093 w 4216134"/>
              <a:gd name="connsiteY6" fmla="*/ 2123168 h 2483593"/>
              <a:gd name="connsiteX0-1" fmla="*/ 1736864 w 4216134"/>
              <a:gd name="connsiteY0-2" fmla="*/ 0 h 2483593"/>
              <a:gd name="connsiteX1-3" fmla="*/ 1736864 w 4216134"/>
              <a:gd name="connsiteY1-4" fmla="*/ 2483593 h 2483593"/>
              <a:gd name="connsiteX2-5" fmla="*/ 885963 w 4216134"/>
              <a:gd name="connsiteY2-6" fmla="*/ 2007958 h 2483593"/>
              <a:gd name="connsiteX3-7" fmla="*/ 0 w 4216134"/>
              <a:gd name="connsiteY3-8" fmla="*/ 1481625 h 2483593"/>
              <a:gd name="connsiteX4-9" fmla="*/ 1576110 w 4216134"/>
              <a:gd name="connsiteY4-10" fmla="*/ 24177 h 2483593"/>
              <a:gd name="connsiteX5-11" fmla="*/ 1736864 w 4216134"/>
              <a:gd name="connsiteY5-12" fmla="*/ 0 h 2483593"/>
              <a:gd name="connsiteX6-13" fmla="*/ 4216134 w 4216134"/>
              <a:gd name="connsiteY6-14" fmla="*/ 2124236 h 2483593"/>
              <a:gd name="connsiteX7" fmla="*/ 4216093 w 4216134"/>
              <a:gd name="connsiteY7" fmla="*/ 2125372 h 2483593"/>
              <a:gd name="connsiteX8" fmla="*/ 4216093 w 4216134"/>
              <a:gd name="connsiteY8" fmla="*/ 2123168 h 2483593"/>
              <a:gd name="connsiteX9" fmla="*/ 4216134 w 4216134"/>
              <a:gd name="connsiteY9" fmla="*/ 2124236 h 2483593"/>
              <a:gd name="connsiteX0-15" fmla="*/ 885963 w 4216134"/>
              <a:gd name="connsiteY0-16" fmla="*/ 2007958 h 2483593"/>
              <a:gd name="connsiteX1-17" fmla="*/ 0 w 4216134"/>
              <a:gd name="connsiteY1-18" fmla="*/ 1481625 h 2483593"/>
              <a:gd name="connsiteX2-19" fmla="*/ 1576110 w 4216134"/>
              <a:gd name="connsiteY2-20" fmla="*/ 24177 h 2483593"/>
              <a:gd name="connsiteX3-21" fmla="*/ 1736864 w 4216134"/>
              <a:gd name="connsiteY3-22" fmla="*/ 0 h 2483593"/>
              <a:gd name="connsiteX4-23" fmla="*/ 4216134 w 4216134"/>
              <a:gd name="connsiteY4-24" fmla="*/ 2124236 h 2483593"/>
              <a:gd name="connsiteX5-25" fmla="*/ 4216093 w 4216134"/>
              <a:gd name="connsiteY5-26" fmla="*/ 2125372 h 2483593"/>
              <a:gd name="connsiteX6-27" fmla="*/ 4216093 w 4216134"/>
              <a:gd name="connsiteY6-28" fmla="*/ 2123168 h 2483593"/>
              <a:gd name="connsiteX7-29" fmla="*/ 4216134 w 4216134"/>
              <a:gd name="connsiteY7-30" fmla="*/ 2124236 h 2483593"/>
              <a:gd name="connsiteX8-31" fmla="*/ 1736864 w 4216134"/>
              <a:gd name="connsiteY8-32" fmla="*/ 2483593 h 2483593"/>
              <a:gd name="connsiteX9-33" fmla="*/ 977403 w 4216134"/>
              <a:gd name="connsiteY9-34" fmla="*/ 2099398 h 2483593"/>
              <a:gd name="connsiteX0-35" fmla="*/ 885963 w 4216134"/>
              <a:gd name="connsiteY0-36" fmla="*/ 2007958 h 2483593"/>
              <a:gd name="connsiteX1-37" fmla="*/ 0 w 4216134"/>
              <a:gd name="connsiteY1-38" fmla="*/ 1481625 h 2483593"/>
              <a:gd name="connsiteX2-39" fmla="*/ 1576110 w 4216134"/>
              <a:gd name="connsiteY2-40" fmla="*/ 24177 h 2483593"/>
              <a:gd name="connsiteX3-41" fmla="*/ 1736864 w 4216134"/>
              <a:gd name="connsiteY3-42" fmla="*/ 0 h 2483593"/>
              <a:gd name="connsiteX4-43" fmla="*/ 885963 w 4216134"/>
              <a:gd name="connsiteY4-44" fmla="*/ 2007958 h 2483593"/>
              <a:gd name="connsiteX5-45" fmla="*/ 4216134 w 4216134"/>
              <a:gd name="connsiteY5-46" fmla="*/ 2124236 h 2483593"/>
              <a:gd name="connsiteX6-47" fmla="*/ 4216093 w 4216134"/>
              <a:gd name="connsiteY6-48" fmla="*/ 2125372 h 2483593"/>
              <a:gd name="connsiteX7-49" fmla="*/ 4216093 w 4216134"/>
              <a:gd name="connsiteY7-50" fmla="*/ 2123168 h 2483593"/>
              <a:gd name="connsiteX8-51" fmla="*/ 4216134 w 4216134"/>
              <a:gd name="connsiteY8-52" fmla="*/ 2124236 h 2483593"/>
              <a:gd name="connsiteX9-53" fmla="*/ 1736864 w 4216134"/>
              <a:gd name="connsiteY9-54" fmla="*/ 2483593 h 2483593"/>
              <a:gd name="connsiteX0-55" fmla="*/ 885963 w 4216134"/>
              <a:gd name="connsiteY0-56" fmla="*/ 2007958 h 2125372"/>
              <a:gd name="connsiteX1-57" fmla="*/ 0 w 4216134"/>
              <a:gd name="connsiteY1-58" fmla="*/ 1481625 h 2125372"/>
              <a:gd name="connsiteX2-59" fmla="*/ 1576110 w 4216134"/>
              <a:gd name="connsiteY2-60" fmla="*/ 24177 h 2125372"/>
              <a:gd name="connsiteX3-61" fmla="*/ 1736864 w 4216134"/>
              <a:gd name="connsiteY3-62" fmla="*/ 0 h 2125372"/>
              <a:gd name="connsiteX4-63" fmla="*/ 885963 w 4216134"/>
              <a:gd name="connsiteY4-64" fmla="*/ 2007958 h 2125372"/>
              <a:gd name="connsiteX5-65" fmla="*/ 4216134 w 4216134"/>
              <a:gd name="connsiteY5-66" fmla="*/ 2124236 h 2125372"/>
              <a:gd name="connsiteX6-67" fmla="*/ 4216093 w 4216134"/>
              <a:gd name="connsiteY6-68" fmla="*/ 2125372 h 2125372"/>
              <a:gd name="connsiteX7-69" fmla="*/ 4216093 w 4216134"/>
              <a:gd name="connsiteY7-70" fmla="*/ 2123168 h 2125372"/>
              <a:gd name="connsiteX8-71" fmla="*/ 4216134 w 4216134"/>
              <a:gd name="connsiteY8-72" fmla="*/ 2124236 h 2125372"/>
              <a:gd name="connsiteX0-73" fmla="*/ 885963 w 4216134"/>
              <a:gd name="connsiteY0-74" fmla="*/ 2007958 h 2125372"/>
              <a:gd name="connsiteX1-75" fmla="*/ 0 w 4216134"/>
              <a:gd name="connsiteY1-76" fmla="*/ 1481625 h 2125372"/>
              <a:gd name="connsiteX2-77" fmla="*/ 1576110 w 4216134"/>
              <a:gd name="connsiteY2-78" fmla="*/ 24177 h 2125372"/>
              <a:gd name="connsiteX3-79" fmla="*/ 1736864 w 4216134"/>
              <a:gd name="connsiteY3-80" fmla="*/ 0 h 2125372"/>
              <a:gd name="connsiteX4-81" fmla="*/ 885963 w 4216134"/>
              <a:gd name="connsiteY4-82" fmla="*/ 2007958 h 2125372"/>
              <a:gd name="connsiteX5-83" fmla="*/ 4216134 w 4216134"/>
              <a:gd name="connsiteY5-84" fmla="*/ 2124236 h 2125372"/>
              <a:gd name="connsiteX6-85" fmla="*/ 4216093 w 4216134"/>
              <a:gd name="connsiteY6-86" fmla="*/ 2125372 h 2125372"/>
              <a:gd name="connsiteX7-87" fmla="*/ 4216093 w 4216134"/>
              <a:gd name="connsiteY7-88" fmla="*/ 2123168 h 2125372"/>
              <a:gd name="connsiteX0-89" fmla="*/ 885963 w 4216134"/>
              <a:gd name="connsiteY0-90" fmla="*/ 2007958 h 2125372"/>
              <a:gd name="connsiteX1-91" fmla="*/ 0 w 4216134"/>
              <a:gd name="connsiteY1-92" fmla="*/ 1481625 h 2125372"/>
              <a:gd name="connsiteX2-93" fmla="*/ 1576110 w 4216134"/>
              <a:gd name="connsiteY2-94" fmla="*/ 24177 h 2125372"/>
              <a:gd name="connsiteX3-95" fmla="*/ 1736864 w 4216134"/>
              <a:gd name="connsiteY3-96" fmla="*/ 0 h 2125372"/>
              <a:gd name="connsiteX4-97" fmla="*/ 885963 w 4216134"/>
              <a:gd name="connsiteY4-98" fmla="*/ 2007958 h 2125372"/>
              <a:gd name="connsiteX5-99" fmla="*/ 4216134 w 4216134"/>
              <a:gd name="connsiteY5-100" fmla="*/ 2124236 h 2125372"/>
              <a:gd name="connsiteX6-101" fmla="*/ 4216093 w 4216134"/>
              <a:gd name="connsiteY6-102" fmla="*/ 2125372 h 2125372"/>
              <a:gd name="connsiteX0-103" fmla="*/ 885963 w 1736864"/>
              <a:gd name="connsiteY0-104" fmla="*/ 2007958 h 2007958"/>
              <a:gd name="connsiteX1-105" fmla="*/ 0 w 1736864"/>
              <a:gd name="connsiteY1-106" fmla="*/ 1481625 h 2007958"/>
              <a:gd name="connsiteX2-107" fmla="*/ 1576110 w 1736864"/>
              <a:gd name="connsiteY2-108" fmla="*/ 24177 h 2007958"/>
              <a:gd name="connsiteX3-109" fmla="*/ 1736864 w 1736864"/>
              <a:gd name="connsiteY3-110" fmla="*/ 0 h 2007958"/>
              <a:gd name="connsiteX4-111" fmla="*/ 885963 w 1736864"/>
              <a:gd name="connsiteY4-112" fmla="*/ 2007958 h 2007958"/>
              <a:gd name="connsiteX0-113" fmla="*/ 0 w 1736864"/>
              <a:gd name="connsiteY0-114" fmla="*/ 1481625 h 2099398"/>
              <a:gd name="connsiteX1-115" fmla="*/ 1576110 w 1736864"/>
              <a:gd name="connsiteY1-116" fmla="*/ 24177 h 2099398"/>
              <a:gd name="connsiteX2-117" fmla="*/ 1736864 w 1736864"/>
              <a:gd name="connsiteY2-118" fmla="*/ 0 h 2099398"/>
              <a:gd name="connsiteX3-119" fmla="*/ 977403 w 1736864"/>
              <a:gd name="connsiteY3-120" fmla="*/ 2099398 h 2099398"/>
              <a:gd name="connsiteX0-121" fmla="*/ 0 w 1736864"/>
              <a:gd name="connsiteY0-122" fmla="*/ 1481625 h 1481625"/>
              <a:gd name="connsiteX1-123" fmla="*/ 1576110 w 1736864"/>
              <a:gd name="connsiteY1-124" fmla="*/ 24177 h 1481625"/>
              <a:gd name="connsiteX2-125" fmla="*/ 1736864 w 1736864"/>
              <a:gd name="connsiteY2-126" fmla="*/ 0 h 1481625"/>
            </a:gdLst>
            <a:ahLst/>
            <a:cxnLst>
              <a:cxn ang="0">
                <a:pos x="connsiteX0-1" y="connsiteY0-2"/>
              </a:cxn>
              <a:cxn ang="0">
                <a:pos x="connsiteX1-3" y="connsiteY1-4"/>
              </a:cxn>
              <a:cxn ang="0">
                <a:pos x="connsiteX2-5" y="connsiteY2-6"/>
              </a:cxn>
            </a:cxnLst>
            <a:rect l="l" t="t" r="r" b="b"/>
            <a:pathLst>
              <a:path w="1736864" h="1481625">
                <a:moveTo>
                  <a:pt x="0" y="1481625"/>
                </a:moveTo>
                <a:cubicBezTo>
                  <a:pt x="231589" y="742961"/>
                  <a:pt x="837233" y="193516"/>
                  <a:pt x="1576110" y="24177"/>
                </a:cubicBezTo>
                <a:lnTo>
                  <a:pt x="1736864" y="0"/>
                </a:ln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1" name="椭圆 10"/>
          <p:cNvSpPr>
            <a:spLocks noChangeAspect="1"/>
          </p:cNvSpPr>
          <p:nvPr userDrawn="1">
            <p:custDataLst>
              <p:tags r:id="rId6"/>
            </p:custDataLst>
          </p:nvPr>
        </p:nvSpPr>
        <p:spPr>
          <a:xfrm rot="16200000">
            <a:off x="11716140" y="1332452"/>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8" name="任意多边形: 形状 17"/>
          <p:cNvSpPr>
            <a:spLocks noChangeAspect="1"/>
          </p:cNvSpPr>
          <p:nvPr userDrawn="1">
            <p:custDataLst>
              <p:tags r:id="rId7"/>
            </p:custDataLst>
          </p:nvPr>
        </p:nvSpPr>
        <p:spPr>
          <a:xfrm rot="16200000">
            <a:off x="10791949" y="-474418"/>
            <a:ext cx="916108" cy="1883994"/>
          </a:xfrm>
          <a:custGeom>
            <a:avLst/>
            <a:gdLst>
              <a:gd name="connsiteX0" fmla="*/ 916108 w 916108"/>
              <a:gd name="connsiteY0" fmla="*/ 0 h 1883994"/>
              <a:gd name="connsiteX1" fmla="*/ 916108 w 916108"/>
              <a:gd name="connsiteY1" fmla="*/ 1883994 h 1883994"/>
              <a:gd name="connsiteX2" fmla="*/ 212597 w 916108"/>
              <a:gd name="connsiteY2" fmla="*/ 1883994 h 1883994"/>
              <a:gd name="connsiteX3" fmla="*/ 211412 w 916108"/>
              <a:gd name="connsiteY3" fmla="*/ 1882408 h 1883994"/>
              <a:gd name="connsiteX4" fmla="*/ 0 w 916108"/>
              <a:gd name="connsiteY4" fmla="*/ 1190294 h 1883994"/>
              <a:gd name="connsiteX5" fmla="*/ 756045 w 916108"/>
              <a:gd name="connsiteY5" fmla="*/ 49686 h 1883994"/>
              <a:gd name="connsiteX0-1" fmla="*/ 916108 w 916108"/>
              <a:gd name="connsiteY0-2" fmla="*/ 0 h 1909394"/>
              <a:gd name="connsiteX1-3" fmla="*/ 916108 w 916108"/>
              <a:gd name="connsiteY1-4" fmla="*/ 1883994 h 1909394"/>
              <a:gd name="connsiteX2-5" fmla="*/ 547808 w 916108"/>
              <a:gd name="connsiteY2-6" fmla="*/ 1909394 h 1909394"/>
              <a:gd name="connsiteX3-7" fmla="*/ 212597 w 916108"/>
              <a:gd name="connsiteY3-8" fmla="*/ 1883994 h 1909394"/>
              <a:gd name="connsiteX4-9" fmla="*/ 211412 w 916108"/>
              <a:gd name="connsiteY4-10" fmla="*/ 1882408 h 1909394"/>
              <a:gd name="connsiteX5-11" fmla="*/ 0 w 916108"/>
              <a:gd name="connsiteY5-12" fmla="*/ 1190294 h 1909394"/>
              <a:gd name="connsiteX6" fmla="*/ 756045 w 916108"/>
              <a:gd name="connsiteY6" fmla="*/ 49686 h 1909394"/>
              <a:gd name="connsiteX7" fmla="*/ 916108 w 916108"/>
              <a:gd name="connsiteY7" fmla="*/ 0 h 1909394"/>
              <a:gd name="connsiteX0-13" fmla="*/ 547808 w 916108"/>
              <a:gd name="connsiteY0-14" fmla="*/ 1909394 h 2000834"/>
              <a:gd name="connsiteX1-15" fmla="*/ 212597 w 916108"/>
              <a:gd name="connsiteY1-16" fmla="*/ 1883994 h 2000834"/>
              <a:gd name="connsiteX2-17" fmla="*/ 211412 w 916108"/>
              <a:gd name="connsiteY2-18" fmla="*/ 1882408 h 2000834"/>
              <a:gd name="connsiteX3-19" fmla="*/ 0 w 916108"/>
              <a:gd name="connsiteY3-20" fmla="*/ 1190294 h 2000834"/>
              <a:gd name="connsiteX4-21" fmla="*/ 756045 w 916108"/>
              <a:gd name="connsiteY4-22" fmla="*/ 49686 h 2000834"/>
              <a:gd name="connsiteX5-23" fmla="*/ 916108 w 916108"/>
              <a:gd name="connsiteY5-24" fmla="*/ 0 h 2000834"/>
              <a:gd name="connsiteX6-25" fmla="*/ 916108 w 916108"/>
              <a:gd name="connsiteY6-26" fmla="*/ 1883994 h 2000834"/>
              <a:gd name="connsiteX7-27" fmla="*/ 639248 w 916108"/>
              <a:gd name="connsiteY7-28" fmla="*/ 2000834 h 2000834"/>
              <a:gd name="connsiteX0-29" fmla="*/ 547808 w 916108"/>
              <a:gd name="connsiteY0-30" fmla="*/ 1909394 h 1909394"/>
              <a:gd name="connsiteX1-31" fmla="*/ 212597 w 916108"/>
              <a:gd name="connsiteY1-32" fmla="*/ 1883994 h 1909394"/>
              <a:gd name="connsiteX2-33" fmla="*/ 211412 w 916108"/>
              <a:gd name="connsiteY2-34" fmla="*/ 1882408 h 1909394"/>
              <a:gd name="connsiteX3-35" fmla="*/ 0 w 916108"/>
              <a:gd name="connsiteY3-36" fmla="*/ 1190294 h 1909394"/>
              <a:gd name="connsiteX4-37" fmla="*/ 756045 w 916108"/>
              <a:gd name="connsiteY4-38" fmla="*/ 49686 h 1909394"/>
              <a:gd name="connsiteX5-39" fmla="*/ 916108 w 916108"/>
              <a:gd name="connsiteY5-40" fmla="*/ 0 h 1909394"/>
              <a:gd name="connsiteX6-41" fmla="*/ 916108 w 916108"/>
              <a:gd name="connsiteY6-42" fmla="*/ 1883994 h 1909394"/>
              <a:gd name="connsiteX0-43" fmla="*/ 547808 w 916108"/>
              <a:gd name="connsiteY0-44" fmla="*/ 1909394 h 1909394"/>
              <a:gd name="connsiteX1-45" fmla="*/ 212597 w 916108"/>
              <a:gd name="connsiteY1-46" fmla="*/ 1883994 h 1909394"/>
              <a:gd name="connsiteX2-47" fmla="*/ 211412 w 916108"/>
              <a:gd name="connsiteY2-48" fmla="*/ 1882408 h 1909394"/>
              <a:gd name="connsiteX3-49" fmla="*/ 0 w 916108"/>
              <a:gd name="connsiteY3-50" fmla="*/ 1190294 h 1909394"/>
              <a:gd name="connsiteX4-51" fmla="*/ 756045 w 916108"/>
              <a:gd name="connsiteY4-52" fmla="*/ 49686 h 1909394"/>
              <a:gd name="connsiteX5-53" fmla="*/ 916108 w 916108"/>
              <a:gd name="connsiteY5-54" fmla="*/ 0 h 1909394"/>
              <a:gd name="connsiteX0-55" fmla="*/ 212597 w 916108"/>
              <a:gd name="connsiteY0-56" fmla="*/ 1883994 h 1883994"/>
              <a:gd name="connsiteX1-57" fmla="*/ 211412 w 916108"/>
              <a:gd name="connsiteY1-58" fmla="*/ 1882408 h 1883994"/>
              <a:gd name="connsiteX2-59" fmla="*/ 0 w 916108"/>
              <a:gd name="connsiteY2-60" fmla="*/ 1190294 h 1883994"/>
              <a:gd name="connsiteX3-61" fmla="*/ 756045 w 916108"/>
              <a:gd name="connsiteY3-62" fmla="*/ 49686 h 1883994"/>
              <a:gd name="connsiteX4-63" fmla="*/ 916108 w 916108"/>
              <a:gd name="connsiteY4-64" fmla="*/ 0 h 188399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6108" h="1883994">
                <a:moveTo>
                  <a:pt x="212597" y="1883994"/>
                </a:moveTo>
                <a:lnTo>
                  <a:pt x="211412" y="1882408"/>
                </a:lnTo>
                <a:cubicBezTo>
                  <a:pt x="77937" y="1684840"/>
                  <a:pt x="0" y="1446669"/>
                  <a:pt x="0" y="1190294"/>
                </a:cubicBezTo>
                <a:cubicBezTo>
                  <a:pt x="0" y="677544"/>
                  <a:pt x="311749" y="237608"/>
                  <a:pt x="756045" y="49686"/>
                </a:cubicBezTo>
                <a:lnTo>
                  <a:pt x="916108" y="0"/>
                </a:lnTo>
              </a:path>
            </a:pathLst>
          </a:custGeom>
          <a:noFill/>
          <a:ln w="19050">
            <a:solidFill>
              <a:schemeClr val="accent1">
                <a:lumMod val="40000"/>
                <a:lumOff val="60000"/>
                <a:alpha val="42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useBgFill="1">
        <p:nvSpPr>
          <p:cNvPr id="13" name="椭圆 12"/>
          <p:cNvSpPr>
            <a:spLocks noChangeAspect="1"/>
          </p:cNvSpPr>
          <p:nvPr userDrawn="1">
            <p:custDataLst>
              <p:tags r:id="rId8"/>
            </p:custDataLst>
          </p:nvPr>
        </p:nvSpPr>
        <p:spPr>
          <a:xfrm rot="16200000">
            <a:off x="9597937" y="720000"/>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2" name="副标题 11"/>
          <p:cNvSpPr>
            <a:spLocks noGrp="1"/>
          </p:cNvSpPr>
          <p:nvPr>
            <p:ph type="subTitle" idx="16386" hasCustomPrompt="1"/>
            <p:custDataLst>
              <p:tags r:id="rId9"/>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CONTENTS</a:t>
            </a:r>
          </a:p>
        </p:txBody>
      </p:sp>
      <p:sp>
        <p:nvSpPr>
          <p:cNvPr id="14" name="标题 13"/>
          <p:cNvSpPr>
            <a:spLocks noGrp="1"/>
          </p:cNvSpPr>
          <p:nvPr>
            <p:ph type="ctrTitle" idx="16385" hasCustomPrompt="1"/>
            <p:custDataLst>
              <p:tags r:id="rId10"/>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defRPr>
            </a:lvl1pPr>
          </a:lstStyle>
          <a:p>
            <a:r>
              <a:rPr lang="zh-CN" altLang="en-US"/>
              <a:t>目录</a:t>
            </a:r>
          </a:p>
        </p:txBody>
      </p:sp>
      <p:sp>
        <p:nvSpPr>
          <p:cNvPr id="16" name="文本占位符 15"/>
          <p:cNvSpPr>
            <a:spLocks noGrp="1"/>
          </p:cNvSpPr>
          <p:nvPr>
            <p:ph type="body" idx="16388" hasCustomPrompt="1"/>
            <p:custDataLst>
              <p:tags r:id="rId11"/>
            </p:custDataLst>
          </p:nvPr>
        </p:nvSpPr>
        <p:spPr>
          <a:xfrm>
            <a:off x="40703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01</a:t>
            </a:r>
          </a:p>
        </p:txBody>
      </p:sp>
      <p:sp>
        <p:nvSpPr>
          <p:cNvPr id="17" name="装饰  6"/>
          <p:cNvSpPr>
            <a:spLocks noGrp="1"/>
          </p:cNvSpPr>
          <p:nvPr>
            <p:ph type="body" idx="16395" hasCustomPrompt="1"/>
            <p:custDataLst>
              <p:tags r:id="rId12"/>
            </p:custDataLst>
          </p:nvPr>
        </p:nvSpPr>
        <p:spPr>
          <a:xfrm>
            <a:off x="48514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9" name="文本占位符 18"/>
          <p:cNvSpPr>
            <a:spLocks noGrp="1"/>
          </p:cNvSpPr>
          <p:nvPr>
            <p:ph type="body" idx="16387" hasCustomPrompt="1"/>
            <p:custDataLst>
              <p:tags r:id="rId13"/>
            </p:custDataLst>
          </p:nvPr>
        </p:nvSpPr>
        <p:spPr>
          <a:xfrm>
            <a:off x="50800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0" name="文本占位符 19"/>
          <p:cNvSpPr>
            <a:spLocks noGrp="1"/>
          </p:cNvSpPr>
          <p:nvPr>
            <p:ph type="body" idx="16390" hasCustomPrompt="1"/>
            <p:custDataLst>
              <p:tags r:id="rId14"/>
            </p:custDataLst>
          </p:nvPr>
        </p:nvSpPr>
        <p:spPr>
          <a:xfrm>
            <a:off x="79946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02</a:t>
            </a:r>
          </a:p>
        </p:txBody>
      </p:sp>
      <p:sp>
        <p:nvSpPr>
          <p:cNvPr id="21" name="装饰  0"/>
          <p:cNvSpPr>
            <a:spLocks noGrp="1"/>
          </p:cNvSpPr>
          <p:nvPr>
            <p:ph type="body" idx="16396" hasCustomPrompt="1"/>
            <p:custDataLst>
              <p:tags r:id="rId15"/>
            </p:custDataLst>
          </p:nvPr>
        </p:nvSpPr>
        <p:spPr>
          <a:xfrm>
            <a:off x="87757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3" name="文本占位符 22"/>
          <p:cNvSpPr>
            <a:spLocks noGrp="1"/>
          </p:cNvSpPr>
          <p:nvPr>
            <p:ph type="body" idx="16389" hasCustomPrompt="1"/>
            <p:custDataLst>
              <p:tags r:id="rId16"/>
            </p:custDataLst>
          </p:nvPr>
        </p:nvSpPr>
        <p:spPr>
          <a:xfrm>
            <a:off x="90043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4" name="文本占位符 23"/>
          <p:cNvSpPr>
            <a:spLocks noGrp="1"/>
          </p:cNvSpPr>
          <p:nvPr>
            <p:ph type="body" idx="16392" hasCustomPrompt="1"/>
            <p:custDataLst>
              <p:tags r:id="rId17"/>
            </p:custDataLst>
          </p:nvPr>
        </p:nvSpPr>
        <p:spPr>
          <a:xfrm>
            <a:off x="40703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03</a:t>
            </a:r>
          </a:p>
        </p:txBody>
      </p:sp>
      <p:sp>
        <p:nvSpPr>
          <p:cNvPr id="25" name="装饰  4"/>
          <p:cNvSpPr>
            <a:spLocks noGrp="1"/>
          </p:cNvSpPr>
          <p:nvPr>
            <p:ph type="body" idx="16397" hasCustomPrompt="1"/>
            <p:custDataLst>
              <p:tags r:id="rId18"/>
            </p:custDataLst>
          </p:nvPr>
        </p:nvSpPr>
        <p:spPr>
          <a:xfrm>
            <a:off x="48514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6" name="文本占位符 25"/>
          <p:cNvSpPr>
            <a:spLocks noGrp="1"/>
          </p:cNvSpPr>
          <p:nvPr>
            <p:ph type="body" idx="16391" hasCustomPrompt="1"/>
            <p:custDataLst>
              <p:tags r:id="rId19"/>
            </p:custDataLst>
          </p:nvPr>
        </p:nvSpPr>
        <p:spPr>
          <a:xfrm>
            <a:off x="50800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7" name="文本占位符 26"/>
          <p:cNvSpPr>
            <a:spLocks noGrp="1"/>
          </p:cNvSpPr>
          <p:nvPr>
            <p:ph type="body" idx="16394" hasCustomPrompt="1"/>
            <p:custDataLst>
              <p:tags r:id="rId20"/>
            </p:custDataLst>
          </p:nvPr>
        </p:nvSpPr>
        <p:spPr>
          <a:xfrm>
            <a:off x="79946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04</a:t>
            </a:r>
          </a:p>
        </p:txBody>
      </p:sp>
      <p:sp>
        <p:nvSpPr>
          <p:cNvPr id="28" name="装饰  7"/>
          <p:cNvSpPr>
            <a:spLocks noGrp="1"/>
          </p:cNvSpPr>
          <p:nvPr>
            <p:ph type="body" idx="16398" hasCustomPrompt="1"/>
            <p:custDataLst>
              <p:tags r:id="rId21"/>
            </p:custDataLst>
          </p:nvPr>
        </p:nvSpPr>
        <p:spPr>
          <a:xfrm>
            <a:off x="87757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9" name="文本占位符 28"/>
          <p:cNvSpPr>
            <a:spLocks noGrp="1"/>
          </p:cNvSpPr>
          <p:nvPr>
            <p:ph type="body" idx="16393" hasCustomPrompt="1"/>
            <p:custDataLst>
              <p:tags r:id="rId22"/>
            </p:custDataLst>
          </p:nvPr>
        </p:nvSpPr>
        <p:spPr>
          <a:xfrm>
            <a:off x="90043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Tree>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章节页_1_5">
    <p:bg>
      <p:bgRef idx="1001">
        <a:schemeClr val="bg1"/>
      </p:bgRef>
    </p:bg>
    <p:spTree>
      <p:nvGrpSpPr>
        <p:cNvPr id="1" name=""/>
        <p:cNvGrpSpPr/>
        <p:nvPr/>
      </p:nvGrpSpPr>
      <p:grpSpPr>
        <a:xfrm>
          <a:off x="0" y="0"/>
          <a:ext cx="0" cy="0"/>
          <a:chOff x="0" y="0"/>
          <a:chExt cx="0" cy="0"/>
        </a:xfrm>
      </p:grpSpPr>
      <p:sp>
        <p:nvSpPr>
          <p:cNvPr id="7" name="日期占位符 4"/>
          <p:cNvSpPr>
            <a:spLocks noGrp="1"/>
          </p:cNvSpPr>
          <p:nvPr>
            <p:ph type="dt" sz="half" idx="16385"/>
            <p:custDataLst>
              <p:tags r:id="rId1"/>
            </p:custDataLst>
          </p:nvPr>
        </p:nvSpPr>
        <p:spPr/>
        <p:txBody>
          <a:bodyPr wrap="square">
            <a:normAutofit/>
          </a:bodyPr>
          <a:lstStyle/>
          <a:p>
            <a:fld id="{5592522B-0F24-4480-B9DD-A9474A6880D6}" type="datetimeFigureOut">
              <a:rPr lang="zh-CN" altLang="en-US" smtClean="0"/>
              <a:t>2025/7/4</a:t>
            </a:fld>
            <a:endParaRPr lang="zh-CN" altLang="en-US"/>
          </a:p>
        </p:txBody>
      </p:sp>
      <p:sp>
        <p:nvSpPr>
          <p:cNvPr id="9" name="页脚占位符 5"/>
          <p:cNvSpPr>
            <a:spLocks noGrp="1"/>
          </p:cNvSpPr>
          <p:nvPr>
            <p:ph type="ftr" sz="quarter" idx="16386"/>
            <p:custDataLst>
              <p:tags r:id="rId2"/>
            </p:custDataLst>
          </p:nvPr>
        </p:nvSpPr>
        <p:spPr/>
        <p:txBody>
          <a:bodyPr/>
          <a:lstStyle/>
          <a:p>
            <a:endParaRPr lang="zh-CN" altLang="en-US"/>
          </a:p>
        </p:txBody>
      </p:sp>
      <p:sp>
        <p:nvSpPr>
          <p:cNvPr id="10" name="灯片编号占位符 6"/>
          <p:cNvSpPr>
            <a:spLocks noGrp="1"/>
          </p:cNvSpPr>
          <p:nvPr>
            <p:ph type="sldNum" sz="quarter" idx="16387"/>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1" name="弧形 8"/>
          <p:cNvSpPr>
            <a:spLocks noChangeAspect="1"/>
          </p:cNvSpPr>
          <p:nvPr userDrawn="1">
            <p:custDataLst>
              <p:tags r:id="rId4"/>
            </p:custDataLst>
          </p:nvPr>
        </p:nvSpPr>
        <p:spPr>
          <a:xfrm rot="16200000">
            <a:off x="971196" y="1125001"/>
            <a:ext cx="4608000" cy="4608000"/>
          </a:xfrm>
          <a:prstGeom prst="arc">
            <a:avLst>
              <a:gd name="adj1" fmla="val 6911636"/>
              <a:gd name="adj2" fmla="val 13883405"/>
            </a:avLst>
          </a:prstGeom>
          <a:noFill/>
          <a:ln>
            <a:gradFill flip="none" rotWithShape="1">
              <a:gsLst>
                <a:gs pos="0">
                  <a:schemeClr val="accent1">
                    <a:lumMod val="70000"/>
                    <a:lumOff val="30000"/>
                    <a:alpha val="6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2" name="椭圆 9"/>
          <p:cNvSpPr>
            <a:spLocks noChangeAspect="1"/>
          </p:cNvSpPr>
          <p:nvPr userDrawn="1">
            <p:custDataLst>
              <p:tags r:id="rId5"/>
            </p:custDataLst>
          </p:nvPr>
        </p:nvSpPr>
        <p:spPr>
          <a:xfrm rot="16200000">
            <a:off x="3995627" y="5533172"/>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3" name="椭圆 10"/>
          <p:cNvSpPr>
            <a:spLocks noChangeAspect="1"/>
          </p:cNvSpPr>
          <p:nvPr userDrawn="1">
            <p:custDataLst>
              <p:tags r:id="rId6"/>
            </p:custDataLst>
          </p:nvPr>
        </p:nvSpPr>
        <p:spPr>
          <a:xfrm rot="16200000">
            <a:off x="1295196" y="1449001"/>
            <a:ext cx="3960000" cy="3960000"/>
          </a:xfrm>
          <a:prstGeom prst="ellipse">
            <a:avLst/>
          </a:prstGeom>
          <a:noFill/>
          <a:ln w="19050">
            <a:solidFill>
              <a:schemeClr val="accent1">
                <a:lumMod val="40000"/>
                <a:lumOff val="60000"/>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弧形 11"/>
          <p:cNvSpPr>
            <a:spLocks noChangeAspect="1"/>
          </p:cNvSpPr>
          <p:nvPr userDrawn="1">
            <p:custDataLst>
              <p:tags r:id="rId7"/>
            </p:custDataLst>
          </p:nvPr>
        </p:nvSpPr>
        <p:spPr>
          <a:xfrm rot="16200000">
            <a:off x="683196" y="837001"/>
            <a:ext cx="5184000" cy="5184000"/>
          </a:xfrm>
          <a:prstGeom prst="arc">
            <a:avLst>
              <a:gd name="adj1" fmla="val 11844446"/>
              <a:gd name="adj2" fmla="val 2553147"/>
            </a:avLst>
          </a:prstGeom>
          <a:noFill/>
          <a:ln>
            <a:gradFill flip="none" rotWithShape="1">
              <a:gsLst>
                <a:gs pos="0">
                  <a:schemeClr val="accent1">
                    <a:lumMod val="70000"/>
                    <a:lumOff val="30000"/>
                    <a:alpha val="7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5" name="椭圆 12"/>
          <p:cNvSpPr>
            <a:spLocks noChangeAspect="1"/>
          </p:cNvSpPr>
          <p:nvPr userDrawn="1">
            <p:custDataLst>
              <p:tags r:id="rId8"/>
            </p:custDataLst>
          </p:nvPr>
        </p:nvSpPr>
        <p:spPr>
          <a:xfrm rot="16200000">
            <a:off x="1355848" y="1544326"/>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6" name="标题 1"/>
          <p:cNvSpPr>
            <a:spLocks noGrp="1"/>
          </p:cNvSpPr>
          <p:nvPr>
            <p:ph type="title" idx="16388" hasCustomPrompt="1"/>
            <p:custDataLst>
              <p:tags r:id="rId9"/>
            </p:custDataLst>
          </p:nvPr>
        </p:nvSpPr>
        <p:spPr>
          <a:xfrm>
            <a:off x="4823883" y="3530600"/>
            <a:ext cx="6352117" cy="1524000"/>
          </a:xfrm>
        </p:spPr>
        <p:txBody>
          <a:bodyPr vert="horz" wrap="square" lIns="0" tIns="0" rIns="0" bIns="0" anchor="t" anchorCtr="0">
            <a:normAutofit/>
          </a:bodyPr>
          <a:lstStyle>
            <a:lvl1pPr marL="0" indent="0" algn="r">
              <a:lnSpc>
                <a:spcPct val="100000"/>
              </a:lnSpc>
              <a:spcBef>
                <a:spcPct val="0"/>
              </a:spcBef>
              <a:spcAft>
                <a:spcPct val="0"/>
              </a:spcAft>
              <a:buNone/>
              <a:defRPr sz="4800" b="0" spc="0"/>
            </a:lvl1pPr>
          </a:lstStyle>
          <a:p>
            <a:r>
              <a:rPr dirty="0"/>
              <a:t>单击此处添加章节标题</a:t>
            </a:r>
          </a:p>
        </p:txBody>
      </p:sp>
      <p:sp>
        <p:nvSpPr>
          <p:cNvPr id="8" name="节编号 3"/>
          <p:cNvSpPr>
            <a:spLocks noGrp="1"/>
          </p:cNvSpPr>
          <p:nvPr>
            <p:ph type="body" sz="quarter" idx="16389" hasCustomPrompt="1"/>
            <p:custDataLst>
              <p:tags r:id="rId10"/>
            </p:custDataLst>
          </p:nvPr>
        </p:nvSpPr>
        <p:spPr>
          <a:xfrm>
            <a:off x="9648825" y="1905000"/>
            <a:ext cx="1527175" cy="1524000"/>
          </a:xfrm>
        </p:spPr>
        <p:txBody>
          <a:bodyPr vert="horz" wrap="none" lIns="0" tIns="0" rIns="0" bIns="0" anchor="ctr" anchorCtr="0">
            <a:normAutofit/>
          </a:bodyPr>
          <a:lstStyle>
            <a:lvl1pPr marL="0" indent="0" algn="r">
              <a:lnSpc>
                <a:spcPct val="109000"/>
              </a:lnSpc>
              <a:spcBef>
                <a:spcPct val="0"/>
              </a:spcBef>
              <a:spcAft>
                <a:spcPct val="0"/>
              </a:spcAft>
              <a:buNone/>
              <a:defRPr sz="7200" b="1" spc="0">
                <a:gradFill>
                  <a:gsLst>
                    <a:gs pos="0">
                      <a:schemeClr val="accent1">
                        <a:lumMod val="60000"/>
                        <a:lumOff val="40000"/>
                      </a:schemeClr>
                    </a:gs>
                    <a:gs pos="100000">
                      <a:schemeClr val="accent1"/>
                    </a:gs>
                  </a:gsLst>
                  <a:lin ang="3600000" scaled="0"/>
                </a:gradFill>
              </a:defRPr>
            </a:lvl1pPr>
          </a:lstStyle>
          <a:p>
            <a:pPr lvl="0"/>
            <a:r>
              <a:rPr lang="zh-CN" altLang="en-US" dirty="0"/>
              <a:t>01</a:t>
            </a:r>
          </a:p>
        </p:txBody>
      </p:sp>
    </p:spTree>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正文页-65_15">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2025/7/4</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5" name="任意多边形: 形状 14"/>
          <p:cNvSpPr>
            <a:spLocks noChangeAspect="1"/>
          </p:cNvSpPr>
          <p:nvPr userDrawn="1">
            <p:custDataLst>
              <p:tags r:id="rId4"/>
            </p:custDataLst>
          </p:nvPr>
        </p:nvSpPr>
        <p:spPr>
          <a:xfrm rot="16200000">
            <a:off x="10844781" y="59657"/>
            <a:ext cx="649963" cy="2044477"/>
          </a:xfrm>
          <a:custGeom>
            <a:avLst/>
            <a:gdLst>
              <a:gd name="connsiteX0" fmla="*/ 1406877 w 1406877"/>
              <a:gd name="connsiteY0" fmla="*/ 947834 h 2044477"/>
              <a:gd name="connsiteX1" fmla="*/ 1406877 w 1406877"/>
              <a:gd name="connsiteY1" fmla="*/ 2034781 h 2044477"/>
              <a:gd name="connsiteX2" fmla="*/ 1402315 w 1406877"/>
              <a:gd name="connsiteY2" fmla="*/ 2044477 h 2044477"/>
              <a:gd name="connsiteX3" fmla="*/ 148584 w 1406877"/>
              <a:gd name="connsiteY3" fmla="*/ 2044477 h 2044477"/>
              <a:gd name="connsiteX4" fmla="*/ 118571 w 1406877"/>
              <a:gd name="connsiteY4" fmla="*/ 1979996 h 2044477"/>
              <a:gd name="connsiteX5" fmla="*/ 11855 w 1406877"/>
              <a:gd name="connsiteY5" fmla="*/ 1552698 h 2044477"/>
              <a:gd name="connsiteX6" fmla="*/ 649963 w 1406877"/>
              <a:gd name="connsiteY6" fmla="*/ 0 h 2044477"/>
              <a:gd name="connsiteX0-1" fmla="*/ 1406877 w 1406877"/>
              <a:gd name="connsiteY0-2" fmla="*/ 947834 h 2044477"/>
              <a:gd name="connsiteX1-3" fmla="*/ 1406877 w 1406877"/>
              <a:gd name="connsiteY1-4" fmla="*/ 2034781 h 2044477"/>
              <a:gd name="connsiteX2-5" fmla="*/ 1402315 w 1406877"/>
              <a:gd name="connsiteY2-6" fmla="*/ 2044477 h 2044477"/>
              <a:gd name="connsiteX3-7" fmla="*/ 390877 w 1406877"/>
              <a:gd name="connsiteY3-8" fmla="*/ 2044476 h 2044477"/>
              <a:gd name="connsiteX4-9" fmla="*/ 148584 w 1406877"/>
              <a:gd name="connsiteY4-10" fmla="*/ 2044477 h 2044477"/>
              <a:gd name="connsiteX5-11" fmla="*/ 118571 w 1406877"/>
              <a:gd name="connsiteY5-12" fmla="*/ 1979996 h 2044477"/>
              <a:gd name="connsiteX6-13" fmla="*/ 11855 w 1406877"/>
              <a:gd name="connsiteY6-14" fmla="*/ 1552698 h 2044477"/>
              <a:gd name="connsiteX7" fmla="*/ 649963 w 1406877"/>
              <a:gd name="connsiteY7" fmla="*/ 0 h 2044477"/>
              <a:gd name="connsiteX8" fmla="*/ 1406877 w 1406877"/>
              <a:gd name="connsiteY8" fmla="*/ 947834 h 2044477"/>
              <a:gd name="connsiteX0-15" fmla="*/ 390877 w 1406877"/>
              <a:gd name="connsiteY0-16" fmla="*/ 2044476 h 2135916"/>
              <a:gd name="connsiteX1-17" fmla="*/ 148584 w 1406877"/>
              <a:gd name="connsiteY1-18" fmla="*/ 2044477 h 2135916"/>
              <a:gd name="connsiteX2-19" fmla="*/ 118571 w 1406877"/>
              <a:gd name="connsiteY2-20" fmla="*/ 1979996 h 2135916"/>
              <a:gd name="connsiteX3-21" fmla="*/ 11855 w 1406877"/>
              <a:gd name="connsiteY3-22" fmla="*/ 1552698 h 2135916"/>
              <a:gd name="connsiteX4-23" fmla="*/ 649963 w 1406877"/>
              <a:gd name="connsiteY4-24" fmla="*/ 0 h 2135916"/>
              <a:gd name="connsiteX5-25" fmla="*/ 1406877 w 1406877"/>
              <a:gd name="connsiteY5-26" fmla="*/ 947834 h 2135916"/>
              <a:gd name="connsiteX6-27" fmla="*/ 1406877 w 1406877"/>
              <a:gd name="connsiteY6-28" fmla="*/ 2034781 h 2135916"/>
              <a:gd name="connsiteX7-29" fmla="*/ 1402315 w 1406877"/>
              <a:gd name="connsiteY7-30" fmla="*/ 2044477 h 2135916"/>
              <a:gd name="connsiteX8-31" fmla="*/ 482317 w 1406877"/>
              <a:gd name="connsiteY8-32" fmla="*/ 2135916 h 2135916"/>
              <a:gd name="connsiteX0-33" fmla="*/ 390877 w 1406877"/>
              <a:gd name="connsiteY0-34" fmla="*/ 2044476 h 2044477"/>
              <a:gd name="connsiteX1-35" fmla="*/ 148584 w 1406877"/>
              <a:gd name="connsiteY1-36" fmla="*/ 2044477 h 2044477"/>
              <a:gd name="connsiteX2-37" fmla="*/ 118571 w 1406877"/>
              <a:gd name="connsiteY2-38" fmla="*/ 1979996 h 2044477"/>
              <a:gd name="connsiteX3-39" fmla="*/ 11855 w 1406877"/>
              <a:gd name="connsiteY3-40" fmla="*/ 1552698 h 2044477"/>
              <a:gd name="connsiteX4-41" fmla="*/ 649963 w 1406877"/>
              <a:gd name="connsiteY4-42" fmla="*/ 0 h 2044477"/>
              <a:gd name="connsiteX5-43" fmla="*/ 1406877 w 1406877"/>
              <a:gd name="connsiteY5-44" fmla="*/ 947834 h 2044477"/>
              <a:gd name="connsiteX6-45" fmla="*/ 1406877 w 1406877"/>
              <a:gd name="connsiteY6-46" fmla="*/ 2034781 h 2044477"/>
              <a:gd name="connsiteX7-47" fmla="*/ 1402315 w 1406877"/>
              <a:gd name="connsiteY7-48" fmla="*/ 2044477 h 2044477"/>
              <a:gd name="connsiteX0-49" fmla="*/ 148584 w 1406877"/>
              <a:gd name="connsiteY0-50" fmla="*/ 2044477 h 2044477"/>
              <a:gd name="connsiteX1-51" fmla="*/ 118571 w 1406877"/>
              <a:gd name="connsiteY1-52" fmla="*/ 1979996 h 2044477"/>
              <a:gd name="connsiteX2-53" fmla="*/ 11855 w 1406877"/>
              <a:gd name="connsiteY2-54" fmla="*/ 1552698 h 2044477"/>
              <a:gd name="connsiteX3-55" fmla="*/ 649963 w 1406877"/>
              <a:gd name="connsiteY3-56" fmla="*/ 0 h 2044477"/>
              <a:gd name="connsiteX4-57" fmla="*/ 1406877 w 1406877"/>
              <a:gd name="connsiteY4-58" fmla="*/ 947834 h 2044477"/>
              <a:gd name="connsiteX5-59" fmla="*/ 1406877 w 1406877"/>
              <a:gd name="connsiteY5-60" fmla="*/ 2034781 h 2044477"/>
              <a:gd name="connsiteX6-61" fmla="*/ 1402315 w 1406877"/>
              <a:gd name="connsiteY6-62" fmla="*/ 2044477 h 2044477"/>
              <a:gd name="connsiteX0-63" fmla="*/ 148584 w 1406877"/>
              <a:gd name="connsiteY0-64" fmla="*/ 2044477 h 2044477"/>
              <a:gd name="connsiteX1-65" fmla="*/ 118571 w 1406877"/>
              <a:gd name="connsiteY1-66" fmla="*/ 1979996 h 2044477"/>
              <a:gd name="connsiteX2-67" fmla="*/ 11855 w 1406877"/>
              <a:gd name="connsiteY2-68" fmla="*/ 1552698 h 2044477"/>
              <a:gd name="connsiteX3-69" fmla="*/ 649963 w 1406877"/>
              <a:gd name="connsiteY3-70" fmla="*/ 0 h 2044477"/>
              <a:gd name="connsiteX4-71" fmla="*/ 1406877 w 1406877"/>
              <a:gd name="connsiteY4-72" fmla="*/ 947834 h 2044477"/>
              <a:gd name="connsiteX5-73" fmla="*/ 1406877 w 1406877"/>
              <a:gd name="connsiteY5-74" fmla="*/ 2034781 h 2044477"/>
              <a:gd name="connsiteX0-75" fmla="*/ 148584 w 1406877"/>
              <a:gd name="connsiteY0-76" fmla="*/ 2044477 h 2044477"/>
              <a:gd name="connsiteX1-77" fmla="*/ 118571 w 1406877"/>
              <a:gd name="connsiteY1-78" fmla="*/ 1979996 h 2044477"/>
              <a:gd name="connsiteX2-79" fmla="*/ 11855 w 1406877"/>
              <a:gd name="connsiteY2-80" fmla="*/ 1552698 h 2044477"/>
              <a:gd name="connsiteX3-81" fmla="*/ 649963 w 1406877"/>
              <a:gd name="connsiteY3-82" fmla="*/ 0 h 2044477"/>
              <a:gd name="connsiteX4-83" fmla="*/ 1406877 w 1406877"/>
              <a:gd name="connsiteY4-84" fmla="*/ 2034781 h 2044477"/>
              <a:gd name="connsiteX0-85" fmla="*/ 148584 w 649963"/>
              <a:gd name="connsiteY0-86" fmla="*/ 2044477 h 2044477"/>
              <a:gd name="connsiteX1-87" fmla="*/ 118571 w 649963"/>
              <a:gd name="connsiteY1-88" fmla="*/ 1979996 h 2044477"/>
              <a:gd name="connsiteX2-89" fmla="*/ 11855 w 649963"/>
              <a:gd name="connsiteY2-90" fmla="*/ 1552698 h 2044477"/>
              <a:gd name="connsiteX3-91" fmla="*/ 649963 w 649963"/>
              <a:gd name="connsiteY3-92" fmla="*/ 0 h 2044477"/>
            </a:gdLst>
            <a:ahLst/>
            <a:cxnLst>
              <a:cxn ang="0">
                <a:pos x="connsiteX0-1" y="connsiteY0-2"/>
              </a:cxn>
              <a:cxn ang="0">
                <a:pos x="connsiteX1-3" y="connsiteY1-4"/>
              </a:cxn>
              <a:cxn ang="0">
                <a:pos x="connsiteX2-5" y="connsiteY2-6"/>
              </a:cxn>
              <a:cxn ang="0">
                <a:pos x="connsiteX3-7" y="connsiteY3-8"/>
              </a:cxn>
            </a:cxnLst>
            <a:rect l="l" t="t" r="r" b="b"/>
            <a:pathLst>
              <a:path w="649963" h="2044477">
                <a:moveTo>
                  <a:pt x="148584" y="2044477"/>
                </a:moveTo>
                <a:lnTo>
                  <a:pt x="118571" y="1979996"/>
                </a:lnTo>
                <a:cubicBezTo>
                  <a:pt x="65551" y="1844343"/>
                  <a:pt x="29293" y="1700958"/>
                  <a:pt x="11855" y="1552698"/>
                </a:cubicBezTo>
                <a:cubicBezTo>
                  <a:pt x="-57895" y="959659"/>
                  <a:pt x="183361" y="372616"/>
                  <a:pt x="649963" y="0"/>
                </a:cubicBez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22" name="任意多边形: 形状 21"/>
          <p:cNvSpPr>
            <a:spLocks noChangeAspect="1"/>
          </p:cNvSpPr>
          <p:nvPr userDrawn="1">
            <p:custDataLst>
              <p:tags r:id="rId5"/>
            </p:custDataLst>
          </p:nvPr>
        </p:nvSpPr>
        <p:spPr>
          <a:xfrm rot="16200000">
            <a:off x="9243622" y="127619"/>
            <a:ext cx="1736864" cy="1481625"/>
          </a:xfrm>
          <a:custGeom>
            <a:avLst/>
            <a:gdLst>
              <a:gd name="connsiteX0" fmla="*/ 1736864 w 4216134"/>
              <a:gd name="connsiteY0" fmla="*/ 0 h 2483593"/>
              <a:gd name="connsiteX1" fmla="*/ 1736864 w 4216134"/>
              <a:gd name="connsiteY1" fmla="*/ 2483593 h 2483593"/>
              <a:gd name="connsiteX2" fmla="*/ 0 w 4216134"/>
              <a:gd name="connsiteY2" fmla="*/ 1481625 h 2483593"/>
              <a:gd name="connsiteX3" fmla="*/ 1576110 w 4216134"/>
              <a:gd name="connsiteY3" fmla="*/ 24177 h 2483593"/>
              <a:gd name="connsiteX4" fmla="*/ 4216134 w 4216134"/>
              <a:gd name="connsiteY4" fmla="*/ 2124236 h 2483593"/>
              <a:gd name="connsiteX5" fmla="*/ 4216093 w 4216134"/>
              <a:gd name="connsiteY5" fmla="*/ 2125372 h 2483593"/>
              <a:gd name="connsiteX6" fmla="*/ 4216093 w 4216134"/>
              <a:gd name="connsiteY6" fmla="*/ 2123168 h 2483593"/>
              <a:gd name="connsiteX0-1" fmla="*/ 1736864 w 4216134"/>
              <a:gd name="connsiteY0-2" fmla="*/ 0 h 2483593"/>
              <a:gd name="connsiteX1-3" fmla="*/ 1736864 w 4216134"/>
              <a:gd name="connsiteY1-4" fmla="*/ 2483593 h 2483593"/>
              <a:gd name="connsiteX2-5" fmla="*/ 885963 w 4216134"/>
              <a:gd name="connsiteY2-6" fmla="*/ 2007958 h 2483593"/>
              <a:gd name="connsiteX3-7" fmla="*/ 0 w 4216134"/>
              <a:gd name="connsiteY3-8" fmla="*/ 1481625 h 2483593"/>
              <a:gd name="connsiteX4-9" fmla="*/ 1576110 w 4216134"/>
              <a:gd name="connsiteY4-10" fmla="*/ 24177 h 2483593"/>
              <a:gd name="connsiteX5-11" fmla="*/ 1736864 w 4216134"/>
              <a:gd name="connsiteY5-12" fmla="*/ 0 h 2483593"/>
              <a:gd name="connsiteX6-13" fmla="*/ 4216134 w 4216134"/>
              <a:gd name="connsiteY6-14" fmla="*/ 2124236 h 2483593"/>
              <a:gd name="connsiteX7" fmla="*/ 4216093 w 4216134"/>
              <a:gd name="connsiteY7" fmla="*/ 2125372 h 2483593"/>
              <a:gd name="connsiteX8" fmla="*/ 4216093 w 4216134"/>
              <a:gd name="connsiteY8" fmla="*/ 2123168 h 2483593"/>
              <a:gd name="connsiteX9" fmla="*/ 4216134 w 4216134"/>
              <a:gd name="connsiteY9" fmla="*/ 2124236 h 2483593"/>
              <a:gd name="connsiteX0-15" fmla="*/ 885963 w 4216134"/>
              <a:gd name="connsiteY0-16" fmla="*/ 2007958 h 2483593"/>
              <a:gd name="connsiteX1-17" fmla="*/ 0 w 4216134"/>
              <a:gd name="connsiteY1-18" fmla="*/ 1481625 h 2483593"/>
              <a:gd name="connsiteX2-19" fmla="*/ 1576110 w 4216134"/>
              <a:gd name="connsiteY2-20" fmla="*/ 24177 h 2483593"/>
              <a:gd name="connsiteX3-21" fmla="*/ 1736864 w 4216134"/>
              <a:gd name="connsiteY3-22" fmla="*/ 0 h 2483593"/>
              <a:gd name="connsiteX4-23" fmla="*/ 4216134 w 4216134"/>
              <a:gd name="connsiteY4-24" fmla="*/ 2124236 h 2483593"/>
              <a:gd name="connsiteX5-25" fmla="*/ 4216093 w 4216134"/>
              <a:gd name="connsiteY5-26" fmla="*/ 2125372 h 2483593"/>
              <a:gd name="connsiteX6-27" fmla="*/ 4216093 w 4216134"/>
              <a:gd name="connsiteY6-28" fmla="*/ 2123168 h 2483593"/>
              <a:gd name="connsiteX7-29" fmla="*/ 4216134 w 4216134"/>
              <a:gd name="connsiteY7-30" fmla="*/ 2124236 h 2483593"/>
              <a:gd name="connsiteX8-31" fmla="*/ 1736864 w 4216134"/>
              <a:gd name="connsiteY8-32" fmla="*/ 2483593 h 2483593"/>
              <a:gd name="connsiteX9-33" fmla="*/ 977403 w 4216134"/>
              <a:gd name="connsiteY9-34" fmla="*/ 2099398 h 2483593"/>
              <a:gd name="connsiteX0-35" fmla="*/ 885963 w 4216134"/>
              <a:gd name="connsiteY0-36" fmla="*/ 2007958 h 2483593"/>
              <a:gd name="connsiteX1-37" fmla="*/ 0 w 4216134"/>
              <a:gd name="connsiteY1-38" fmla="*/ 1481625 h 2483593"/>
              <a:gd name="connsiteX2-39" fmla="*/ 1576110 w 4216134"/>
              <a:gd name="connsiteY2-40" fmla="*/ 24177 h 2483593"/>
              <a:gd name="connsiteX3-41" fmla="*/ 1736864 w 4216134"/>
              <a:gd name="connsiteY3-42" fmla="*/ 0 h 2483593"/>
              <a:gd name="connsiteX4-43" fmla="*/ 885963 w 4216134"/>
              <a:gd name="connsiteY4-44" fmla="*/ 2007958 h 2483593"/>
              <a:gd name="connsiteX5-45" fmla="*/ 4216134 w 4216134"/>
              <a:gd name="connsiteY5-46" fmla="*/ 2124236 h 2483593"/>
              <a:gd name="connsiteX6-47" fmla="*/ 4216093 w 4216134"/>
              <a:gd name="connsiteY6-48" fmla="*/ 2125372 h 2483593"/>
              <a:gd name="connsiteX7-49" fmla="*/ 4216093 w 4216134"/>
              <a:gd name="connsiteY7-50" fmla="*/ 2123168 h 2483593"/>
              <a:gd name="connsiteX8-51" fmla="*/ 4216134 w 4216134"/>
              <a:gd name="connsiteY8-52" fmla="*/ 2124236 h 2483593"/>
              <a:gd name="connsiteX9-53" fmla="*/ 1736864 w 4216134"/>
              <a:gd name="connsiteY9-54" fmla="*/ 2483593 h 2483593"/>
              <a:gd name="connsiteX0-55" fmla="*/ 885963 w 4216134"/>
              <a:gd name="connsiteY0-56" fmla="*/ 2007958 h 2125372"/>
              <a:gd name="connsiteX1-57" fmla="*/ 0 w 4216134"/>
              <a:gd name="connsiteY1-58" fmla="*/ 1481625 h 2125372"/>
              <a:gd name="connsiteX2-59" fmla="*/ 1576110 w 4216134"/>
              <a:gd name="connsiteY2-60" fmla="*/ 24177 h 2125372"/>
              <a:gd name="connsiteX3-61" fmla="*/ 1736864 w 4216134"/>
              <a:gd name="connsiteY3-62" fmla="*/ 0 h 2125372"/>
              <a:gd name="connsiteX4-63" fmla="*/ 885963 w 4216134"/>
              <a:gd name="connsiteY4-64" fmla="*/ 2007958 h 2125372"/>
              <a:gd name="connsiteX5-65" fmla="*/ 4216134 w 4216134"/>
              <a:gd name="connsiteY5-66" fmla="*/ 2124236 h 2125372"/>
              <a:gd name="connsiteX6-67" fmla="*/ 4216093 w 4216134"/>
              <a:gd name="connsiteY6-68" fmla="*/ 2125372 h 2125372"/>
              <a:gd name="connsiteX7-69" fmla="*/ 4216093 w 4216134"/>
              <a:gd name="connsiteY7-70" fmla="*/ 2123168 h 2125372"/>
              <a:gd name="connsiteX8-71" fmla="*/ 4216134 w 4216134"/>
              <a:gd name="connsiteY8-72" fmla="*/ 2124236 h 2125372"/>
              <a:gd name="connsiteX0-73" fmla="*/ 885963 w 4216134"/>
              <a:gd name="connsiteY0-74" fmla="*/ 2007958 h 2125372"/>
              <a:gd name="connsiteX1-75" fmla="*/ 0 w 4216134"/>
              <a:gd name="connsiteY1-76" fmla="*/ 1481625 h 2125372"/>
              <a:gd name="connsiteX2-77" fmla="*/ 1576110 w 4216134"/>
              <a:gd name="connsiteY2-78" fmla="*/ 24177 h 2125372"/>
              <a:gd name="connsiteX3-79" fmla="*/ 1736864 w 4216134"/>
              <a:gd name="connsiteY3-80" fmla="*/ 0 h 2125372"/>
              <a:gd name="connsiteX4-81" fmla="*/ 885963 w 4216134"/>
              <a:gd name="connsiteY4-82" fmla="*/ 2007958 h 2125372"/>
              <a:gd name="connsiteX5-83" fmla="*/ 4216134 w 4216134"/>
              <a:gd name="connsiteY5-84" fmla="*/ 2124236 h 2125372"/>
              <a:gd name="connsiteX6-85" fmla="*/ 4216093 w 4216134"/>
              <a:gd name="connsiteY6-86" fmla="*/ 2125372 h 2125372"/>
              <a:gd name="connsiteX7-87" fmla="*/ 4216093 w 4216134"/>
              <a:gd name="connsiteY7-88" fmla="*/ 2123168 h 2125372"/>
              <a:gd name="connsiteX0-89" fmla="*/ 885963 w 4216134"/>
              <a:gd name="connsiteY0-90" fmla="*/ 2007958 h 2125372"/>
              <a:gd name="connsiteX1-91" fmla="*/ 0 w 4216134"/>
              <a:gd name="connsiteY1-92" fmla="*/ 1481625 h 2125372"/>
              <a:gd name="connsiteX2-93" fmla="*/ 1576110 w 4216134"/>
              <a:gd name="connsiteY2-94" fmla="*/ 24177 h 2125372"/>
              <a:gd name="connsiteX3-95" fmla="*/ 1736864 w 4216134"/>
              <a:gd name="connsiteY3-96" fmla="*/ 0 h 2125372"/>
              <a:gd name="connsiteX4-97" fmla="*/ 885963 w 4216134"/>
              <a:gd name="connsiteY4-98" fmla="*/ 2007958 h 2125372"/>
              <a:gd name="connsiteX5-99" fmla="*/ 4216134 w 4216134"/>
              <a:gd name="connsiteY5-100" fmla="*/ 2124236 h 2125372"/>
              <a:gd name="connsiteX6-101" fmla="*/ 4216093 w 4216134"/>
              <a:gd name="connsiteY6-102" fmla="*/ 2125372 h 2125372"/>
              <a:gd name="connsiteX0-103" fmla="*/ 885963 w 1736864"/>
              <a:gd name="connsiteY0-104" fmla="*/ 2007958 h 2007958"/>
              <a:gd name="connsiteX1-105" fmla="*/ 0 w 1736864"/>
              <a:gd name="connsiteY1-106" fmla="*/ 1481625 h 2007958"/>
              <a:gd name="connsiteX2-107" fmla="*/ 1576110 w 1736864"/>
              <a:gd name="connsiteY2-108" fmla="*/ 24177 h 2007958"/>
              <a:gd name="connsiteX3-109" fmla="*/ 1736864 w 1736864"/>
              <a:gd name="connsiteY3-110" fmla="*/ 0 h 2007958"/>
              <a:gd name="connsiteX4-111" fmla="*/ 885963 w 1736864"/>
              <a:gd name="connsiteY4-112" fmla="*/ 2007958 h 2007958"/>
              <a:gd name="connsiteX0-113" fmla="*/ 0 w 1736864"/>
              <a:gd name="connsiteY0-114" fmla="*/ 1481625 h 2099398"/>
              <a:gd name="connsiteX1-115" fmla="*/ 1576110 w 1736864"/>
              <a:gd name="connsiteY1-116" fmla="*/ 24177 h 2099398"/>
              <a:gd name="connsiteX2-117" fmla="*/ 1736864 w 1736864"/>
              <a:gd name="connsiteY2-118" fmla="*/ 0 h 2099398"/>
              <a:gd name="connsiteX3-119" fmla="*/ 977403 w 1736864"/>
              <a:gd name="connsiteY3-120" fmla="*/ 2099398 h 2099398"/>
              <a:gd name="connsiteX0-121" fmla="*/ 0 w 1736864"/>
              <a:gd name="connsiteY0-122" fmla="*/ 1481625 h 1481625"/>
              <a:gd name="connsiteX1-123" fmla="*/ 1576110 w 1736864"/>
              <a:gd name="connsiteY1-124" fmla="*/ 24177 h 1481625"/>
              <a:gd name="connsiteX2-125" fmla="*/ 1736864 w 1736864"/>
              <a:gd name="connsiteY2-126" fmla="*/ 0 h 1481625"/>
            </a:gdLst>
            <a:ahLst/>
            <a:cxnLst>
              <a:cxn ang="0">
                <a:pos x="connsiteX0-1" y="connsiteY0-2"/>
              </a:cxn>
              <a:cxn ang="0">
                <a:pos x="connsiteX1-3" y="connsiteY1-4"/>
              </a:cxn>
              <a:cxn ang="0">
                <a:pos x="connsiteX2-5" y="connsiteY2-6"/>
              </a:cxn>
            </a:cxnLst>
            <a:rect l="l" t="t" r="r" b="b"/>
            <a:pathLst>
              <a:path w="1736864" h="1481625">
                <a:moveTo>
                  <a:pt x="0" y="1481625"/>
                </a:moveTo>
                <a:cubicBezTo>
                  <a:pt x="231589" y="742961"/>
                  <a:pt x="837233" y="193516"/>
                  <a:pt x="1576110" y="24177"/>
                </a:cubicBezTo>
                <a:lnTo>
                  <a:pt x="1736864" y="0"/>
                </a:ln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1" name="椭圆 10"/>
          <p:cNvSpPr>
            <a:spLocks noChangeAspect="1"/>
          </p:cNvSpPr>
          <p:nvPr userDrawn="1">
            <p:custDataLst>
              <p:tags r:id="rId6"/>
            </p:custDataLst>
          </p:nvPr>
        </p:nvSpPr>
        <p:spPr>
          <a:xfrm rot="16200000">
            <a:off x="11716140" y="1332452"/>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8" name="任意多边形: 形状 17"/>
          <p:cNvSpPr>
            <a:spLocks noChangeAspect="1"/>
          </p:cNvSpPr>
          <p:nvPr userDrawn="1">
            <p:custDataLst>
              <p:tags r:id="rId7"/>
            </p:custDataLst>
          </p:nvPr>
        </p:nvSpPr>
        <p:spPr>
          <a:xfrm rot="16200000">
            <a:off x="10791949" y="-474418"/>
            <a:ext cx="916108" cy="1883994"/>
          </a:xfrm>
          <a:custGeom>
            <a:avLst/>
            <a:gdLst>
              <a:gd name="connsiteX0" fmla="*/ 916108 w 916108"/>
              <a:gd name="connsiteY0" fmla="*/ 0 h 1883994"/>
              <a:gd name="connsiteX1" fmla="*/ 916108 w 916108"/>
              <a:gd name="connsiteY1" fmla="*/ 1883994 h 1883994"/>
              <a:gd name="connsiteX2" fmla="*/ 212597 w 916108"/>
              <a:gd name="connsiteY2" fmla="*/ 1883994 h 1883994"/>
              <a:gd name="connsiteX3" fmla="*/ 211412 w 916108"/>
              <a:gd name="connsiteY3" fmla="*/ 1882408 h 1883994"/>
              <a:gd name="connsiteX4" fmla="*/ 0 w 916108"/>
              <a:gd name="connsiteY4" fmla="*/ 1190294 h 1883994"/>
              <a:gd name="connsiteX5" fmla="*/ 756045 w 916108"/>
              <a:gd name="connsiteY5" fmla="*/ 49686 h 1883994"/>
              <a:gd name="connsiteX0-1" fmla="*/ 916108 w 916108"/>
              <a:gd name="connsiteY0-2" fmla="*/ 0 h 1909394"/>
              <a:gd name="connsiteX1-3" fmla="*/ 916108 w 916108"/>
              <a:gd name="connsiteY1-4" fmla="*/ 1883994 h 1909394"/>
              <a:gd name="connsiteX2-5" fmla="*/ 547808 w 916108"/>
              <a:gd name="connsiteY2-6" fmla="*/ 1909394 h 1909394"/>
              <a:gd name="connsiteX3-7" fmla="*/ 212597 w 916108"/>
              <a:gd name="connsiteY3-8" fmla="*/ 1883994 h 1909394"/>
              <a:gd name="connsiteX4-9" fmla="*/ 211412 w 916108"/>
              <a:gd name="connsiteY4-10" fmla="*/ 1882408 h 1909394"/>
              <a:gd name="connsiteX5-11" fmla="*/ 0 w 916108"/>
              <a:gd name="connsiteY5-12" fmla="*/ 1190294 h 1909394"/>
              <a:gd name="connsiteX6" fmla="*/ 756045 w 916108"/>
              <a:gd name="connsiteY6" fmla="*/ 49686 h 1909394"/>
              <a:gd name="connsiteX7" fmla="*/ 916108 w 916108"/>
              <a:gd name="connsiteY7" fmla="*/ 0 h 1909394"/>
              <a:gd name="connsiteX0-13" fmla="*/ 547808 w 916108"/>
              <a:gd name="connsiteY0-14" fmla="*/ 1909394 h 2000834"/>
              <a:gd name="connsiteX1-15" fmla="*/ 212597 w 916108"/>
              <a:gd name="connsiteY1-16" fmla="*/ 1883994 h 2000834"/>
              <a:gd name="connsiteX2-17" fmla="*/ 211412 w 916108"/>
              <a:gd name="connsiteY2-18" fmla="*/ 1882408 h 2000834"/>
              <a:gd name="connsiteX3-19" fmla="*/ 0 w 916108"/>
              <a:gd name="connsiteY3-20" fmla="*/ 1190294 h 2000834"/>
              <a:gd name="connsiteX4-21" fmla="*/ 756045 w 916108"/>
              <a:gd name="connsiteY4-22" fmla="*/ 49686 h 2000834"/>
              <a:gd name="connsiteX5-23" fmla="*/ 916108 w 916108"/>
              <a:gd name="connsiteY5-24" fmla="*/ 0 h 2000834"/>
              <a:gd name="connsiteX6-25" fmla="*/ 916108 w 916108"/>
              <a:gd name="connsiteY6-26" fmla="*/ 1883994 h 2000834"/>
              <a:gd name="connsiteX7-27" fmla="*/ 639248 w 916108"/>
              <a:gd name="connsiteY7-28" fmla="*/ 2000834 h 2000834"/>
              <a:gd name="connsiteX0-29" fmla="*/ 547808 w 916108"/>
              <a:gd name="connsiteY0-30" fmla="*/ 1909394 h 1909394"/>
              <a:gd name="connsiteX1-31" fmla="*/ 212597 w 916108"/>
              <a:gd name="connsiteY1-32" fmla="*/ 1883994 h 1909394"/>
              <a:gd name="connsiteX2-33" fmla="*/ 211412 w 916108"/>
              <a:gd name="connsiteY2-34" fmla="*/ 1882408 h 1909394"/>
              <a:gd name="connsiteX3-35" fmla="*/ 0 w 916108"/>
              <a:gd name="connsiteY3-36" fmla="*/ 1190294 h 1909394"/>
              <a:gd name="connsiteX4-37" fmla="*/ 756045 w 916108"/>
              <a:gd name="connsiteY4-38" fmla="*/ 49686 h 1909394"/>
              <a:gd name="connsiteX5-39" fmla="*/ 916108 w 916108"/>
              <a:gd name="connsiteY5-40" fmla="*/ 0 h 1909394"/>
              <a:gd name="connsiteX6-41" fmla="*/ 916108 w 916108"/>
              <a:gd name="connsiteY6-42" fmla="*/ 1883994 h 1909394"/>
              <a:gd name="connsiteX0-43" fmla="*/ 547808 w 916108"/>
              <a:gd name="connsiteY0-44" fmla="*/ 1909394 h 1909394"/>
              <a:gd name="connsiteX1-45" fmla="*/ 212597 w 916108"/>
              <a:gd name="connsiteY1-46" fmla="*/ 1883994 h 1909394"/>
              <a:gd name="connsiteX2-47" fmla="*/ 211412 w 916108"/>
              <a:gd name="connsiteY2-48" fmla="*/ 1882408 h 1909394"/>
              <a:gd name="connsiteX3-49" fmla="*/ 0 w 916108"/>
              <a:gd name="connsiteY3-50" fmla="*/ 1190294 h 1909394"/>
              <a:gd name="connsiteX4-51" fmla="*/ 756045 w 916108"/>
              <a:gd name="connsiteY4-52" fmla="*/ 49686 h 1909394"/>
              <a:gd name="connsiteX5-53" fmla="*/ 916108 w 916108"/>
              <a:gd name="connsiteY5-54" fmla="*/ 0 h 1909394"/>
              <a:gd name="connsiteX0-55" fmla="*/ 212597 w 916108"/>
              <a:gd name="connsiteY0-56" fmla="*/ 1883994 h 1883994"/>
              <a:gd name="connsiteX1-57" fmla="*/ 211412 w 916108"/>
              <a:gd name="connsiteY1-58" fmla="*/ 1882408 h 1883994"/>
              <a:gd name="connsiteX2-59" fmla="*/ 0 w 916108"/>
              <a:gd name="connsiteY2-60" fmla="*/ 1190294 h 1883994"/>
              <a:gd name="connsiteX3-61" fmla="*/ 756045 w 916108"/>
              <a:gd name="connsiteY3-62" fmla="*/ 49686 h 1883994"/>
              <a:gd name="connsiteX4-63" fmla="*/ 916108 w 916108"/>
              <a:gd name="connsiteY4-64" fmla="*/ 0 h 188399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6108" h="1883994">
                <a:moveTo>
                  <a:pt x="212597" y="1883994"/>
                </a:moveTo>
                <a:lnTo>
                  <a:pt x="211412" y="1882408"/>
                </a:lnTo>
                <a:cubicBezTo>
                  <a:pt x="77937" y="1684840"/>
                  <a:pt x="0" y="1446669"/>
                  <a:pt x="0" y="1190294"/>
                </a:cubicBezTo>
                <a:cubicBezTo>
                  <a:pt x="0" y="677544"/>
                  <a:pt x="311749" y="237608"/>
                  <a:pt x="756045" y="49686"/>
                </a:cubicBezTo>
                <a:lnTo>
                  <a:pt x="916108" y="0"/>
                </a:lnTo>
              </a:path>
            </a:pathLst>
          </a:custGeom>
          <a:noFill/>
          <a:ln w="19050">
            <a:solidFill>
              <a:schemeClr val="accent1">
                <a:lumMod val="40000"/>
                <a:lumOff val="60000"/>
                <a:alpha val="42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useBgFill="1">
        <p:nvSpPr>
          <p:cNvPr id="13" name="椭圆 12"/>
          <p:cNvSpPr>
            <a:spLocks noChangeAspect="1"/>
          </p:cNvSpPr>
          <p:nvPr userDrawn="1">
            <p:custDataLst>
              <p:tags r:id="rId8"/>
            </p:custDataLst>
          </p:nvPr>
        </p:nvSpPr>
        <p:spPr>
          <a:xfrm rot="16200000">
            <a:off x="9597937" y="720000"/>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2" name="标题 11"/>
          <p:cNvSpPr>
            <a:spLocks noGrp="1"/>
          </p:cNvSpPr>
          <p:nvPr>
            <p:ph type="ctrTitle" idx="16385" hasCustomPrompt="1"/>
            <p:custDataLst>
              <p:tags r:id="rId9"/>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4" name="内容占位符 13"/>
          <p:cNvSpPr>
            <a:spLocks noGrp="1"/>
          </p:cNvSpPr>
          <p:nvPr>
            <p:ph idx="16392" hasCustomPrompt="1"/>
            <p:custDataLst>
              <p:tags r:id="rId10"/>
            </p:custDataLst>
          </p:nvPr>
        </p:nvSpPr>
        <p:spPr>
          <a:xfrm>
            <a:off x="609600" y="1524000"/>
            <a:ext cx="5486400" cy="4724400"/>
          </a:xfrm>
          <a:custGeom>
            <a:avLst/>
            <a:gdLst>
              <a:gd name="connisteX0" fmla="*/ 0 w 5486400"/>
              <a:gd name="connsiteY0" fmla="*/ 203200 h 4724400"/>
              <a:gd name="connisteX1" fmla="*/ 203200 w 5486400"/>
              <a:gd name="connsiteY1" fmla="*/ 0 h 4724400"/>
              <a:gd name="connisteX2" fmla="*/ 5283200 w 5486400"/>
              <a:gd name="connsiteY2" fmla="*/ 0 h 4724400"/>
              <a:gd name="connisteX3" fmla="*/ 5486400 w 5486400"/>
              <a:gd name="connsiteY3" fmla="*/ 203200 h 4724400"/>
              <a:gd name="connisteX4" fmla="*/ 5486400 w 5486400"/>
              <a:gd name="connsiteY4" fmla="*/ 4521200 h 4724400"/>
              <a:gd name="connisteX5" fmla="*/ 5283200 w 5486400"/>
              <a:gd name="connsiteY5" fmla="*/ 4724400 h 4724400"/>
              <a:gd name="connisteX6" fmla="*/ 203200 w 5486400"/>
              <a:gd name="connsiteY6" fmla="*/ 4724400 h 4724400"/>
              <a:gd name="connisteX7" fmla="*/ 0 w 5486400"/>
              <a:gd name="connsiteY7" fmla="*/ 4521200 h 4724400"/>
              <a:gd name="connisteX8" fmla="*/ 0 w 5486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486400" h="4724400">
                <a:moveTo>
                  <a:pt x="0" y="203200"/>
                </a:moveTo>
                <a:cubicBezTo>
                  <a:pt x="0" y="90976"/>
                  <a:pt x="90976" y="0"/>
                  <a:pt x="203200" y="0"/>
                </a:cubicBezTo>
                <a:lnTo>
                  <a:pt x="5283200" y="0"/>
                </a:lnTo>
                <a:cubicBezTo>
                  <a:pt x="5395424" y="0"/>
                  <a:pt x="5486400" y="90976"/>
                  <a:pt x="5486400" y="203200"/>
                </a:cubicBezTo>
                <a:lnTo>
                  <a:pt x="5486400" y="4521200"/>
                </a:lnTo>
                <a:cubicBezTo>
                  <a:pt x="5486400" y="4633424"/>
                  <a:pt x="5395424" y="4724400"/>
                  <a:pt x="5283200" y="4724400"/>
                </a:cubicBezTo>
                <a:lnTo>
                  <a:pt x="203200" y="4724400"/>
                </a:lnTo>
                <a:cubicBezTo>
                  <a:pt x="90976" y="4724400"/>
                  <a:pt x="0" y="4633424"/>
                  <a:pt x="0" y="452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6" name="文本占位符 15"/>
          <p:cNvSpPr>
            <a:spLocks noGrp="1"/>
          </p:cNvSpPr>
          <p:nvPr>
            <p:ph type="body" idx="16386" hasCustomPrompt="1"/>
            <p:custDataLst>
              <p:tags r:id="rId11"/>
            </p:custDataLst>
          </p:nvPr>
        </p:nvSpPr>
        <p:spPr>
          <a:xfrm>
            <a:off x="6553200" y="1524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7" name="文本占位符 16"/>
          <p:cNvSpPr>
            <a:spLocks noGrp="1"/>
          </p:cNvSpPr>
          <p:nvPr>
            <p:ph type="body" idx="16387" hasCustomPrompt="1"/>
            <p:custDataLst>
              <p:tags r:id="rId12"/>
            </p:custDataLst>
          </p:nvPr>
        </p:nvSpPr>
        <p:spPr>
          <a:xfrm>
            <a:off x="6553200" y="2082800"/>
            <a:ext cx="5029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9" name="文本占位符 18"/>
          <p:cNvSpPr>
            <a:spLocks noGrp="1"/>
          </p:cNvSpPr>
          <p:nvPr>
            <p:ph type="body" idx="16388" hasCustomPrompt="1"/>
            <p:custDataLst>
              <p:tags r:id="rId13"/>
            </p:custDataLst>
          </p:nvPr>
        </p:nvSpPr>
        <p:spPr>
          <a:xfrm>
            <a:off x="6553200" y="31496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0" name="文本占位符 19"/>
          <p:cNvSpPr>
            <a:spLocks noGrp="1"/>
          </p:cNvSpPr>
          <p:nvPr>
            <p:ph type="body" idx="16389" hasCustomPrompt="1"/>
            <p:custDataLst>
              <p:tags r:id="rId14"/>
            </p:custDataLst>
          </p:nvPr>
        </p:nvSpPr>
        <p:spPr>
          <a:xfrm>
            <a:off x="6553200" y="3708400"/>
            <a:ext cx="5029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1" name="文本占位符 20"/>
          <p:cNvSpPr>
            <a:spLocks noGrp="1"/>
          </p:cNvSpPr>
          <p:nvPr>
            <p:ph type="body" idx="16390" hasCustomPrompt="1"/>
            <p:custDataLst>
              <p:tags r:id="rId15"/>
            </p:custDataLst>
          </p:nvPr>
        </p:nvSpPr>
        <p:spPr>
          <a:xfrm>
            <a:off x="6553200" y="47752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91" hasCustomPrompt="1"/>
            <p:custDataLst>
              <p:tags r:id="rId16"/>
            </p:custDataLst>
          </p:nvPr>
        </p:nvSpPr>
        <p:spPr>
          <a:xfrm>
            <a:off x="6553200" y="5334000"/>
            <a:ext cx="5029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正文页-30_29">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2025/7/4</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5" name="任意多边形: 形状 14"/>
          <p:cNvSpPr>
            <a:spLocks noChangeAspect="1"/>
          </p:cNvSpPr>
          <p:nvPr userDrawn="1">
            <p:custDataLst>
              <p:tags r:id="rId4"/>
            </p:custDataLst>
          </p:nvPr>
        </p:nvSpPr>
        <p:spPr>
          <a:xfrm rot="16200000">
            <a:off x="10844781" y="59657"/>
            <a:ext cx="649963" cy="2044477"/>
          </a:xfrm>
          <a:custGeom>
            <a:avLst/>
            <a:gdLst>
              <a:gd name="connsiteX0" fmla="*/ 1406877 w 1406877"/>
              <a:gd name="connsiteY0" fmla="*/ 947834 h 2044477"/>
              <a:gd name="connsiteX1" fmla="*/ 1406877 w 1406877"/>
              <a:gd name="connsiteY1" fmla="*/ 2034781 h 2044477"/>
              <a:gd name="connsiteX2" fmla="*/ 1402315 w 1406877"/>
              <a:gd name="connsiteY2" fmla="*/ 2044477 h 2044477"/>
              <a:gd name="connsiteX3" fmla="*/ 148584 w 1406877"/>
              <a:gd name="connsiteY3" fmla="*/ 2044477 h 2044477"/>
              <a:gd name="connsiteX4" fmla="*/ 118571 w 1406877"/>
              <a:gd name="connsiteY4" fmla="*/ 1979996 h 2044477"/>
              <a:gd name="connsiteX5" fmla="*/ 11855 w 1406877"/>
              <a:gd name="connsiteY5" fmla="*/ 1552698 h 2044477"/>
              <a:gd name="connsiteX6" fmla="*/ 649963 w 1406877"/>
              <a:gd name="connsiteY6" fmla="*/ 0 h 2044477"/>
              <a:gd name="connsiteX0-1" fmla="*/ 1406877 w 1406877"/>
              <a:gd name="connsiteY0-2" fmla="*/ 947834 h 2044477"/>
              <a:gd name="connsiteX1-3" fmla="*/ 1406877 w 1406877"/>
              <a:gd name="connsiteY1-4" fmla="*/ 2034781 h 2044477"/>
              <a:gd name="connsiteX2-5" fmla="*/ 1402315 w 1406877"/>
              <a:gd name="connsiteY2-6" fmla="*/ 2044477 h 2044477"/>
              <a:gd name="connsiteX3-7" fmla="*/ 390877 w 1406877"/>
              <a:gd name="connsiteY3-8" fmla="*/ 2044476 h 2044477"/>
              <a:gd name="connsiteX4-9" fmla="*/ 148584 w 1406877"/>
              <a:gd name="connsiteY4-10" fmla="*/ 2044477 h 2044477"/>
              <a:gd name="connsiteX5-11" fmla="*/ 118571 w 1406877"/>
              <a:gd name="connsiteY5-12" fmla="*/ 1979996 h 2044477"/>
              <a:gd name="connsiteX6-13" fmla="*/ 11855 w 1406877"/>
              <a:gd name="connsiteY6-14" fmla="*/ 1552698 h 2044477"/>
              <a:gd name="connsiteX7" fmla="*/ 649963 w 1406877"/>
              <a:gd name="connsiteY7" fmla="*/ 0 h 2044477"/>
              <a:gd name="connsiteX8" fmla="*/ 1406877 w 1406877"/>
              <a:gd name="connsiteY8" fmla="*/ 947834 h 2044477"/>
              <a:gd name="connsiteX0-15" fmla="*/ 390877 w 1406877"/>
              <a:gd name="connsiteY0-16" fmla="*/ 2044476 h 2135916"/>
              <a:gd name="connsiteX1-17" fmla="*/ 148584 w 1406877"/>
              <a:gd name="connsiteY1-18" fmla="*/ 2044477 h 2135916"/>
              <a:gd name="connsiteX2-19" fmla="*/ 118571 w 1406877"/>
              <a:gd name="connsiteY2-20" fmla="*/ 1979996 h 2135916"/>
              <a:gd name="connsiteX3-21" fmla="*/ 11855 w 1406877"/>
              <a:gd name="connsiteY3-22" fmla="*/ 1552698 h 2135916"/>
              <a:gd name="connsiteX4-23" fmla="*/ 649963 w 1406877"/>
              <a:gd name="connsiteY4-24" fmla="*/ 0 h 2135916"/>
              <a:gd name="connsiteX5-25" fmla="*/ 1406877 w 1406877"/>
              <a:gd name="connsiteY5-26" fmla="*/ 947834 h 2135916"/>
              <a:gd name="connsiteX6-27" fmla="*/ 1406877 w 1406877"/>
              <a:gd name="connsiteY6-28" fmla="*/ 2034781 h 2135916"/>
              <a:gd name="connsiteX7-29" fmla="*/ 1402315 w 1406877"/>
              <a:gd name="connsiteY7-30" fmla="*/ 2044477 h 2135916"/>
              <a:gd name="connsiteX8-31" fmla="*/ 482317 w 1406877"/>
              <a:gd name="connsiteY8-32" fmla="*/ 2135916 h 2135916"/>
              <a:gd name="connsiteX0-33" fmla="*/ 390877 w 1406877"/>
              <a:gd name="connsiteY0-34" fmla="*/ 2044476 h 2044477"/>
              <a:gd name="connsiteX1-35" fmla="*/ 148584 w 1406877"/>
              <a:gd name="connsiteY1-36" fmla="*/ 2044477 h 2044477"/>
              <a:gd name="connsiteX2-37" fmla="*/ 118571 w 1406877"/>
              <a:gd name="connsiteY2-38" fmla="*/ 1979996 h 2044477"/>
              <a:gd name="connsiteX3-39" fmla="*/ 11855 w 1406877"/>
              <a:gd name="connsiteY3-40" fmla="*/ 1552698 h 2044477"/>
              <a:gd name="connsiteX4-41" fmla="*/ 649963 w 1406877"/>
              <a:gd name="connsiteY4-42" fmla="*/ 0 h 2044477"/>
              <a:gd name="connsiteX5-43" fmla="*/ 1406877 w 1406877"/>
              <a:gd name="connsiteY5-44" fmla="*/ 947834 h 2044477"/>
              <a:gd name="connsiteX6-45" fmla="*/ 1406877 w 1406877"/>
              <a:gd name="connsiteY6-46" fmla="*/ 2034781 h 2044477"/>
              <a:gd name="connsiteX7-47" fmla="*/ 1402315 w 1406877"/>
              <a:gd name="connsiteY7-48" fmla="*/ 2044477 h 2044477"/>
              <a:gd name="connsiteX0-49" fmla="*/ 148584 w 1406877"/>
              <a:gd name="connsiteY0-50" fmla="*/ 2044477 h 2044477"/>
              <a:gd name="connsiteX1-51" fmla="*/ 118571 w 1406877"/>
              <a:gd name="connsiteY1-52" fmla="*/ 1979996 h 2044477"/>
              <a:gd name="connsiteX2-53" fmla="*/ 11855 w 1406877"/>
              <a:gd name="connsiteY2-54" fmla="*/ 1552698 h 2044477"/>
              <a:gd name="connsiteX3-55" fmla="*/ 649963 w 1406877"/>
              <a:gd name="connsiteY3-56" fmla="*/ 0 h 2044477"/>
              <a:gd name="connsiteX4-57" fmla="*/ 1406877 w 1406877"/>
              <a:gd name="connsiteY4-58" fmla="*/ 947834 h 2044477"/>
              <a:gd name="connsiteX5-59" fmla="*/ 1406877 w 1406877"/>
              <a:gd name="connsiteY5-60" fmla="*/ 2034781 h 2044477"/>
              <a:gd name="connsiteX6-61" fmla="*/ 1402315 w 1406877"/>
              <a:gd name="connsiteY6-62" fmla="*/ 2044477 h 2044477"/>
              <a:gd name="connsiteX0-63" fmla="*/ 148584 w 1406877"/>
              <a:gd name="connsiteY0-64" fmla="*/ 2044477 h 2044477"/>
              <a:gd name="connsiteX1-65" fmla="*/ 118571 w 1406877"/>
              <a:gd name="connsiteY1-66" fmla="*/ 1979996 h 2044477"/>
              <a:gd name="connsiteX2-67" fmla="*/ 11855 w 1406877"/>
              <a:gd name="connsiteY2-68" fmla="*/ 1552698 h 2044477"/>
              <a:gd name="connsiteX3-69" fmla="*/ 649963 w 1406877"/>
              <a:gd name="connsiteY3-70" fmla="*/ 0 h 2044477"/>
              <a:gd name="connsiteX4-71" fmla="*/ 1406877 w 1406877"/>
              <a:gd name="connsiteY4-72" fmla="*/ 947834 h 2044477"/>
              <a:gd name="connsiteX5-73" fmla="*/ 1406877 w 1406877"/>
              <a:gd name="connsiteY5-74" fmla="*/ 2034781 h 2044477"/>
              <a:gd name="connsiteX0-75" fmla="*/ 148584 w 1406877"/>
              <a:gd name="connsiteY0-76" fmla="*/ 2044477 h 2044477"/>
              <a:gd name="connsiteX1-77" fmla="*/ 118571 w 1406877"/>
              <a:gd name="connsiteY1-78" fmla="*/ 1979996 h 2044477"/>
              <a:gd name="connsiteX2-79" fmla="*/ 11855 w 1406877"/>
              <a:gd name="connsiteY2-80" fmla="*/ 1552698 h 2044477"/>
              <a:gd name="connsiteX3-81" fmla="*/ 649963 w 1406877"/>
              <a:gd name="connsiteY3-82" fmla="*/ 0 h 2044477"/>
              <a:gd name="connsiteX4-83" fmla="*/ 1406877 w 1406877"/>
              <a:gd name="connsiteY4-84" fmla="*/ 2034781 h 2044477"/>
              <a:gd name="connsiteX0-85" fmla="*/ 148584 w 649963"/>
              <a:gd name="connsiteY0-86" fmla="*/ 2044477 h 2044477"/>
              <a:gd name="connsiteX1-87" fmla="*/ 118571 w 649963"/>
              <a:gd name="connsiteY1-88" fmla="*/ 1979996 h 2044477"/>
              <a:gd name="connsiteX2-89" fmla="*/ 11855 w 649963"/>
              <a:gd name="connsiteY2-90" fmla="*/ 1552698 h 2044477"/>
              <a:gd name="connsiteX3-91" fmla="*/ 649963 w 649963"/>
              <a:gd name="connsiteY3-92" fmla="*/ 0 h 2044477"/>
            </a:gdLst>
            <a:ahLst/>
            <a:cxnLst>
              <a:cxn ang="0">
                <a:pos x="connsiteX0-1" y="connsiteY0-2"/>
              </a:cxn>
              <a:cxn ang="0">
                <a:pos x="connsiteX1-3" y="connsiteY1-4"/>
              </a:cxn>
              <a:cxn ang="0">
                <a:pos x="connsiteX2-5" y="connsiteY2-6"/>
              </a:cxn>
              <a:cxn ang="0">
                <a:pos x="connsiteX3-7" y="connsiteY3-8"/>
              </a:cxn>
            </a:cxnLst>
            <a:rect l="l" t="t" r="r" b="b"/>
            <a:pathLst>
              <a:path w="649963" h="2044477">
                <a:moveTo>
                  <a:pt x="148584" y="2044477"/>
                </a:moveTo>
                <a:lnTo>
                  <a:pt x="118571" y="1979996"/>
                </a:lnTo>
                <a:cubicBezTo>
                  <a:pt x="65551" y="1844343"/>
                  <a:pt x="29293" y="1700958"/>
                  <a:pt x="11855" y="1552698"/>
                </a:cubicBezTo>
                <a:cubicBezTo>
                  <a:pt x="-57895" y="959659"/>
                  <a:pt x="183361" y="372616"/>
                  <a:pt x="649963" y="0"/>
                </a:cubicBez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22" name="任意多边形: 形状 21"/>
          <p:cNvSpPr>
            <a:spLocks noChangeAspect="1"/>
          </p:cNvSpPr>
          <p:nvPr userDrawn="1">
            <p:custDataLst>
              <p:tags r:id="rId5"/>
            </p:custDataLst>
          </p:nvPr>
        </p:nvSpPr>
        <p:spPr>
          <a:xfrm rot="16200000">
            <a:off x="9243622" y="127619"/>
            <a:ext cx="1736864" cy="1481625"/>
          </a:xfrm>
          <a:custGeom>
            <a:avLst/>
            <a:gdLst>
              <a:gd name="connsiteX0" fmla="*/ 1736864 w 4216134"/>
              <a:gd name="connsiteY0" fmla="*/ 0 h 2483593"/>
              <a:gd name="connsiteX1" fmla="*/ 1736864 w 4216134"/>
              <a:gd name="connsiteY1" fmla="*/ 2483593 h 2483593"/>
              <a:gd name="connsiteX2" fmla="*/ 0 w 4216134"/>
              <a:gd name="connsiteY2" fmla="*/ 1481625 h 2483593"/>
              <a:gd name="connsiteX3" fmla="*/ 1576110 w 4216134"/>
              <a:gd name="connsiteY3" fmla="*/ 24177 h 2483593"/>
              <a:gd name="connsiteX4" fmla="*/ 4216134 w 4216134"/>
              <a:gd name="connsiteY4" fmla="*/ 2124236 h 2483593"/>
              <a:gd name="connsiteX5" fmla="*/ 4216093 w 4216134"/>
              <a:gd name="connsiteY5" fmla="*/ 2125372 h 2483593"/>
              <a:gd name="connsiteX6" fmla="*/ 4216093 w 4216134"/>
              <a:gd name="connsiteY6" fmla="*/ 2123168 h 2483593"/>
              <a:gd name="connsiteX0-1" fmla="*/ 1736864 w 4216134"/>
              <a:gd name="connsiteY0-2" fmla="*/ 0 h 2483593"/>
              <a:gd name="connsiteX1-3" fmla="*/ 1736864 w 4216134"/>
              <a:gd name="connsiteY1-4" fmla="*/ 2483593 h 2483593"/>
              <a:gd name="connsiteX2-5" fmla="*/ 885963 w 4216134"/>
              <a:gd name="connsiteY2-6" fmla="*/ 2007958 h 2483593"/>
              <a:gd name="connsiteX3-7" fmla="*/ 0 w 4216134"/>
              <a:gd name="connsiteY3-8" fmla="*/ 1481625 h 2483593"/>
              <a:gd name="connsiteX4-9" fmla="*/ 1576110 w 4216134"/>
              <a:gd name="connsiteY4-10" fmla="*/ 24177 h 2483593"/>
              <a:gd name="connsiteX5-11" fmla="*/ 1736864 w 4216134"/>
              <a:gd name="connsiteY5-12" fmla="*/ 0 h 2483593"/>
              <a:gd name="connsiteX6-13" fmla="*/ 4216134 w 4216134"/>
              <a:gd name="connsiteY6-14" fmla="*/ 2124236 h 2483593"/>
              <a:gd name="connsiteX7" fmla="*/ 4216093 w 4216134"/>
              <a:gd name="connsiteY7" fmla="*/ 2125372 h 2483593"/>
              <a:gd name="connsiteX8" fmla="*/ 4216093 w 4216134"/>
              <a:gd name="connsiteY8" fmla="*/ 2123168 h 2483593"/>
              <a:gd name="connsiteX9" fmla="*/ 4216134 w 4216134"/>
              <a:gd name="connsiteY9" fmla="*/ 2124236 h 2483593"/>
              <a:gd name="connsiteX0-15" fmla="*/ 885963 w 4216134"/>
              <a:gd name="connsiteY0-16" fmla="*/ 2007958 h 2483593"/>
              <a:gd name="connsiteX1-17" fmla="*/ 0 w 4216134"/>
              <a:gd name="connsiteY1-18" fmla="*/ 1481625 h 2483593"/>
              <a:gd name="connsiteX2-19" fmla="*/ 1576110 w 4216134"/>
              <a:gd name="connsiteY2-20" fmla="*/ 24177 h 2483593"/>
              <a:gd name="connsiteX3-21" fmla="*/ 1736864 w 4216134"/>
              <a:gd name="connsiteY3-22" fmla="*/ 0 h 2483593"/>
              <a:gd name="connsiteX4-23" fmla="*/ 4216134 w 4216134"/>
              <a:gd name="connsiteY4-24" fmla="*/ 2124236 h 2483593"/>
              <a:gd name="connsiteX5-25" fmla="*/ 4216093 w 4216134"/>
              <a:gd name="connsiteY5-26" fmla="*/ 2125372 h 2483593"/>
              <a:gd name="connsiteX6-27" fmla="*/ 4216093 w 4216134"/>
              <a:gd name="connsiteY6-28" fmla="*/ 2123168 h 2483593"/>
              <a:gd name="connsiteX7-29" fmla="*/ 4216134 w 4216134"/>
              <a:gd name="connsiteY7-30" fmla="*/ 2124236 h 2483593"/>
              <a:gd name="connsiteX8-31" fmla="*/ 1736864 w 4216134"/>
              <a:gd name="connsiteY8-32" fmla="*/ 2483593 h 2483593"/>
              <a:gd name="connsiteX9-33" fmla="*/ 977403 w 4216134"/>
              <a:gd name="connsiteY9-34" fmla="*/ 2099398 h 2483593"/>
              <a:gd name="connsiteX0-35" fmla="*/ 885963 w 4216134"/>
              <a:gd name="connsiteY0-36" fmla="*/ 2007958 h 2483593"/>
              <a:gd name="connsiteX1-37" fmla="*/ 0 w 4216134"/>
              <a:gd name="connsiteY1-38" fmla="*/ 1481625 h 2483593"/>
              <a:gd name="connsiteX2-39" fmla="*/ 1576110 w 4216134"/>
              <a:gd name="connsiteY2-40" fmla="*/ 24177 h 2483593"/>
              <a:gd name="connsiteX3-41" fmla="*/ 1736864 w 4216134"/>
              <a:gd name="connsiteY3-42" fmla="*/ 0 h 2483593"/>
              <a:gd name="connsiteX4-43" fmla="*/ 885963 w 4216134"/>
              <a:gd name="connsiteY4-44" fmla="*/ 2007958 h 2483593"/>
              <a:gd name="connsiteX5-45" fmla="*/ 4216134 w 4216134"/>
              <a:gd name="connsiteY5-46" fmla="*/ 2124236 h 2483593"/>
              <a:gd name="connsiteX6-47" fmla="*/ 4216093 w 4216134"/>
              <a:gd name="connsiteY6-48" fmla="*/ 2125372 h 2483593"/>
              <a:gd name="connsiteX7-49" fmla="*/ 4216093 w 4216134"/>
              <a:gd name="connsiteY7-50" fmla="*/ 2123168 h 2483593"/>
              <a:gd name="connsiteX8-51" fmla="*/ 4216134 w 4216134"/>
              <a:gd name="connsiteY8-52" fmla="*/ 2124236 h 2483593"/>
              <a:gd name="connsiteX9-53" fmla="*/ 1736864 w 4216134"/>
              <a:gd name="connsiteY9-54" fmla="*/ 2483593 h 2483593"/>
              <a:gd name="connsiteX0-55" fmla="*/ 885963 w 4216134"/>
              <a:gd name="connsiteY0-56" fmla="*/ 2007958 h 2125372"/>
              <a:gd name="connsiteX1-57" fmla="*/ 0 w 4216134"/>
              <a:gd name="connsiteY1-58" fmla="*/ 1481625 h 2125372"/>
              <a:gd name="connsiteX2-59" fmla="*/ 1576110 w 4216134"/>
              <a:gd name="connsiteY2-60" fmla="*/ 24177 h 2125372"/>
              <a:gd name="connsiteX3-61" fmla="*/ 1736864 w 4216134"/>
              <a:gd name="connsiteY3-62" fmla="*/ 0 h 2125372"/>
              <a:gd name="connsiteX4-63" fmla="*/ 885963 w 4216134"/>
              <a:gd name="connsiteY4-64" fmla="*/ 2007958 h 2125372"/>
              <a:gd name="connsiteX5-65" fmla="*/ 4216134 w 4216134"/>
              <a:gd name="connsiteY5-66" fmla="*/ 2124236 h 2125372"/>
              <a:gd name="connsiteX6-67" fmla="*/ 4216093 w 4216134"/>
              <a:gd name="connsiteY6-68" fmla="*/ 2125372 h 2125372"/>
              <a:gd name="connsiteX7-69" fmla="*/ 4216093 w 4216134"/>
              <a:gd name="connsiteY7-70" fmla="*/ 2123168 h 2125372"/>
              <a:gd name="connsiteX8-71" fmla="*/ 4216134 w 4216134"/>
              <a:gd name="connsiteY8-72" fmla="*/ 2124236 h 2125372"/>
              <a:gd name="connsiteX0-73" fmla="*/ 885963 w 4216134"/>
              <a:gd name="connsiteY0-74" fmla="*/ 2007958 h 2125372"/>
              <a:gd name="connsiteX1-75" fmla="*/ 0 w 4216134"/>
              <a:gd name="connsiteY1-76" fmla="*/ 1481625 h 2125372"/>
              <a:gd name="connsiteX2-77" fmla="*/ 1576110 w 4216134"/>
              <a:gd name="connsiteY2-78" fmla="*/ 24177 h 2125372"/>
              <a:gd name="connsiteX3-79" fmla="*/ 1736864 w 4216134"/>
              <a:gd name="connsiteY3-80" fmla="*/ 0 h 2125372"/>
              <a:gd name="connsiteX4-81" fmla="*/ 885963 w 4216134"/>
              <a:gd name="connsiteY4-82" fmla="*/ 2007958 h 2125372"/>
              <a:gd name="connsiteX5-83" fmla="*/ 4216134 w 4216134"/>
              <a:gd name="connsiteY5-84" fmla="*/ 2124236 h 2125372"/>
              <a:gd name="connsiteX6-85" fmla="*/ 4216093 w 4216134"/>
              <a:gd name="connsiteY6-86" fmla="*/ 2125372 h 2125372"/>
              <a:gd name="connsiteX7-87" fmla="*/ 4216093 w 4216134"/>
              <a:gd name="connsiteY7-88" fmla="*/ 2123168 h 2125372"/>
              <a:gd name="connsiteX0-89" fmla="*/ 885963 w 4216134"/>
              <a:gd name="connsiteY0-90" fmla="*/ 2007958 h 2125372"/>
              <a:gd name="connsiteX1-91" fmla="*/ 0 w 4216134"/>
              <a:gd name="connsiteY1-92" fmla="*/ 1481625 h 2125372"/>
              <a:gd name="connsiteX2-93" fmla="*/ 1576110 w 4216134"/>
              <a:gd name="connsiteY2-94" fmla="*/ 24177 h 2125372"/>
              <a:gd name="connsiteX3-95" fmla="*/ 1736864 w 4216134"/>
              <a:gd name="connsiteY3-96" fmla="*/ 0 h 2125372"/>
              <a:gd name="connsiteX4-97" fmla="*/ 885963 w 4216134"/>
              <a:gd name="connsiteY4-98" fmla="*/ 2007958 h 2125372"/>
              <a:gd name="connsiteX5-99" fmla="*/ 4216134 w 4216134"/>
              <a:gd name="connsiteY5-100" fmla="*/ 2124236 h 2125372"/>
              <a:gd name="connsiteX6-101" fmla="*/ 4216093 w 4216134"/>
              <a:gd name="connsiteY6-102" fmla="*/ 2125372 h 2125372"/>
              <a:gd name="connsiteX0-103" fmla="*/ 885963 w 1736864"/>
              <a:gd name="connsiteY0-104" fmla="*/ 2007958 h 2007958"/>
              <a:gd name="connsiteX1-105" fmla="*/ 0 w 1736864"/>
              <a:gd name="connsiteY1-106" fmla="*/ 1481625 h 2007958"/>
              <a:gd name="connsiteX2-107" fmla="*/ 1576110 w 1736864"/>
              <a:gd name="connsiteY2-108" fmla="*/ 24177 h 2007958"/>
              <a:gd name="connsiteX3-109" fmla="*/ 1736864 w 1736864"/>
              <a:gd name="connsiteY3-110" fmla="*/ 0 h 2007958"/>
              <a:gd name="connsiteX4-111" fmla="*/ 885963 w 1736864"/>
              <a:gd name="connsiteY4-112" fmla="*/ 2007958 h 2007958"/>
              <a:gd name="connsiteX0-113" fmla="*/ 0 w 1736864"/>
              <a:gd name="connsiteY0-114" fmla="*/ 1481625 h 2099398"/>
              <a:gd name="connsiteX1-115" fmla="*/ 1576110 w 1736864"/>
              <a:gd name="connsiteY1-116" fmla="*/ 24177 h 2099398"/>
              <a:gd name="connsiteX2-117" fmla="*/ 1736864 w 1736864"/>
              <a:gd name="connsiteY2-118" fmla="*/ 0 h 2099398"/>
              <a:gd name="connsiteX3-119" fmla="*/ 977403 w 1736864"/>
              <a:gd name="connsiteY3-120" fmla="*/ 2099398 h 2099398"/>
              <a:gd name="connsiteX0-121" fmla="*/ 0 w 1736864"/>
              <a:gd name="connsiteY0-122" fmla="*/ 1481625 h 1481625"/>
              <a:gd name="connsiteX1-123" fmla="*/ 1576110 w 1736864"/>
              <a:gd name="connsiteY1-124" fmla="*/ 24177 h 1481625"/>
              <a:gd name="connsiteX2-125" fmla="*/ 1736864 w 1736864"/>
              <a:gd name="connsiteY2-126" fmla="*/ 0 h 1481625"/>
            </a:gdLst>
            <a:ahLst/>
            <a:cxnLst>
              <a:cxn ang="0">
                <a:pos x="connsiteX0-1" y="connsiteY0-2"/>
              </a:cxn>
              <a:cxn ang="0">
                <a:pos x="connsiteX1-3" y="connsiteY1-4"/>
              </a:cxn>
              <a:cxn ang="0">
                <a:pos x="connsiteX2-5" y="connsiteY2-6"/>
              </a:cxn>
            </a:cxnLst>
            <a:rect l="l" t="t" r="r" b="b"/>
            <a:pathLst>
              <a:path w="1736864" h="1481625">
                <a:moveTo>
                  <a:pt x="0" y="1481625"/>
                </a:moveTo>
                <a:cubicBezTo>
                  <a:pt x="231589" y="742961"/>
                  <a:pt x="837233" y="193516"/>
                  <a:pt x="1576110" y="24177"/>
                </a:cubicBezTo>
                <a:lnTo>
                  <a:pt x="1736864" y="0"/>
                </a:ln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1" name="椭圆 10"/>
          <p:cNvSpPr>
            <a:spLocks noChangeAspect="1"/>
          </p:cNvSpPr>
          <p:nvPr userDrawn="1">
            <p:custDataLst>
              <p:tags r:id="rId6"/>
            </p:custDataLst>
          </p:nvPr>
        </p:nvSpPr>
        <p:spPr>
          <a:xfrm rot="16200000">
            <a:off x="11716140" y="1332452"/>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8" name="任意多边形: 形状 17"/>
          <p:cNvSpPr>
            <a:spLocks noChangeAspect="1"/>
          </p:cNvSpPr>
          <p:nvPr userDrawn="1">
            <p:custDataLst>
              <p:tags r:id="rId7"/>
            </p:custDataLst>
          </p:nvPr>
        </p:nvSpPr>
        <p:spPr>
          <a:xfrm rot="16200000">
            <a:off x="10791949" y="-474418"/>
            <a:ext cx="916108" cy="1883994"/>
          </a:xfrm>
          <a:custGeom>
            <a:avLst/>
            <a:gdLst>
              <a:gd name="connsiteX0" fmla="*/ 916108 w 916108"/>
              <a:gd name="connsiteY0" fmla="*/ 0 h 1883994"/>
              <a:gd name="connsiteX1" fmla="*/ 916108 w 916108"/>
              <a:gd name="connsiteY1" fmla="*/ 1883994 h 1883994"/>
              <a:gd name="connsiteX2" fmla="*/ 212597 w 916108"/>
              <a:gd name="connsiteY2" fmla="*/ 1883994 h 1883994"/>
              <a:gd name="connsiteX3" fmla="*/ 211412 w 916108"/>
              <a:gd name="connsiteY3" fmla="*/ 1882408 h 1883994"/>
              <a:gd name="connsiteX4" fmla="*/ 0 w 916108"/>
              <a:gd name="connsiteY4" fmla="*/ 1190294 h 1883994"/>
              <a:gd name="connsiteX5" fmla="*/ 756045 w 916108"/>
              <a:gd name="connsiteY5" fmla="*/ 49686 h 1883994"/>
              <a:gd name="connsiteX0-1" fmla="*/ 916108 w 916108"/>
              <a:gd name="connsiteY0-2" fmla="*/ 0 h 1909394"/>
              <a:gd name="connsiteX1-3" fmla="*/ 916108 w 916108"/>
              <a:gd name="connsiteY1-4" fmla="*/ 1883994 h 1909394"/>
              <a:gd name="connsiteX2-5" fmla="*/ 547808 w 916108"/>
              <a:gd name="connsiteY2-6" fmla="*/ 1909394 h 1909394"/>
              <a:gd name="connsiteX3-7" fmla="*/ 212597 w 916108"/>
              <a:gd name="connsiteY3-8" fmla="*/ 1883994 h 1909394"/>
              <a:gd name="connsiteX4-9" fmla="*/ 211412 w 916108"/>
              <a:gd name="connsiteY4-10" fmla="*/ 1882408 h 1909394"/>
              <a:gd name="connsiteX5-11" fmla="*/ 0 w 916108"/>
              <a:gd name="connsiteY5-12" fmla="*/ 1190294 h 1909394"/>
              <a:gd name="connsiteX6" fmla="*/ 756045 w 916108"/>
              <a:gd name="connsiteY6" fmla="*/ 49686 h 1909394"/>
              <a:gd name="connsiteX7" fmla="*/ 916108 w 916108"/>
              <a:gd name="connsiteY7" fmla="*/ 0 h 1909394"/>
              <a:gd name="connsiteX0-13" fmla="*/ 547808 w 916108"/>
              <a:gd name="connsiteY0-14" fmla="*/ 1909394 h 2000834"/>
              <a:gd name="connsiteX1-15" fmla="*/ 212597 w 916108"/>
              <a:gd name="connsiteY1-16" fmla="*/ 1883994 h 2000834"/>
              <a:gd name="connsiteX2-17" fmla="*/ 211412 w 916108"/>
              <a:gd name="connsiteY2-18" fmla="*/ 1882408 h 2000834"/>
              <a:gd name="connsiteX3-19" fmla="*/ 0 w 916108"/>
              <a:gd name="connsiteY3-20" fmla="*/ 1190294 h 2000834"/>
              <a:gd name="connsiteX4-21" fmla="*/ 756045 w 916108"/>
              <a:gd name="connsiteY4-22" fmla="*/ 49686 h 2000834"/>
              <a:gd name="connsiteX5-23" fmla="*/ 916108 w 916108"/>
              <a:gd name="connsiteY5-24" fmla="*/ 0 h 2000834"/>
              <a:gd name="connsiteX6-25" fmla="*/ 916108 w 916108"/>
              <a:gd name="connsiteY6-26" fmla="*/ 1883994 h 2000834"/>
              <a:gd name="connsiteX7-27" fmla="*/ 639248 w 916108"/>
              <a:gd name="connsiteY7-28" fmla="*/ 2000834 h 2000834"/>
              <a:gd name="connsiteX0-29" fmla="*/ 547808 w 916108"/>
              <a:gd name="connsiteY0-30" fmla="*/ 1909394 h 1909394"/>
              <a:gd name="connsiteX1-31" fmla="*/ 212597 w 916108"/>
              <a:gd name="connsiteY1-32" fmla="*/ 1883994 h 1909394"/>
              <a:gd name="connsiteX2-33" fmla="*/ 211412 w 916108"/>
              <a:gd name="connsiteY2-34" fmla="*/ 1882408 h 1909394"/>
              <a:gd name="connsiteX3-35" fmla="*/ 0 w 916108"/>
              <a:gd name="connsiteY3-36" fmla="*/ 1190294 h 1909394"/>
              <a:gd name="connsiteX4-37" fmla="*/ 756045 w 916108"/>
              <a:gd name="connsiteY4-38" fmla="*/ 49686 h 1909394"/>
              <a:gd name="connsiteX5-39" fmla="*/ 916108 w 916108"/>
              <a:gd name="connsiteY5-40" fmla="*/ 0 h 1909394"/>
              <a:gd name="connsiteX6-41" fmla="*/ 916108 w 916108"/>
              <a:gd name="connsiteY6-42" fmla="*/ 1883994 h 1909394"/>
              <a:gd name="connsiteX0-43" fmla="*/ 547808 w 916108"/>
              <a:gd name="connsiteY0-44" fmla="*/ 1909394 h 1909394"/>
              <a:gd name="connsiteX1-45" fmla="*/ 212597 w 916108"/>
              <a:gd name="connsiteY1-46" fmla="*/ 1883994 h 1909394"/>
              <a:gd name="connsiteX2-47" fmla="*/ 211412 w 916108"/>
              <a:gd name="connsiteY2-48" fmla="*/ 1882408 h 1909394"/>
              <a:gd name="connsiteX3-49" fmla="*/ 0 w 916108"/>
              <a:gd name="connsiteY3-50" fmla="*/ 1190294 h 1909394"/>
              <a:gd name="connsiteX4-51" fmla="*/ 756045 w 916108"/>
              <a:gd name="connsiteY4-52" fmla="*/ 49686 h 1909394"/>
              <a:gd name="connsiteX5-53" fmla="*/ 916108 w 916108"/>
              <a:gd name="connsiteY5-54" fmla="*/ 0 h 1909394"/>
              <a:gd name="connsiteX0-55" fmla="*/ 212597 w 916108"/>
              <a:gd name="connsiteY0-56" fmla="*/ 1883994 h 1883994"/>
              <a:gd name="connsiteX1-57" fmla="*/ 211412 w 916108"/>
              <a:gd name="connsiteY1-58" fmla="*/ 1882408 h 1883994"/>
              <a:gd name="connsiteX2-59" fmla="*/ 0 w 916108"/>
              <a:gd name="connsiteY2-60" fmla="*/ 1190294 h 1883994"/>
              <a:gd name="connsiteX3-61" fmla="*/ 756045 w 916108"/>
              <a:gd name="connsiteY3-62" fmla="*/ 49686 h 1883994"/>
              <a:gd name="connsiteX4-63" fmla="*/ 916108 w 916108"/>
              <a:gd name="connsiteY4-64" fmla="*/ 0 h 188399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6108" h="1883994">
                <a:moveTo>
                  <a:pt x="212597" y="1883994"/>
                </a:moveTo>
                <a:lnTo>
                  <a:pt x="211412" y="1882408"/>
                </a:lnTo>
                <a:cubicBezTo>
                  <a:pt x="77937" y="1684840"/>
                  <a:pt x="0" y="1446669"/>
                  <a:pt x="0" y="1190294"/>
                </a:cubicBezTo>
                <a:cubicBezTo>
                  <a:pt x="0" y="677544"/>
                  <a:pt x="311749" y="237608"/>
                  <a:pt x="756045" y="49686"/>
                </a:cubicBezTo>
                <a:lnTo>
                  <a:pt x="916108" y="0"/>
                </a:lnTo>
              </a:path>
            </a:pathLst>
          </a:custGeom>
          <a:noFill/>
          <a:ln w="19050">
            <a:solidFill>
              <a:schemeClr val="accent1">
                <a:lumMod val="40000"/>
                <a:lumOff val="60000"/>
                <a:alpha val="42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useBgFill="1">
        <p:nvSpPr>
          <p:cNvPr id="13" name="椭圆 12"/>
          <p:cNvSpPr>
            <a:spLocks noChangeAspect="1"/>
          </p:cNvSpPr>
          <p:nvPr userDrawn="1">
            <p:custDataLst>
              <p:tags r:id="rId8"/>
            </p:custDataLst>
          </p:nvPr>
        </p:nvSpPr>
        <p:spPr>
          <a:xfrm rot="16200000">
            <a:off x="9597937" y="720000"/>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2" name="标题 11"/>
          <p:cNvSpPr>
            <a:spLocks noGrp="1"/>
          </p:cNvSpPr>
          <p:nvPr>
            <p:ph type="ctrTitle" idx="16385" hasCustomPrompt="1"/>
            <p:custDataLst>
              <p:tags r:id="rId9"/>
            </p:custDataLst>
          </p:nvPr>
        </p:nvSpPr>
        <p:spPr>
          <a:xfrm>
            <a:off x="4191000" y="533400"/>
            <a:ext cx="73914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4" name="内容占位符 13"/>
          <p:cNvSpPr>
            <a:spLocks noGrp="1"/>
          </p:cNvSpPr>
          <p:nvPr>
            <p:ph idx="16392" hasCustomPrompt="1"/>
            <p:custDataLst>
              <p:tags r:id="rId10"/>
            </p:custDataLst>
          </p:nvPr>
        </p:nvSpPr>
        <p:spPr>
          <a:xfrm>
            <a:off x="0" y="0"/>
            <a:ext cx="3581400" cy="6858000"/>
          </a:xfrm>
          <a:custGeom>
            <a:avLst/>
            <a:gdLst>
              <a:gd name="connisteX0" fmla="*/ 0 w 3581400"/>
              <a:gd name="connsiteY0" fmla="*/ 0 h 6858000"/>
              <a:gd name="connisteX1" fmla="*/ 3581400 w 3581400"/>
              <a:gd name="connsiteY1" fmla="*/ 0 h 6858000"/>
              <a:gd name="connisteX2" fmla="*/ 3581400 w 3581400"/>
              <a:gd name="connsiteY2" fmla="*/ 6858000 h 6858000"/>
              <a:gd name="connisteX3" fmla="*/ 0 w 3581400"/>
              <a:gd name="connsiteY3" fmla="*/ 6858000 h 6858000"/>
              <a:gd name="connisteX4" fmla="*/ 0 w 3581400"/>
              <a:gd name="connsiteY4" fmla="*/ 0 h 6858000"/>
            </a:gdLst>
            <a:ahLst/>
            <a:cxnLst>
              <a:cxn ang="0">
                <a:pos x="connisteX0" y="connsiteY0"/>
              </a:cxn>
              <a:cxn ang="0">
                <a:pos x="connisteX1" y="connsiteY1"/>
              </a:cxn>
              <a:cxn ang="0">
                <a:pos x="connisteX2" y="connsiteY2"/>
              </a:cxn>
              <a:cxn ang="0">
                <a:pos x="connisteX3" y="connsiteY3"/>
              </a:cxn>
              <a:cxn ang="0">
                <a:pos x="connisteX4" y="connsiteY4"/>
              </a:cxn>
            </a:cxnLst>
            <a:rect l="0" t="0" r="0" b="0"/>
            <a:pathLst>
              <a:path w="3581400" h="6858000">
                <a:moveTo>
                  <a:pt x="0" y="0"/>
                </a:moveTo>
                <a:lnTo>
                  <a:pt x="3581400" y="0"/>
                </a:lnTo>
                <a:lnTo>
                  <a:pt x="3581400" y="6858000"/>
                </a:lnTo>
                <a:lnTo>
                  <a:pt x="0" y="6858000"/>
                </a:lnTo>
                <a:lnTo>
                  <a:pt x="0" y="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6" name="装饰  5"/>
          <p:cNvSpPr>
            <a:spLocks noGrp="1"/>
          </p:cNvSpPr>
          <p:nvPr>
            <p:ph type="body" idx="16393" hasCustomPrompt="1"/>
            <p:custDataLst>
              <p:tags r:id="rId11"/>
            </p:custDataLst>
          </p:nvPr>
        </p:nvSpPr>
        <p:spPr>
          <a:xfrm>
            <a:off x="4191000" y="16764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文本占位符 16"/>
          <p:cNvSpPr>
            <a:spLocks noGrp="1"/>
          </p:cNvSpPr>
          <p:nvPr>
            <p:ph type="body" idx="16386" hasCustomPrompt="1"/>
            <p:custDataLst>
              <p:tags r:id="rId12"/>
            </p:custDataLst>
          </p:nvPr>
        </p:nvSpPr>
        <p:spPr>
          <a:xfrm>
            <a:off x="4343400" y="1676400"/>
            <a:ext cx="7239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9" name="文本占位符 18"/>
          <p:cNvSpPr>
            <a:spLocks noGrp="1"/>
          </p:cNvSpPr>
          <p:nvPr>
            <p:ph type="body" idx="16387" hasCustomPrompt="1"/>
            <p:custDataLst>
              <p:tags r:id="rId13"/>
            </p:custDataLst>
          </p:nvPr>
        </p:nvSpPr>
        <p:spPr>
          <a:xfrm>
            <a:off x="4343400" y="2184400"/>
            <a:ext cx="7239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0" name="装饰  9"/>
          <p:cNvSpPr>
            <a:spLocks noGrp="1"/>
          </p:cNvSpPr>
          <p:nvPr>
            <p:ph type="body" idx="16394" hasCustomPrompt="1"/>
            <p:custDataLst>
              <p:tags r:id="rId14"/>
            </p:custDataLst>
          </p:nvPr>
        </p:nvSpPr>
        <p:spPr>
          <a:xfrm>
            <a:off x="4191000" y="34036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文本占位符 20"/>
          <p:cNvSpPr>
            <a:spLocks noGrp="1"/>
          </p:cNvSpPr>
          <p:nvPr>
            <p:ph type="body" idx="16388" hasCustomPrompt="1"/>
            <p:custDataLst>
              <p:tags r:id="rId15"/>
            </p:custDataLst>
          </p:nvPr>
        </p:nvSpPr>
        <p:spPr>
          <a:xfrm>
            <a:off x="4343400" y="3403600"/>
            <a:ext cx="7239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89" hasCustomPrompt="1"/>
            <p:custDataLst>
              <p:tags r:id="rId16"/>
            </p:custDataLst>
          </p:nvPr>
        </p:nvSpPr>
        <p:spPr>
          <a:xfrm>
            <a:off x="4343400" y="3911600"/>
            <a:ext cx="7239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4" name="装饰  3"/>
          <p:cNvSpPr>
            <a:spLocks noGrp="1"/>
          </p:cNvSpPr>
          <p:nvPr>
            <p:ph type="body" idx="16395" hasCustomPrompt="1"/>
            <p:custDataLst>
              <p:tags r:id="rId17"/>
            </p:custDataLst>
          </p:nvPr>
        </p:nvSpPr>
        <p:spPr>
          <a:xfrm>
            <a:off x="4191000" y="51308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5" name="文本占位符 24"/>
          <p:cNvSpPr>
            <a:spLocks noGrp="1"/>
          </p:cNvSpPr>
          <p:nvPr>
            <p:ph type="body" idx="16390" hasCustomPrompt="1"/>
            <p:custDataLst>
              <p:tags r:id="rId18"/>
            </p:custDataLst>
          </p:nvPr>
        </p:nvSpPr>
        <p:spPr>
          <a:xfrm>
            <a:off x="4343400" y="5130800"/>
            <a:ext cx="7239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6" name="文本占位符 25"/>
          <p:cNvSpPr>
            <a:spLocks noGrp="1"/>
          </p:cNvSpPr>
          <p:nvPr>
            <p:ph type="body" idx="16391" hasCustomPrompt="1"/>
            <p:custDataLst>
              <p:tags r:id="rId19"/>
            </p:custDataLst>
          </p:nvPr>
        </p:nvSpPr>
        <p:spPr>
          <a:xfrm>
            <a:off x="4343400" y="5638800"/>
            <a:ext cx="7239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正文页-26_12">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2025/7/4</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5" name="任意多边形: 形状 14"/>
          <p:cNvSpPr>
            <a:spLocks noChangeAspect="1"/>
          </p:cNvSpPr>
          <p:nvPr userDrawn="1">
            <p:custDataLst>
              <p:tags r:id="rId4"/>
            </p:custDataLst>
          </p:nvPr>
        </p:nvSpPr>
        <p:spPr>
          <a:xfrm rot="16200000">
            <a:off x="10844781" y="59657"/>
            <a:ext cx="649963" cy="2044477"/>
          </a:xfrm>
          <a:custGeom>
            <a:avLst/>
            <a:gdLst>
              <a:gd name="connsiteX0" fmla="*/ 1406877 w 1406877"/>
              <a:gd name="connsiteY0" fmla="*/ 947834 h 2044477"/>
              <a:gd name="connsiteX1" fmla="*/ 1406877 w 1406877"/>
              <a:gd name="connsiteY1" fmla="*/ 2034781 h 2044477"/>
              <a:gd name="connsiteX2" fmla="*/ 1402315 w 1406877"/>
              <a:gd name="connsiteY2" fmla="*/ 2044477 h 2044477"/>
              <a:gd name="connsiteX3" fmla="*/ 148584 w 1406877"/>
              <a:gd name="connsiteY3" fmla="*/ 2044477 h 2044477"/>
              <a:gd name="connsiteX4" fmla="*/ 118571 w 1406877"/>
              <a:gd name="connsiteY4" fmla="*/ 1979996 h 2044477"/>
              <a:gd name="connsiteX5" fmla="*/ 11855 w 1406877"/>
              <a:gd name="connsiteY5" fmla="*/ 1552698 h 2044477"/>
              <a:gd name="connsiteX6" fmla="*/ 649963 w 1406877"/>
              <a:gd name="connsiteY6" fmla="*/ 0 h 2044477"/>
              <a:gd name="connsiteX0-1" fmla="*/ 1406877 w 1406877"/>
              <a:gd name="connsiteY0-2" fmla="*/ 947834 h 2044477"/>
              <a:gd name="connsiteX1-3" fmla="*/ 1406877 w 1406877"/>
              <a:gd name="connsiteY1-4" fmla="*/ 2034781 h 2044477"/>
              <a:gd name="connsiteX2-5" fmla="*/ 1402315 w 1406877"/>
              <a:gd name="connsiteY2-6" fmla="*/ 2044477 h 2044477"/>
              <a:gd name="connsiteX3-7" fmla="*/ 390877 w 1406877"/>
              <a:gd name="connsiteY3-8" fmla="*/ 2044476 h 2044477"/>
              <a:gd name="connsiteX4-9" fmla="*/ 148584 w 1406877"/>
              <a:gd name="connsiteY4-10" fmla="*/ 2044477 h 2044477"/>
              <a:gd name="connsiteX5-11" fmla="*/ 118571 w 1406877"/>
              <a:gd name="connsiteY5-12" fmla="*/ 1979996 h 2044477"/>
              <a:gd name="connsiteX6-13" fmla="*/ 11855 w 1406877"/>
              <a:gd name="connsiteY6-14" fmla="*/ 1552698 h 2044477"/>
              <a:gd name="connsiteX7" fmla="*/ 649963 w 1406877"/>
              <a:gd name="connsiteY7" fmla="*/ 0 h 2044477"/>
              <a:gd name="connsiteX8" fmla="*/ 1406877 w 1406877"/>
              <a:gd name="connsiteY8" fmla="*/ 947834 h 2044477"/>
              <a:gd name="connsiteX0-15" fmla="*/ 390877 w 1406877"/>
              <a:gd name="connsiteY0-16" fmla="*/ 2044476 h 2135916"/>
              <a:gd name="connsiteX1-17" fmla="*/ 148584 w 1406877"/>
              <a:gd name="connsiteY1-18" fmla="*/ 2044477 h 2135916"/>
              <a:gd name="connsiteX2-19" fmla="*/ 118571 w 1406877"/>
              <a:gd name="connsiteY2-20" fmla="*/ 1979996 h 2135916"/>
              <a:gd name="connsiteX3-21" fmla="*/ 11855 w 1406877"/>
              <a:gd name="connsiteY3-22" fmla="*/ 1552698 h 2135916"/>
              <a:gd name="connsiteX4-23" fmla="*/ 649963 w 1406877"/>
              <a:gd name="connsiteY4-24" fmla="*/ 0 h 2135916"/>
              <a:gd name="connsiteX5-25" fmla="*/ 1406877 w 1406877"/>
              <a:gd name="connsiteY5-26" fmla="*/ 947834 h 2135916"/>
              <a:gd name="connsiteX6-27" fmla="*/ 1406877 w 1406877"/>
              <a:gd name="connsiteY6-28" fmla="*/ 2034781 h 2135916"/>
              <a:gd name="connsiteX7-29" fmla="*/ 1402315 w 1406877"/>
              <a:gd name="connsiteY7-30" fmla="*/ 2044477 h 2135916"/>
              <a:gd name="connsiteX8-31" fmla="*/ 482317 w 1406877"/>
              <a:gd name="connsiteY8-32" fmla="*/ 2135916 h 2135916"/>
              <a:gd name="connsiteX0-33" fmla="*/ 390877 w 1406877"/>
              <a:gd name="connsiteY0-34" fmla="*/ 2044476 h 2044477"/>
              <a:gd name="connsiteX1-35" fmla="*/ 148584 w 1406877"/>
              <a:gd name="connsiteY1-36" fmla="*/ 2044477 h 2044477"/>
              <a:gd name="connsiteX2-37" fmla="*/ 118571 w 1406877"/>
              <a:gd name="connsiteY2-38" fmla="*/ 1979996 h 2044477"/>
              <a:gd name="connsiteX3-39" fmla="*/ 11855 w 1406877"/>
              <a:gd name="connsiteY3-40" fmla="*/ 1552698 h 2044477"/>
              <a:gd name="connsiteX4-41" fmla="*/ 649963 w 1406877"/>
              <a:gd name="connsiteY4-42" fmla="*/ 0 h 2044477"/>
              <a:gd name="connsiteX5-43" fmla="*/ 1406877 w 1406877"/>
              <a:gd name="connsiteY5-44" fmla="*/ 947834 h 2044477"/>
              <a:gd name="connsiteX6-45" fmla="*/ 1406877 w 1406877"/>
              <a:gd name="connsiteY6-46" fmla="*/ 2034781 h 2044477"/>
              <a:gd name="connsiteX7-47" fmla="*/ 1402315 w 1406877"/>
              <a:gd name="connsiteY7-48" fmla="*/ 2044477 h 2044477"/>
              <a:gd name="connsiteX0-49" fmla="*/ 148584 w 1406877"/>
              <a:gd name="connsiteY0-50" fmla="*/ 2044477 h 2044477"/>
              <a:gd name="connsiteX1-51" fmla="*/ 118571 w 1406877"/>
              <a:gd name="connsiteY1-52" fmla="*/ 1979996 h 2044477"/>
              <a:gd name="connsiteX2-53" fmla="*/ 11855 w 1406877"/>
              <a:gd name="connsiteY2-54" fmla="*/ 1552698 h 2044477"/>
              <a:gd name="connsiteX3-55" fmla="*/ 649963 w 1406877"/>
              <a:gd name="connsiteY3-56" fmla="*/ 0 h 2044477"/>
              <a:gd name="connsiteX4-57" fmla="*/ 1406877 w 1406877"/>
              <a:gd name="connsiteY4-58" fmla="*/ 947834 h 2044477"/>
              <a:gd name="connsiteX5-59" fmla="*/ 1406877 w 1406877"/>
              <a:gd name="connsiteY5-60" fmla="*/ 2034781 h 2044477"/>
              <a:gd name="connsiteX6-61" fmla="*/ 1402315 w 1406877"/>
              <a:gd name="connsiteY6-62" fmla="*/ 2044477 h 2044477"/>
              <a:gd name="connsiteX0-63" fmla="*/ 148584 w 1406877"/>
              <a:gd name="connsiteY0-64" fmla="*/ 2044477 h 2044477"/>
              <a:gd name="connsiteX1-65" fmla="*/ 118571 w 1406877"/>
              <a:gd name="connsiteY1-66" fmla="*/ 1979996 h 2044477"/>
              <a:gd name="connsiteX2-67" fmla="*/ 11855 w 1406877"/>
              <a:gd name="connsiteY2-68" fmla="*/ 1552698 h 2044477"/>
              <a:gd name="connsiteX3-69" fmla="*/ 649963 w 1406877"/>
              <a:gd name="connsiteY3-70" fmla="*/ 0 h 2044477"/>
              <a:gd name="connsiteX4-71" fmla="*/ 1406877 w 1406877"/>
              <a:gd name="connsiteY4-72" fmla="*/ 947834 h 2044477"/>
              <a:gd name="connsiteX5-73" fmla="*/ 1406877 w 1406877"/>
              <a:gd name="connsiteY5-74" fmla="*/ 2034781 h 2044477"/>
              <a:gd name="connsiteX0-75" fmla="*/ 148584 w 1406877"/>
              <a:gd name="connsiteY0-76" fmla="*/ 2044477 h 2044477"/>
              <a:gd name="connsiteX1-77" fmla="*/ 118571 w 1406877"/>
              <a:gd name="connsiteY1-78" fmla="*/ 1979996 h 2044477"/>
              <a:gd name="connsiteX2-79" fmla="*/ 11855 w 1406877"/>
              <a:gd name="connsiteY2-80" fmla="*/ 1552698 h 2044477"/>
              <a:gd name="connsiteX3-81" fmla="*/ 649963 w 1406877"/>
              <a:gd name="connsiteY3-82" fmla="*/ 0 h 2044477"/>
              <a:gd name="connsiteX4-83" fmla="*/ 1406877 w 1406877"/>
              <a:gd name="connsiteY4-84" fmla="*/ 2034781 h 2044477"/>
              <a:gd name="connsiteX0-85" fmla="*/ 148584 w 649963"/>
              <a:gd name="connsiteY0-86" fmla="*/ 2044477 h 2044477"/>
              <a:gd name="connsiteX1-87" fmla="*/ 118571 w 649963"/>
              <a:gd name="connsiteY1-88" fmla="*/ 1979996 h 2044477"/>
              <a:gd name="connsiteX2-89" fmla="*/ 11855 w 649963"/>
              <a:gd name="connsiteY2-90" fmla="*/ 1552698 h 2044477"/>
              <a:gd name="connsiteX3-91" fmla="*/ 649963 w 649963"/>
              <a:gd name="connsiteY3-92" fmla="*/ 0 h 2044477"/>
            </a:gdLst>
            <a:ahLst/>
            <a:cxnLst>
              <a:cxn ang="0">
                <a:pos x="connsiteX0-1" y="connsiteY0-2"/>
              </a:cxn>
              <a:cxn ang="0">
                <a:pos x="connsiteX1-3" y="connsiteY1-4"/>
              </a:cxn>
              <a:cxn ang="0">
                <a:pos x="connsiteX2-5" y="connsiteY2-6"/>
              </a:cxn>
              <a:cxn ang="0">
                <a:pos x="connsiteX3-7" y="connsiteY3-8"/>
              </a:cxn>
            </a:cxnLst>
            <a:rect l="l" t="t" r="r" b="b"/>
            <a:pathLst>
              <a:path w="649963" h="2044477">
                <a:moveTo>
                  <a:pt x="148584" y="2044477"/>
                </a:moveTo>
                <a:lnTo>
                  <a:pt x="118571" y="1979996"/>
                </a:lnTo>
                <a:cubicBezTo>
                  <a:pt x="65551" y="1844343"/>
                  <a:pt x="29293" y="1700958"/>
                  <a:pt x="11855" y="1552698"/>
                </a:cubicBezTo>
                <a:cubicBezTo>
                  <a:pt x="-57895" y="959659"/>
                  <a:pt x="183361" y="372616"/>
                  <a:pt x="649963" y="0"/>
                </a:cubicBez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22" name="任意多边形: 形状 21"/>
          <p:cNvSpPr>
            <a:spLocks noChangeAspect="1"/>
          </p:cNvSpPr>
          <p:nvPr userDrawn="1">
            <p:custDataLst>
              <p:tags r:id="rId5"/>
            </p:custDataLst>
          </p:nvPr>
        </p:nvSpPr>
        <p:spPr>
          <a:xfrm rot="16200000">
            <a:off x="9243622" y="127619"/>
            <a:ext cx="1736864" cy="1481625"/>
          </a:xfrm>
          <a:custGeom>
            <a:avLst/>
            <a:gdLst>
              <a:gd name="connsiteX0" fmla="*/ 1736864 w 4216134"/>
              <a:gd name="connsiteY0" fmla="*/ 0 h 2483593"/>
              <a:gd name="connsiteX1" fmla="*/ 1736864 w 4216134"/>
              <a:gd name="connsiteY1" fmla="*/ 2483593 h 2483593"/>
              <a:gd name="connsiteX2" fmla="*/ 0 w 4216134"/>
              <a:gd name="connsiteY2" fmla="*/ 1481625 h 2483593"/>
              <a:gd name="connsiteX3" fmla="*/ 1576110 w 4216134"/>
              <a:gd name="connsiteY3" fmla="*/ 24177 h 2483593"/>
              <a:gd name="connsiteX4" fmla="*/ 4216134 w 4216134"/>
              <a:gd name="connsiteY4" fmla="*/ 2124236 h 2483593"/>
              <a:gd name="connsiteX5" fmla="*/ 4216093 w 4216134"/>
              <a:gd name="connsiteY5" fmla="*/ 2125372 h 2483593"/>
              <a:gd name="connsiteX6" fmla="*/ 4216093 w 4216134"/>
              <a:gd name="connsiteY6" fmla="*/ 2123168 h 2483593"/>
              <a:gd name="connsiteX0-1" fmla="*/ 1736864 w 4216134"/>
              <a:gd name="connsiteY0-2" fmla="*/ 0 h 2483593"/>
              <a:gd name="connsiteX1-3" fmla="*/ 1736864 w 4216134"/>
              <a:gd name="connsiteY1-4" fmla="*/ 2483593 h 2483593"/>
              <a:gd name="connsiteX2-5" fmla="*/ 885963 w 4216134"/>
              <a:gd name="connsiteY2-6" fmla="*/ 2007958 h 2483593"/>
              <a:gd name="connsiteX3-7" fmla="*/ 0 w 4216134"/>
              <a:gd name="connsiteY3-8" fmla="*/ 1481625 h 2483593"/>
              <a:gd name="connsiteX4-9" fmla="*/ 1576110 w 4216134"/>
              <a:gd name="connsiteY4-10" fmla="*/ 24177 h 2483593"/>
              <a:gd name="connsiteX5-11" fmla="*/ 1736864 w 4216134"/>
              <a:gd name="connsiteY5-12" fmla="*/ 0 h 2483593"/>
              <a:gd name="connsiteX6-13" fmla="*/ 4216134 w 4216134"/>
              <a:gd name="connsiteY6-14" fmla="*/ 2124236 h 2483593"/>
              <a:gd name="connsiteX7" fmla="*/ 4216093 w 4216134"/>
              <a:gd name="connsiteY7" fmla="*/ 2125372 h 2483593"/>
              <a:gd name="connsiteX8" fmla="*/ 4216093 w 4216134"/>
              <a:gd name="connsiteY8" fmla="*/ 2123168 h 2483593"/>
              <a:gd name="connsiteX9" fmla="*/ 4216134 w 4216134"/>
              <a:gd name="connsiteY9" fmla="*/ 2124236 h 2483593"/>
              <a:gd name="connsiteX0-15" fmla="*/ 885963 w 4216134"/>
              <a:gd name="connsiteY0-16" fmla="*/ 2007958 h 2483593"/>
              <a:gd name="connsiteX1-17" fmla="*/ 0 w 4216134"/>
              <a:gd name="connsiteY1-18" fmla="*/ 1481625 h 2483593"/>
              <a:gd name="connsiteX2-19" fmla="*/ 1576110 w 4216134"/>
              <a:gd name="connsiteY2-20" fmla="*/ 24177 h 2483593"/>
              <a:gd name="connsiteX3-21" fmla="*/ 1736864 w 4216134"/>
              <a:gd name="connsiteY3-22" fmla="*/ 0 h 2483593"/>
              <a:gd name="connsiteX4-23" fmla="*/ 4216134 w 4216134"/>
              <a:gd name="connsiteY4-24" fmla="*/ 2124236 h 2483593"/>
              <a:gd name="connsiteX5-25" fmla="*/ 4216093 w 4216134"/>
              <a:gd name="connsiteY5-26" fmla="*/ 2125372 h 2483593"/>
              <a:gd name="connsiteX6-27" fmla="*/ 4216093 w 4216134"/>
              <a:gd name="connsiteY6-28" fmla="*/ 2123168 h 2483593"/>
              <a:gd name="connsiteX7-29" fmla="*/ 4216134 w 4216134"/>
              <a:gd name="connsiteY7-30" fmla="*/ 2124236 h 2483593"/>
              <a:gd name="connsiteX8-31" fmla="*/ 1736864 w 4216134"/>
              <a:gd name="connsiteY8-32" fmla="*/ 2483593 h 2483593"/>
              <a:gd name="connsiteX9-33" fmla="*/ 977403 w 4216134"/>
              <a:gd name="connsiteY9-34" fmla="*/ 2099398 h 2483593"/>
              <a:gd name="connsiteX0-35" fmla="*/ 885963 w 4216134"/>
              <a:gd name="connsiteY0-36" fmla="*/ 2007958 h 2483593"/>
              <a:gd name="connsiteX1-37" fmla="*/ 0 w 4216134"/>
              <a:gd name="connsiteY1-38" fmla="*/ 1481625 h 2483593"/>
              <a:gd name="connsiteX2-39" fmla="*/ 1576110 w 4216134"/>
              <a:gd name="connsiteY2-40" fmla="*/ 24177 h 2483593"/>
              <a:gd name="connsiteX3-41" fmla="*/ 1736864 w 4216134"/>
              <a:gd name="connsiteY3-42" fmla="*/ 0 h 2483593"/>
              <a:gd name="connsiteX4-43" fmla="*/ 885963 w 4216134"/>
              <a:gd name="connsiteY4-44" fmla="*/ 2007958 h 2483593"/>
              <a:gd name="connsiteX5-45" fmla="*/ 4216134 w 4216134"/>
              <a:gd name="connsiteY5-46" fmla="*/ 2124236 h 2483593"/>
              <a:gd name="connsiteX6-47" fmla="*/ 4216093 w 4216134"/>
              <a:gd name="connsiteY6-48" fmla="*/ 2125372 h 2483593"/>
              <a:gd name="connsiteX7-49" fmla="*/ 4216093 w 4216134"/>
              <a:gd name="connsiteY7-50" fmla="*/ 2123168 h 2483593"/>
              <a:gd name="connsiteX8-51" fmla="*/ 4216134 w 4216134"/>
              <a:gd name="connsiteY8-52" fmla="*/ 2124236 h 2483593"/>
              <a:gd name="connsiteX9-53" fmla="*/ 1736864 w 4216134"/>
              <a:gd name="connsiteY9-54" fmla="*/ 2483593 h 2483593"/>
              <a:gd name="connsiteX0-55" fmla="*/ 885963 w 4216134"/>
              <a:gd name="connsiteY0-56" fmla="*/ 2007958 h 2125372"/>
              <a:gd name="connsiteX1-57" fmla="*/ 0 w 4216134"/>
              <a:gd name="connsiteY1-58" fmla="*/ 1481625 h 2125372"/>
              <a:gd name="connsiteX2-59" fmla="*/ 1576110 w 4216134"/>
              <a:gd name="connsiteY2-60" fmla="*/ 24177 h 2125372"/>
              <a:gd name="connsiteX3-61" fmla="*/ 1736864 w 4216134"/>
              <a:gd name="connsiteY3-62" fmla="*/ 0 h 2125372"/>
              <a:gd name="connsiteX4-63" fmla="*/ 885963 w 4216134"/>
              <a:gd name="connsiteY4-64" fmla="*/ 2007958 h 2125372"/>
              <a:gd name="connsiteX5-65" fmla="*/ 4216134 w 4216134"/>
              <a:gd name="connsiteY5-66" fmla="*/ 2124236 h 2125372"/>
              <a:gd name="connsiteX6-67" fmla="*/ 4216093 w 4216134"/>
              <a:gd name="connsiteY6-68" fmla="*/ 2125372 h 2125372"/>
              <a:gd name="connsiteX7-69" fmla="*/ 4216093 w 4216134"/>
              <a:gd name="connsiteY7-70" fmla="*/ 2123168 h 2125372"/>
              <a:gd name="connsiteX8-71" fmla="*/ 4216134 w 4216134"/>
              <a:gd name="connsiteY8-72" fmla="*/ 2124236 h 2125372"/>
              <a:gd name="connsiteX0-73" fmla="*/ 885963 w 4216134"/>
              <a:gd name="connsiteY0-74" fmla="*/ 2007958 h 2125372"/>
              <a:gd name="connsiteX1-75" fmla="*/ 0 w 4216134"/>
              <a:gd name="connsiteY1-76" fmla="*/ 1481625 h 2125372"/>
              <a:gd name="connsiteX2-77" fmla="*/ 1576110 w 4216134"/>
              <a:gd name="connsiteY2-78" fmla="*/ 24177 h 2125372"/>
              <a:gd name="connsiteX3-79" fmla="*/ 1736864 w 4216134"/>
              <a:gd name="connsiteY3-80" fmla="*/ 0 h 2125372"/>
              <a:gd name="connsiteX4-81" fmla="*/ 885963 w 4216134"/>
              <a:gd name="connsiteY4-82" fmla="*/ 2007958 h 2125372"/>
              <a:gd name="connsiteX5-83" fmla="*/ 4216134 w 4216134"/>
              <a:gd name="connsiteY5-84" fmla="*/ 2124236 h 2125372"/>
              <a:gd name="connsiteX6-85" fmla="*/ 4216093 w 4216134"/>
              <a:gd name="connsiteY6-86" fmla="*/ 2125372 h 2125372"/>
              <a:gd name="connsiteX7-87" fmla="*/ 4216093 w 4216134"/>
              <a:gd name="connsiteY7-88" fmla="*/ 2123168 h 2125372"/>
              <a:gd name="connsiteX0-89" fmla="*/ 885963 w 4216134"/>
              <a:gd name="connsiteY0-90" fmla="*/ 2007958 h 2125372"/>
              <a:gd name="connsiteX1-91" fmla="*/ 0 w 4216134"/>
              <a:gd name="connsiteY1-92" fmla="*/ 1481625 h 2125372"/>
              <a:gd name="connsiteX2-93" fmla="*/ 1576110 w 4216134"/>
              <a:gd name="connsiteY2-94" fmla="*/ 24177 h 2125372"/>
              <a:gd name="connsiteX3-95" fmla="*/ 1736864 w 4216134"/>
              <a:gd name="connsiteY3-96" fmla="*/ 0 h 2125372"/>
              <a:gd name="connsiteX4-97" fmla="*/ 885963 w 4216134"/>
              <a:gd name="connsiteY4-98" fmla="*/ 2007958 h 2125372"/>
              <a:gd name="connsiteX5-99" fmla="*/ 4216134 w 4216134"/>
              <a:gd name="connsiteY5-100" fmla="*/ 2124236 h 2125372"/>
              <a:gd name="connsiteX6-101" fmla="*/ 4216093 w 4216134"/>
              <a:gd name="connsiteY6-102" fmla="*/ 2125372 h 2125372"/>
              <a:gd name="connsiteX0-103" fmla="*/ 885963 w 1736864"/>
              <a:gd name="connsiteY0-104" fmla="*/ 2007958 h 2007958"/>
              <a:gd name="connsiteX1-105" fmla="*/ 0 w 1736864"/>
              <a:gd name="connsiteY1-106" fmla="*/ 1481625 h 2007958"/>
              <a:gd name="connsiteX2-107" fmla="*/ 1576110 w 1736864"/>
              <a:gd name="connsiteY2-108" fmla="*/ 24177 h 2007958"/>
              <a:gd name="connsiteX3-109" fmla="*/ 1736864 w 1736864"/>
              <a:gd name="connsiteY3-110" fmla="*/ 0 h 2007958"/>
              <a:gd name="connsiteX4-111" fmla="*/ 885963 w 1736864"/>
              <a:gd name="connsiteY4-112" fmla="*/ 2007958 h 2007958"/>
              <a:gd name="connsiteX0-113" fmla="*/ 0 w 1736864"/>
              <a:gd name="connsiteY0-114" fmla="*/ 1481625 h 2099398"/>
              <a:gd name="connsiteX1-115" fmla="*/ 1576110 w 1736864"/>
              <a:gd name="connsiteY1-116" fmla="*/ 24177 h 2099398"/>
              <a:gd name="connsiteX2-117" fmla="*/ 1736864 w 1736864"/>
              <a:gd name="connsiteY2-118" fmla="*/ 0 h 2099398"/>
              <a:gd name="connsiteX3-119" fmla="*/ 977403 w 1736864"/>
              <a:gd name="connsiteY3-120" fmla="*/ 2099398 h 2099398"/>
              <a:gd name="connsiteX0-121" fmla="*/ 0 w 1736864"/>
              <a:gd name="connsiteY0-122" fmla="*/ 1481625 h 1481625"/>
              <a:gd name="connsiteX1-123" fmla="*/ 1576110 w 1736864"/>
              <a:gd name="connsiteY1-124" fmla="*/ 24177 h 1481625"/>
              <a:gd name="connsiteX2-125" fmla="*/ 1736864 w 1736864"/>
              <a:gd name="connsiteY2-126" fmla="*/ 0 h 1481625"/>
            </a:gdLst>
            <a:ahLst/>
            <a:cxnLst>
              <a:cxn ang="0">
                <a:pos x="connsiteX0-1" y="connsiteY0-2"/>
              </a:cxn>
              <a:cxn ang="0">
                <a:pos x="connsiteX1-3" y="connsiteY1-4"/>
              </a:cxn>
              <a:cxn ang="0">
                <a:pos x="connsiteX2-5" y="connsiteY2-6"/>
              </a:cxn>
            </a:cxnLst>
            <a:rect l="l" t="t" r="r" b="b"/>
            <a:pathLst>
              <a:path w="1736864" h="1481625">
                <a:moveTo>
                  <a:pt x="0" y="1481625"/>
                </a:moveTo>
                <a:cubicBezTo>
                  <a:pt x="231589" y="742961"/>
                  <a:pt x="837233" y="193516"/>
                  <a:pt x="1576110" y="24177"/>
                </a:cubicBezTo>
                <a:lnTo>
                  <a:pt x="1736864" y="0"/>
                </a:ln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1" name="椭圆 10"/>
          <p:cNvSpPr>
            <a:spLocks noChangeAspect="1"/>
          </p:cNvSpPr>
          <p:nvPr userDrawn="1">
            <p:custDataLst>
              <p:tags r:id="rId6"/>
            </p:custDataLst>
          </p:nvPr>
        </p:nvSpPr>
        <p:spPr>
          <a:xfrm rot="16200000">
            <a:off x="11716140" y="1332452"/>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8" name="任意多边形: 形状 17"/>
          <p:cNvSpPr>
            <a:spLocks noChangeAspect="1"/>
          </p:cNvSpPr>
          <p:nvPr userDrawn="1">
            <p:custDataLst>
              <p:tags r:id="rId7"/>
            </p:custDataLst>
          </p:nvPr>
        </p:nvSpPr>
        <p:spPr>
          <a:xfrm rot="16200000">
            <a:off x="10791949" y="-474418"/>
            <a:ext cx="916108" cy="1883994"/>
          </a:xfrm>
          <a:custGeom>
            <a:avLst/>
            <a:gdLst>
              <a:gd name="connsiteX0" fmla="*/ 916108 w 916108"/>
              <a:gd name="connsiteY0" fmla="*/ 0 h 1883994"/>
              <a:gd name="connsiteX1" fmla="*/ 916108 w 916108"/>
              <a:gd name="connsiteY1" fmla="*/ 1883994 h 1883994"/>
              <a:gd name="connsiteX2" fmla="*/ 212597 w 916108"/>
              <a:gd name="connsiteY2" fmla="*/ 1883994 h 1883994"/>
              <a:gd name="connsiteX3" fmla="*/ 211412 w 916108"/>
              <a:gd name="connsiteY3" fmla="*/ 1882408 h 1883994"/>
              <a:gd name="connsiteX4" fmla="*/ 0 w 916108"/>
              <a:gd name="connsiteY4" fmla="*/ 1190294 h 1883994"/>
              <a:gd name="connsiteX5" fmla="*/ 756045 w 916108"/>
              <a:gd name="connsiteY5" fmla="*/ 49686 h 1883994"/>
              <a:gd name="connsiteX0-1" fmla="*/ 916108 w 916108"/>
              <a:gd name="connsiteY0-2" fmla="*/ 0 h 1909394"/>
              <a:gd name="connsiteX1-3" fmla="*/ 916108 w 916108"/>
              <a:gd name="connsiteY1-4" fmla="*/ 1883994 h 1909394"/>
              <a:gd name="connsiteX2-5" fmla="*/ 547808 w 916108"/>
              <a:gd name="connsiteY2-6" fmla="*/ 1909394 h 1909394"/>
              <a:gd name="connsiteX3-7" fmla="*/ 212597 w 916108"/>
              <a:gd name="connsiteY3-8" fmla="*/ 1883994 h 1909394"/>
              <a:gd name="connsiteX4-9" fmla="*/ 211412 w 916108"/>
              <a:gd name="connsiteY4-10" fmla="*/ 1882408 h 1909394"/>
              <a:gd name="connsiteX5-11" fmla="*/ 0 w 916108"/>
              <a:gd name="connsiteY5-12" fmla="*/ 1190294 h 1909394"/>
              <a:gd name="connsiteX6" fmla="*/ 756045 w 916108"/>
              <a:gd name="connsiteY6" fmla="*/ 49686 h 1909394"/>
              <a:gd name="connsiteX7" fmla="*/ 916108 w 916108"/>
              <a:gd name="connsiteY7" fmla="*/ 0 h 1909394"/>
              <a:gd name="connsiteX0-13" fmla="*/ 547808 w 916108"/>
              <a:gd name="connsiteY0-14" fmla="*/ 1909394 h 2000834"/>
              <a:gd name="connsiteX1-15" fmla="*/ 212597 w 916108"/>
              <a:gd name="connsiteY1-16" fmla="*/ 1883994 h 2000834"/>
              <a:gd name="connsiteX2-17" fmla="*/ 211412 w 916108"/>
              <a:gd name="connsiteY2-18" fmla="*/ 1882408 h 2000834"/>
              <a:gd name="connsiteX3-19" fmla="*/ 0 w 916108"/>
              <a:gd name="connsiteY3-20" fmla="*/ 1190294 h 2000834"/>
              <a:gd name="connsiteX4-21" fmla="*/ 756045 w 916108"/>
              <a:gd name="connsiteY4-22" fmla="*/ 49686 h 2000834"/>
              <a:gd name="connsiteX5-23" fmla="*/ 916108 w 916108"/>
              <a:gd name="connsiteY5-24" fmla="*/ 0 h 2000834"/>
              <a:gd name="connsiteX6-25" fmla="*/ 916108 w 916108"/>
              <a:gd name="connsiteY6-26" fmla="*/ 1883994 h 2000834"/>
              <a:gd name="connsiteX7-27" fmla="*/ 639248 w 916108"/>
              <a:gd name="connsiteY7-28" fmla="*/ 2000834 h 2000834"/>
              <a:gd name="connsiteX0-29" fmla="*/ 547808 w 916108"/>
              <a:gd name="connsiteY0-30" fmla="*/ 1909394 h 1909394"/>
              <a:gd name="connsiteX1-31" fmla="*/ 212597 w 916108"/>
              <a:gd name="connsiteY1-32" fmla="*/ 1883994 h 1909394"/>
              <a:gd name="connsiteX2-33" fmla="*/ 211412 w 916108"/>
              <a:gd name="connsiteY2-34" fmla="*/ 1882408 h 1909394"/>
              <a:gd name="connsiteX3-35" fmla="*/ 0 w 916108"/>
              <a:gd name="connsiteY3-36" fmla="*/ 1190294 h 1909394"/>
              <a:gd name="connsiteX4-37" fmla="*/ 756045 w 916108"/>
              <a:gd name="connsiteY4-38" fmla="*/ 49686 h 1909394"/>
              <a:gd name="connsiteX5-39" fmla="*/ 916108 w 916108"/>
              <a:gd name="connsiteY5-40" fmla="*/ 0 h 1909394"/>
              <a:gd name="connsiteX6-41" fmla="*/ 916108 w 916108"/>
              <a:gd name="connsiteY6-42" fmla="*/ 1883994 h 1909394"/>
              <a:gd name="connsiteX0-43" fmla="*/ 547808 w 916108"/>
              <a:gd name="connsiteY0-44" fmla="*/ 1909394 h 1909394"/>
              <a:gd name="connsiteX1-45" fmla="*/ 212597 w 916108"/>
              <a:gd name="connsiteY1-46" fmla="*/ 1883994 h 1909394"/>
              <a:gd name="connsiteX2-47" fmla="*/ 211412 w 916108"/>
              <a:gd name="connsiteY2-48" fmla="*/ 1882408 h 1909394"/>
              <a:gd name="connsiteX3-49" fmla="*/ 0 w 916108"/>
              <a:gd name="connsiteY3-50" fmla="*/ 1190294 h 1909394"/>
              <a:gd name="connsiteX4-51" fmla="*/ 756045 w 916108"/>
              <a:gd name="connsiteY4-52" fmla="*/ 49686 h 1909394"/>
              <a:gd name="connsiteX5-53" fmla="*/ 916108 w 916108"/>
              <a:gd name="connsiteY5-54" fmla="*/ 0 h 1909394"/>
              <a:gd name="connsiteX0-55" fmla="*/ 212597 w 916108"/>
              <a:gd name="connsiteY0-56" fmla="*/ 1883994 h 1883994"/>
              <a:gd name="connsiteX1-57" fmla="*/ 211412 w 916108"/>
              <a:gd name="connsiteY1-58" fmla="*/ 1882408 h 1883994"/>
              <a:gd name="connsiteX2-59" fmla="*/ 0 w 916108"/>
              <a:gd name="connsiteY2-60" fmla="*/ 1190294 h 1883994"/>
              <a:gd name="connsiteX3-61" fmla="*/ 756045 w 916108"/>
              <a:gd name="connsiteY3-62" fmla="*/ 49686 h 1883994"/>
              <a:gd name="connsiteX4-63" fmla="*/ 916108 w 916108"/>
              <a:gd name="connsiteY4-64" fmla="*/ 0 h 188399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6108" h="1883994">
                <a:moveTo>
                  <a:pt x="212597" y="1883994"/>
                </a:moveTo>
                <a:lnTo>
                  <a:pt x="211412" y="1882408"/>
                </a:lnTo>
                <a:cubicBezTo>
                  <a:pt x="77937" y="1684840"/>
                  <a:pt x="0" y="1446669"/>
                  <a:pt x="0" y="1190294"/>
                </a:cubicBezTo>
                <a:cubicBezTo>
                  <a:pt x="0" y="677544"/>
                  <a:pt x="311749" y="237608"/>
                  <a:pt x="756045" y="49686"/>
                </a:cubicBezTo>
                <a:lnTo>
                  <a:pt x="916108" y="0"/>
                </a:lnTo>
              </a:path>
            </a:pathLst>
          </a:custGeom>
          <a:noFill/>
          <a:ln w="19050">
            <a:solidFill>
              <a:schemeClr val="accent1">
                <a:lumMod val="40000"/>
                <a:lumOff val="60000"/>
                <a:alpha val="42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useBgFill="1">
        <p:nvSpPr>
          <p:cNvPr id="13" name="椭圆 12"/>
          <p:cNvSpPr>
            <a:spLocks noChangeAspect="1"/>
          </p:cNvSpPr>
          <p:nvPr userDrawn="1">
            <p:custDataLst>
              <p:tags r:id="rId8"/>
            </p:custDataLst>
          </p:nvPr>
        </p:nvSpPr>
        <p:spPr>
          <a:xfrm rot="16200000">
            <a:off x="9597937" y="720000"/>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2" name="标题 11"/>
          <p:cNvSpPr>
            <a:spLocks noGrp="1"/>
          </p:cNvSpPr>
          <p:nvPr>
            <p:ph type="ctrTitle" idx="16385" hasCustomPrompt="1"/>
            <p:custDataLst>
              <p:tags r:id="rId9"/>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4" name="装饰  3"/>
          <p:cNvSpPr>
            <a:spLocks noGrp="1"/>
          </p:cNvSpPr>
          <p:nvPr>
            <p:ph type="body" idx="16390" hasCustomPrompt="1"/>
            <p:custDataLst>
              <p:tags r:id="rId10"/>
            </p:custDataLst>
          </p:nvPr>
        </p:nvSpPr>
        <p:spPr>
          <a:xfrm>
            <a:off x="609600" y="1524000"/>
            <a:ext cx="8432800" cy="2209800"/>
          </a:xfrm>
          <a:custGeom>
            <a:avLst/>
            <a:gdLst>
              <a:gd name="connisteX0" fmla="*/ 0 w 8432800"/>
              <a:gd name="connsiteY0" fmla="*/ 203200 h 2209800"/>
              <a:gd name="connisteX1" fmla="*/ 203200 w 8432800"/>
              <a:gd name="connsiteY1" fmla="*/ 0 h 2209800"/>
              <a:gd name="connisteX2" fmla="*/ 8432800 w 8432800"/>
              <a:gd name="connsiteY2" fmla="*/ 0 h 2209800"/>
              <a:gd name="connisteX3" fmla="*/ 8432800 w 8432800"/>
              <a:gd name="connsiteY3" fmla="*/ 2209800 h 2209800"/>
              <a:gd name="connisteX4" fmla="*/ 203200 w 8432800"/>
              <a:gd name="connsiteY4" fmla="*/ 2209800 h 2209800"/>
              <a:gd name="connisteX5" fmla="*/ 0 w 8432800"/>
              <a:gd name="connsiteY5" fmla="*/ 2006600 h 2209800"/>
              <a:gd name="connisteX6" fmla="*/ 0 w 84328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8432800" h="2209800">
                <a:moveTo>
                  <a:pt x="0" y="203200"/>
                </a:moveTo>
                <a:cubicBezTo>
                  <a:pt x="0" y="90976"/>
                  <a:pt x="90976" y="0"/>
                  <a:pt x="203200" y="0"/>
                </a:cubicBezTo>
                <a:lnTo>
                  <a:pt x="8432800" y="0"/>
                </a:lnTo>
                <a:lnTo>
                  <a:pt x="8432800" y="2209800"/>
                </a:lnTo>
                <a:lnTo>
                  <a:pt x="203200" y="2209800"/>
                </a:lnTo>
                <a:cubicBezTo>
                  <a:pt x="90976" y="2209800"/>
                  <a:pt x="0" y="2118824"/>
                  <a:pt x="0" y="20066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6" name="图片占位符 15"/>
          <p:cNvSpPr>
            <a:spLocks noGrp="1"/>
          </p:cNvSpPr>
          <p:nvPr>
            <p:ph type="pic" idx="16391" hasCustomPrompt="1"/>
            <p:custDataLst>
              <p:tags r:id="rId11"/>
            </p:custDataLst>
          </p:nvPr>
        </p:nvSpPr>
        <p:spPr>
          <a:xfrm>
            <a:off x="9042400" y="1524000"/>
            <a:ext cx="2540000" cy="2209800"/>
          </a:xfrm>
          <a:custGeom>
            <a:avLst/>
            <a:gdLst>
              <a:gd name="connisteX0" fmla="*/ 0 w 2540000"/>
              <a:gd name="connsiteY0" fmla="*/ 0 h 2209800"/>
              <a:gd name="connisteX1" fmla="*/ 2336800 w 2540000"/>
              <a:gd name="connsiteY1" fmla="*/ 0 h 2209800"/>
              <a:gd name="connisteX2" fmla="*/ 2540000 w 2540000"/>
              <a:gd name="connsiteY2" fmla="*/ 203200 h 2209800"/>
              <a:gd name="connisteX3" fmla="*/ 2540000 w 2540000"/>
              <a:gd name="connsiteY3" fmla="*/ 2006600 h 2209800"/>
              <a:gd name="connisteX4" fmla="*/ 2336800 w 2540000"/>
              <a:gd name="connsiteY4" fmla="*/ 2209800 h 2209800"/>
              <a:gd name="connisteX5" fmla="*/ 0 w 2540000"/>
              <a:gd name="connsiteY5" fmla="*/ 2209800 h 2209800"/>
              <a:gd name="connisteX6" fmla="*/ 0 w 2540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40000" h="2209800">
                <a:moveTo>
                  <a:pt x="0" y="0"/>
                </a:moveTo>
                <a:lnTo>
                  <a:pt x="2336800" y="0"/>
                </a:lnTo>
                <a:cubicBezTo>
                  <a:pt x="2449024" y="0"/>
                  <a:pt x="2540000" y="90976"/>
                  <a:pt x="2540000" y="203200"/>
                </a:cubicBezTo>
                <a:lnTo>
                  <a:pt x="2540000" y="2006600"/>
                </a:lnTo>
                <a:cubicBezTo>
                  <a:pt x="2540000" y="2118824"/>
                  <a:pt x="2449024" y="2209800"/>
                  <a:pt x="2336800" y="2209800"/>
                </a:cubicBezTo>
                <a:lnTo>
                  <a:pt x="0" y="2209800"/>
                </a:lnTo>
                <a:lnTo>
                  <a:pt x="0" y="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7" name="文本占位符 16"/>
          <p:cNvSpPr>
            <a:spLocks noGrp="1"/>
          </p:cNvSpPr>
          <p:nvPr>
            <p:ph type="body" idx="16386" hasCustomPrompt="1"/>
            <p:custDataLst>
              <p:tags r:id="rId12"/>
            </p:custDataLst>
          </p:nvPr>
        </p:nvSpPr>
        <p:spPr>
          <a:xfrm>
            <a:off x="914400" y="1892300"/>
            <a:ext cx="7823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9" name="文本占位符 18"/>
          <p:cNvSpPr>
            <a:spLocks noGrp="1"/>
          </p:cNvSpPr>
          <p:nvPr>
            <p:ph type="body" idx="16387" hasCustomPrompt="1"/>
            <p:custDataLst>
              <p:tags r:id="rId13"/>
            </p:custDataLst>
          </p:nvPr>
        </p:nvSpPr>
        <p:spPr>
          <a:xfrm>
            <a:off x="914400" y="2451100"/>
            <a:ext cx="7823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0" name="装饰  9"/>
          <p:cNvSpPr>
            <a:spLocks noGrp="1"/>
          </p:cNvSpPr>
          <p:nvPr>
            <p:ph type="body" idx="16392" hasCustomPrompt="1"/>
            <p:custDataLst>
              <p:tags r:id="rId14"/>
            </p:custDataLst>
          </p:nvPr>
        </p:nvSpPr>
        <p:spPr>
          <a:xfrm>
            <a:off x="3149600" y="4038600"/>
            <a:ext cx="8432800" cy="2209800"/>
          </a:xfrm>
          <a:custGeom>
            <a:avLst/>
            <a:gdLst>
              <a:gd name="connisteX0" fmla="*/ 0 w 8432800"/>
              <a:gd name="connsiteY0" fmla="*/ 0 h 2209800"/>
              <a:gd name="connisteX1" fmla="*/ 8229600 w 8432800"/>
              <a:gd name="connsiteY1" fmla="*/ 0 h 2209800"/>
              <a:gd name="connisteX2" fmla="*/ 8432800 w 8432800"/>
              <a:gd name="connsiteY2" fmla="*/ 203200 h 2209800"/>
              <a:gd name="connisteX3" fmla="*/ 8432800 w 8432800"/>
              <a:gd name="connsiteY3" fmla="*/ 2006600 h 2209800"/>
              <a:gd name="connisteX4" fmla="*/ 8229600 w 8432800"/>
              <a:gd name="connsiteY4" fmla="*/ 2209800 h 2209800"/>
              <a:gd name="connisteX5" fmla="*/ 0 w 8432800"/>
              <a:gd name="connsiteY5" fmla="*/ 2209800 h 2209800"/>
              <a:gd name="connisteX6" fmla="*/ 0 w 84328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8432800" h="2209800">
                <a:moveTo>
                  <a:pt x="0" y="0"/>
                </a:moveTo>
                <a:lnTo>
                  <a:pt x="8229600" y="0"/>
                </a:lnTo>
                <a:cubicBezTo>
                  <a:pt x="8341824" y="0"/>
                  <a:pt x="8432800" y="90976"/>
                  <a:pt x="8432800" y="203200"/>
                </a:cubicBezTo>
                <a:lnTo>
                  <a:pt x="8432800" y="2006600"/>
                </a:lnTo>
                <a:cubicBezTo>
                  <a:pt x="8432800" y="2118824"/>
                  <a:pt x="8341824" y="2209800"/>
                  <a:pt x="8229600" y="2209800"/>
                </a:cubicBezTo>
                <a:lnTo>
                  <a:pt x="0" y="2209800"/>
                </a:ln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图片占位符 20"/>
          <p:cNvSpPr>
            <a:spLocks noGrp="1"/>
          </p:cNvSpPr>
          <p:nvPr>
            <p:ph type="pic" idx="16393" hasCustomPrompt="1"/>
            <p:custDataLst>
              <p:tags r:id="rId15"/>
            </p:custDataLst>
          </p:nvPr>
        </p:nvSpPr>
        <p:spPr>
          <a:xfrm>
            <a:off x="609600" y="4038600"/>
            <a:ext cx="2540000" cy="2209800"/>
          </a:xfrm>
          <a:custGeom>
            <a:avLst/>
            <a:gdLst>
              <a:gd name="connisteX0" fmla="*/ 0 w 2540000"/>
              <a:gd name="connsiteY0" fmla="*/ 203200 h 2209800"/>
              <a:gd name="connisteX1" fmla="*/ 203200 w 2540000"/>
              <a:gd name="connsiteY1" fmla="*/ 0 h 2209800"/>
              <a:gd name="connisteX2" fmla="*/ 2540000 w 2540000"/>
              <a:gd name="connsiteY2" fmla="*/ 0 h 2209800"/>
              <a:gd name="connisteX3" fmla="*/ 2540000 w 2540000"/>
              <a:gd name="connsiteY3" fmla="*/ 2209800 h 2209800"/>
              <a:gd name="connisteX4" fmla="*/ 203200 w 2540000"/>
              <a:gd name="connsiteY4" fmla="*/ 2209800 h 2209800"/>
              <a:gd name="connisteX5" fmla="*/ 0 w 2540000"/>
              <a:gd name="connsiteY5" fmla="*/ 2006600 h 2209800"/>
              <a:gd name="connisteX6" fmla="*/ 0 w 2540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2540000" h="2209800">
                <a:moveTo>
                  <a:pt x="0" y="203200"/>
                </a:moveTo>
                <a:cubicBezTo>
                  <a:pt x="0" y="90976"/>
                  <a:pt x="90976" y="0"/>
                  <a:pt x="203200" y="0"/>
                </a:cubicBezTo>
                <a:lnTo>
                  <a:pt x="2540000" y="0"/>
                </a:lnTo>
                <a:lnTo>
                  <a:pt x="2540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3" name="文本占位符 22"/>
          <p:cNvSpPr>
            <a:spLocks noGrp="1"/>
          </p:cNvSpPr>
          <p:nvPr>
            <p:ph type="body" idx="16388" hasCustomPrompt="1"/>
            <p:custDataLst>
              <p:tags r:id="rId16"/>
            </p:custDataLst>
          </p:nvPr>
        </p:nvSpPr>
        <p:spPr>
          <a:xfrm>
            <a:off x="3454400" y="4406900"/>
            <a:ext cx="7823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4" name="文本占位符 23"/>
          <p:cNvSpPr>
            <a:spLocks noGrp="1"/>
          </p:cNvSpPr>
          <p:nvPr>
            <p:ph type="body" idx="16389" hasCustomPrompt="1"/>
            <p:custDataLst>
              <p:tags r:id="rId17"/>
            </p:custDataLst>
          </p:nvPr>
        </p:nvSpPr>
        <p:spPr>
          <a:xfrm>
            <a:off x="3454400" y="4965700"/>
            <a:ext cx="7823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正文页-60_18">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2025/7/4</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5" name="任意多边形: 形状 14"/>
          <p:cNvSpPr>
            <a:spLocks noChangeAspect="1"/>
          </p:cNvSpPr>
          <p:nvPr userDrawn="1">
            <p:custDataLst>
              <p:tags r:id="rId4"/>
            </p:custDataLst>
          </p:nvPr>
        </p:nvSpPr>
        <p:spPr>
          <a:xfrm rot="16200000">
            <a:off x="10844781" y="59657"/>
            <a:ext cx="649963" cy="2044477"/>
          </a:xfrm>
          <a:custGeom>
            <a:avLst/>
            <a:gdLst>
              <a:gd name="connsiteX0" fmla="*/ 1406877 w 1406877"/>
              <a:gd name="connsiteY0" fmla="*/ 947834 h 2044477"/>
              <a:gd name="connsiteX1" fmla="*/ 1406877 w 1406877"/>
              <a:gd name="connsiteY1" fmla="*/ 2034781 h 2044477"/>
              <a:gd name="connsiteX2" fmla="*/ 1402315 w 1406877"/>
              <a:gd name="connsiteY2" fmla="*/ 2044477 h 2044477"/>
              <a:gd name="connsiteX3" fmla="*/ 148584 w 1406877"/>
              <a:gd name="connsiteY3" fmla="*/ 2044477 h 2044477"/>
              <a:gd name="connsiteX4" fmla="*/ 118571 w 1406877"/>
              <a:gd name="connsiteY4" fmla="*/ 1979996 h 2044477"/>
              <a:gd name="connsiteX5" fmla="*/ 11855 w 1406877"/>
              <a:gd name="connsiteY5" fmla="*/ 1552698 h 2044477"/>
              <a:gd name="connsiteX6" fmla="*/ 649963 w 1406877"/>
              <a:gd name="connsiteY6" fmla="*/ 0 h 2044477"/>
              <a:gd name="connsiteX0-1" fmla="*/ 1406877 w 1406877"/>
              <a:gd name="connsiteY0-2" fmla="*/ 947834 h 2044477"/>
              <a:gd name="connsiteX1-3" fmla="*/ 1406877 w 1406877"/>
              <a:gd name="connsiteY1-4" fmla="*/ 2034781 h 2044477"/>
              <a:gd name="connsiteX2-5" fmla="*/ 1402315 w 1406877"/>
              <a:gd name="connsiteY2-6" fmla="*/ 2044477 h 2044477"/>
              <a:gd name="connsiteX3-7" fmla="*/ 390877 w 1406877"/>
              <a:gd name="connsiteY3-8" fmla="*/ 2044476 h 2044477"/>
              <a:gd name="connsiteX4-9" fmla="*/ 148584 w 1406877"/>
              <a:gd name="connsiteY4-10" fmla="*/ 2044477 h 2044477"/>
              <a:gd name="connsiteX5-11" fmla="*/ 118571 w 1406877"/>
              <a:gd name="connsiteY5-12" fmla="*/ 1979996 h 2044477"/>
              <a:gd name="connsiteX6-13" fmla="*/ 11855 w 1406877"/>
              <a:gd name="connsiteY6-14" fmla="*/ 1552698 h 2044477"/>
              <a:gd name="connsiteX7" fmla="*/ 649963 w 1406877"/>
              <a:gd name="connsiteY7" fmla="*/ 0 h 2044477"/>
              <a:gd name="connsiteX8" fmla="*/ 1406877 w 1406877"/>
              <a:gd name="connsiteY8" fmla="*/ 947834 h 2044477"/>
              <a:gd name="connsiteX0-15" fmla="*/ 390877 w 1406877"/>
              <a:gd name="connsiteY0-16" fmla="*/ 2044476 h 2135916"/>
              <a:gd name="connsiteX1-17" fmla="*/ 148584 w 1406877"/>
              <a:gd name="connsiteY1-18" fmla="*/ 2044477 h 2135916"/>
              <a:gd name="connsiteX2-19" fmla="*/ 118571 w 1406877"/>
              <a:gd name="connsiteY2-20" fmla="*/ 1979996 h 2135916"/>
              <a:gd name="connsiteX3-21" fmla="*/ 11855 w 1406877"/>
              <a:gd name="connsiteY3-22" fmla="*/ 1552698 h 2135916"/>
              <a:gd name="connsiteX4-23" fmla="*/ 649963 w 1406877"/>
              <a:gd name="connsiteY4-24" fmla="*/ 0 h 2135916"/>
              <a:gd name="connsiteX5-25" fmla="*/ 1406877 w 1406877"/>
              <a:gd name="connsiteY5-26" fmla="*/ 947834 h 2135916"/>
              <a:gd name="connsiteX6-27" fmla="*/ 1406877 w 1406877"/>
              <a:gd name="connsiteY6-28" fmla="*/ 2034781 h 2135916"/>
              <a:gd name="connsiteX7-29" fmla="*/ 1402315 w 1406877"/>
              <a:gd name="connsiteY7-30" fmla="*/ 2044477 h 2135916"/>
              <a:gd name="connsiteX8-31" fmla="*/ 482317 w 1406877"/>
              <a:gd name="connsiteY8-32" fmla="*/ 2135916 h 2135916"/>
              <a:gd name="connsiteX0-33" fmla="*/ 390877 w 1406877"/>
              <a:gd name="connsiteY0-34" fmla="*/ 2044476 h 2044477"/>
              <a:gd name="connsiteX1-35" fmla="*/ 148584 w 1406877"/>
              <a:gd name="connsiteY1-36" fmla="*/ 2044477 h 2044477"/>
              <a:gd name="connsiteX2-37" fmla="*/ 118571 w 1406877"/>
              <a:gd name="connsiteY2-38" fmla="*/ 1979996 h 2044477"/>
              <a:gd name="connsiteX3-39" fmla="*/ 11855 w 1406877"/>
              <a:gd name="connsiteY3-40" fmla="*/ 1552698 h 2044477"/>
              <a:gd name="connsiteX4-41" fmla="*/ 649963 w 1406877"/>
              <a:gd name="connsiteY4-42" fmla="*/ 0 h 2044477"/>
              <a:gd name="connsiteX5-43" fmla="*/ 1406877 w 1406877"/>
              <a:gd name="connsiteY5-44" fmla="*/ 947834 h 2044477"/>
              <a:gd name="connsiteX6-45" fmla="*/ 1406877 w 1406877"/>
              <a:gd name="connsiteY6-46" fmla="*/ 2034781 h 2044477"/>
              <a:gd name="connsiteX7-47" fmla="*/ 1402315 w 1406877"/>
              <a:gd name="connsiteY7-48" fmla="*/ 2044477 h 2044477"/>
              <a:gd name="connsiteX0-49" fmla="*/ 148584 w 1406877"/>
              <a:gd name="connsiteY0-50" fmla="*/ 2044477 h 2044477"/>
              <a:gd name="connsiteX1-51" fmla="*/ 118571 w 1406877"/>
              <a:gd name="connsiteY1-52" fmla="*/ 1979996 h 2044477"/>
              <a:gd name="connsiteX2-53" fmla="*/ 11855 w 1406877"/>
              <a:gd name="connsiteY2-54" fmla="*/ 1552698 h 2044477"/>
              <a:gd name="connsiteX3-55" fmla="*/ 649963 w 1406877"/>
              <a:gd name="connsiteY3-56" fmla="*/ 0 h 2044477"/>
              <a:gd name="connsiteX4-57" fmla="*/ 1406877 w 1406877"/>
              <a:gd name="connsiteY4-58" fmla="*/ 947834 h 2044477"/>
              <a:gd name="connsiteX5-59" fmla="*/ 1406877 w 1406877"/>
              <a:gd name="connsiteY5-60" fmla="*/ 2034781 h 2044477"/>
              <a:gd name="connsiteX6-61" fmla="*/ 1402315 w 1406877"/>
              <a:gd name="connsiteY6-62" fmla="*/ 2044477 h 2044477"/>
              <a:gd name="connsiteX0-63" fmla="*/ 148584 w 1406877"/>
              <a:gd name="connsiteY0-64" fmla="*/ 2044477 h 2044477"/>
              <a:gd name="connsiteX1-65" fmla="*/ 118571 w 1406877"/>
              <a:gd name="connsiteY1-66" fmla="*/ 1979996 h 2044477"/>
              <a:gd name="connsiteX2-67" fmla="*/ 11855 w 1406877"/>
              <a:gd name="connsiteY2-68" fmla="*/ 1552698 h 2044477"/>
              <a:gd name="connsiteX3-69" fmla="*/ 649963 w 1406877"/>
              <a:gd name="connsiteY3-70" fmla="*/ 0 h 2044477"/>
              <a:gd name="connsiteX4-71" fmla="*/ 1406877 w 1406877"/>
              <a:gd name="connsiteY4-72" fmla="*/ 947834 h 2044477"/>
              <a:gd name="connsiteX5-73" fmla="*/ 1406877 w 1406877"/>
              <a:gd name="connsiteY5-74" fmla="*/ 2034781 h 2044477"/>
              <a:gd name="connsiteX0-75" fmla="*/ 148584 w 1406877"/>
              <a:gd name="connsiteY0-76" fmla="*/ 2044477 h 2044477"/>
              <a:gd name="connsiteX1-77" fmla="*/ 118571 w 1406877"/>
              <a:gd name="connsiteY1-78" fmla="*/ 1979996 h 2044477"/>
              <a:gd name="connsiteX2-79" fmla="*/ 11855 w 1406877"/>
              <a:gd name="connsiteY2-80" fmla="*/ 1552698 h 2044477"/>
              <a:gd name="connsiteX3-81" fmla="*/ 649963 w 1406877"/>
              <a:gd name="connsiteY3-82" fmla="*/ 0 h 2044477"/>
              <a:gd name="connsiteX4-83" fmla="*/ 1406877 w 1406877"/>
              <a:gd name="connsiteY4-84" fmla="*/ 2034781 h 2044477"/>
              <a:gd name="connsiteX0-85" fmla="*/ 148584 w 649963"/>
              <a:gd name="connsiteY0-86" fmla="*/ 2044477 h 2044477"/>
              <a:gd name="connsiteX1-87" fmla="*/ 118571 w 649963"/>
              <a:gd name="connsiteY1-88" fmla="*/ 1979996 h 2044477"/>
              <a:gd name="connsiteX2-89" fmla="*/ 11855 w 649963"/>
              <a:gd name="connsiteY2-90" fmla="*/ 1552698 h 2044477"/>
              <a:gd name="connsiteX3-91" fmla="*/ 649963 w 649963"/>
              <a:gd name="connsiteY3-92" fmla="*/ 0 h 2044477"/>
            </a:gdLst>
            <a:ahLst/>
            <a:cxnLst>
              <a:cxn ang="0">
                <a:pos x="connsiteX0-1" y="connsiteY0-2"/>
              </a:cxn>
              <a:cxn ang="0">
                <a:pos x="connsiteX1-3" y="connsiteY1-4"/>
              </a:cxn>
              <a:cxn ang="0">
                <a:pos x="connsiteX2-5" y="connsiteY2-6"/>
              </a:cxn>
              <a:cxn ang="0">
                <a:pos x="connsiteX3-7" y="connsiteY3-8"/>
              </a:cxn>
            </a:cxnLst>
            <a:rect l="l" t="t" r="r" b="b"/>
            <a:pathLst>
              <a:path w="649963" h="2044477">
                <a:moveTo>
                  <a:pt x="148584" y="2044477"/>
                </a:moveTo>
                <a:lnTo>
                  <a:pt x="118571" y="1979996"/>
                </a:lnTo>
                <a:cubicBezTo>
                  <a:pt x="65551" y="1844343"/>
                  <a:pt x="29293" y="1700958"/>
                  <a:pt x="11855" y="1552698"/>
                </a:cubicBezTo>
                <a:cubicBezTo>
                  <a:pt x="-57895" y="959659"/>
                  <a:pt x="183361" y="372616"/>
                  <a:pt x="649963" y="0"/>
                </a:cubicBez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22" name="任意多边形: 形状 21"/>
          <p:cNvSpPr>
            <a:spLocks noChangeAspect="1"/>
          </p:cNvSpPr>
          <p:nvPr userDrawn="1">
            <p:custDataLst>
              <p:tags r:id="rId5"/>
            </p:custDataLst>
          </p:nvPr>
        </p:nvSpPr>
        <p:spPr>
          <a:xfrm rot="16200000">
            <a:off x="9243622" y="127619"/>
            <a:ext cx="1736864" cy="1481625"/>
          </a:xfrm>
          <a:custGeom>
            <a:avLst/>
            <a:gdLst>
              <a:gd name="connsiteX0" fmla="*/ 1736864 w 4216134"/>
              <a:gd name="connsiteY0" fmla="*/ 0 h 2483593"/>
              <a:gd name="connsiteX1" fmla="*/ 1736864 w 4216134"/>
              <a:gd name="connsiteY1" fmla="*/ 2483593 h 2483593"/>
              <a:gd name="connsiteX2" fmla="*/ 0 w 4216134"/>
              <a:gd name="connsiteY2" fmla="*/ 1481625 h 2483593"/>
              <a:gd name="connsiteX3" fmla="*/ 1576110 w 4216134"/>
              <a:gd name="connsiteY3" fmla="*/ 24177 h 2483593"/>
              <a:gd name="connsiteX4" fmla="*/ 4216134 w 4216134"/>
              <a:gd name="connsiteY4" fmla="*/ 2124236 h 2483593"/>
              <a:gd name="connsiteX5" fmla="*/ 4216093 w 4216134"/>
              <a:gd name="connsiteY5" fmla="*/ 2125372 h 2483593"/>
              <a:gd name="connsiteX6" fmla="*/ 4216093 w 4216134"/>
              <a:gd name="connsiteY6" fmla="*/ 2123168 h 2483593"/>
              <a:gd name="connsiteX0-1" fmla="*/ 1736864 w 4216134"/>
              <a:gd name="connsiteY0-2" fmla="*/ 0 h 2483593"/>
              <a:gd name="connsiteX1-3" fmla="*/ 1736864 w 4216134"/>
              <a:gd name="connsiteY1-4" fmla="*/ 2483593 h 2483593"/>
              <a:gd name="connsiteX2-5" fmla="*/ 885963 w 4216134"/>
              <a:gd name="connsiteY2-6" fmla="*/ 2007958 h 2483593"/>
              <a:gd name="connsiteX3-7" fmla="*/ 0 w 4216134"/>
              <a:gd name="connsiteY3-8" fmla="*/ 1481625 h 2483593"/>
              <a:gd name="connsiteX4-9" fmla="*/ 1576110 w 4216134"/>
              <a:gd name="connsiteY4-10" fmla="*/ 24177 h 2483593"/>
              <a:gd name="connsiteX5-11" fmla="*/ 1736864 w 4216134"/>
              <a:gd name="connsiteY5-12" fmla="*/ 0 h 2483593"/>
              <a:gd name="connsiteX6-13" fmla="*/ 4216134 w 4216134"/>
              <a:gd name="connsiteY6-14" fmla="*/ 2124236 h 2483593"/>
              <a:gd name="connsiteX7" fmla="*/ 4216093 w 4216134"/>
              <a:gd name="connsiteY7" fmla="*/ 2125372 h 2483593"/>
              <a:gd name="connsiteX8" fmla="*/ 4216093 w 4216134"/>
              <a:gd name="connsiteY8" fmla="*/ 2123168 h 2483593"/>
              <a:gd name="connsiteX9" fmla="*/ 4216134 w 4216134"/>
              <a:gd name="connsiteY9" fmla="*/ 2124236 h 2483593"/>
              <a:gd name="connsiteX0-15" fmla="*/ 885963 w 4216134"/>
              <a:gd name="connsiteY0-16" fmla="*/ 2007958 h 2483593"/>
              <a:gd name="connsiteX1-17" fmla="*/ 0 w 4216134"/>
              <a:gd name="connsiteY1-18" fmla="*/ 1481625 h 2483593"/>
              <a:gd name="connsiteX2-19" fmla="*/ 1576110 w 4216134"/>
              <a:gd name="connsiteY2-20" fmla="*/ 24177 h 2483593"/>
              <a:gd name="connsiteX3-21" fmla="*/ 1736864 w 4216134"/>
              <a:gd name="connsiteY3-22" fmla="*/ 0 h 2483593"/>
              <a:gd name="connsiteX4-23" fmla="*/ 4216134 w 4216134"/>
              <a:gd name="connsiteY4-24" fmla="*/ 2124236 h 2483593"/>
              <a:gd name="connsiteX5-25" fmla="*/ 4216093 w 4216134"/>
              <a:gd name="connsiteY5-26" fmla="*/ 2125372 h 2483593"/>
              <a:gd name="connsiteX6-27" fmla="*/ 4216093 w 4216134"/>
              <a:gd name="connsiteY6-28" fmla="*/ 2123168 h 2483593"/>
              <a:gd name="connsiteX7-29" fmla="*/ 4216134 w 4216134"/>
              <a:gd name="connsiteY7-30" fmla="*/ 2124236 h 2483593"/>
              <a:gd name="connsiteX8-31" fmla="*/ 1736864 w 4216134"/>
              <a:gd name="connsiteY8-32" fmla="*/ 2483593 h 2483593"/>
              <a:gd name="connsiteX9-33" fmla="*/ 977403 w 4216134"/>
              <a:gd name="connsiteY9-34" fmla="*/ 2099398 h 2483593"/>
              <a:gd name="connsiteX0-35" fmla="*/ 885963 w 4216134"/>
              <a:gd name="connsiteY0-36" fmla="*/ 2007958 h 2483593"/>
              <a:gd name="connsiteX1-37" fmla="*/ 0 w 4216134"/>
              <a:gd name="connsiteY1-38" fmla="*/ 1481625 h 2483593"/>
              <a:gd name="connsiteX2-39" fmla="*/ 1576110 w 4216134"/>
              <a:gd name="connsiteY2-40" fmla="*/ 24177 h 2483593"/>
              <a:gd name="connsiteX3-41" fmla="*/ 1736864 w 4216134"/>
              <a:gd name="connsiteY3-42" fmla="*/ 0 h 2483593"/>
              <a:gd name="connsiteX4-43" fmla="*/ 885963 w 4216134"/>
              <a:gd name="connsiteY4-44" fmla="*/ 2007958 h 2483593"/>
              <a:gd name="connsiteX5-45" fmla="*/ 4216134 w 4216134"/>
              <a:gd name="connsiteY5-46" fmla="*/ 2124236 h 2483593"/>
              <a:gd name="connsiteX6-47" fmla="*/ 4216093 w 4216134"/>
              <a:gd name="connsiteY6-48" fmla="*/ 2125372 h 2483593"/>
              <a:gd name="connsiteX7-49" fmla="*/ 4216093 w 4216134"/>
              <a:gd name="connsiteY7-50" fmla="*/ 2123168 h 2483593"/>
              <a:gd name="connsiteX8-51" fmla="*/ 4216134 w 4216134"/>
              <a:gd name="connsiteY8-52" fmla="*/ 2124236 h 2483593"/>
              <a:gd name="connsiteX9-53" fmla="*/ 1736864 w 4216134"/>
              <a:gd name="connsiteY9-54" fmla="*/ 2483593 h 2483593"/>
              <a:gd name="connsiteX0-55" fmla="*/ 885963 w 4216134"/>
              <a:gd name="connsiteY0-56" fmla="*/ 2007958 h 2125372"/>
              <a:gd name="connsiteX1-57" fmla="*/ 0 w 4216134"/>
              <a:gd name="connsiteY1-58" fmla="*/ 1481625 h 2125372"/>
              <a:gd name="connsiteX2-59" fmla="*/ 1576110 w 4216134"/>
              <a:gd name="connsiteY2-60" fmla="*/ 24177 h 2125372"/>
              <a:gd name="connsiteX3-61" fmla="*/ 1736864 w 4216134"/>
              <a:gd name="connsiteY3-62" fmla="*/ 0 h 2125372"/>
              <a:gd name="connsiteX4-63" fmla="*/ 885963 w 4216134"/>
              <a:gd name="connsiteY4-64" fmla="*/ 2007958 h 2125372"/>
              <a:gd name="connsiteX5-65" fmla="*/ 4216134 w 4216134"/>
              <a:gd name="connsiteY5-66" fmla="*/ 2124236 h 2125372"/>
              <a:gd name="connsiteX6-67" fmla="*/ 4216093 w 4216134"/>
              <a:gd name="connsiteY6-68" fmla="*/ 2125372 h 2125372"/>
              <a:gd name="connsiteX7-69" fmla="*/ 4216093 w 4216134"/>
              <a:gd name="connsiteY7-70" fmla="*/ 2123168 h 2125372"/>
              <a:gd name="connsiteX8-71" fmla="*/ 4216134 w 4216134"/>
              <a:gd name="connsiteY8-72" fmla="*/ 2124236 h 2125372"/>
              <a:gd name="connsiteX0-73" fmla="*/ 885963 w 4216134"/>
              <a:gd name="connsiteY0-74" fmla="*/ 2007958 h 2125372"/>
              <a:gd name="connsiteX1-75" fmla="*/ 0 w 4216134"/>
              <a:gd name="connsiteY1-76" fmla="*/ 1481625 h 2125372"/>
              <a:gd name="connsiteX2-77" fmla="*/ 1576110 w 4216134"/>
              <a:gd name="connsiteY2-78" fmla="*/ 24177 h 2125372"/>
              <a:gd name="connsiteX3-79" fmla="*/ 1736864 w 4216134"/>
              <a:gd name="connsiteY3-80" fmla="*/ 0 h 2125372"/>
              <a:gd name="connsiteX4-81" fmla="*/ 885963 w 4216134"/>
              <a:gd name="connsiteY4-82" fmla="*/ 2007958 h 2125372"/>
              <a:gd name="connsiteX5-83" fmla="*/ 4216134 w 4216134"/>
              <a:gd name="connsiteY5-84" fmla="*/ 2124236 h 2125372"/>
              <a:gd name="connsiteX6-85" fmla="*/ 4216093 w 4216134"/>
              <a:gd name="connsiteY6-86" fmla="*/ 2125372 h 2125372"/>
              <a:gd name="connsiteX7-87" fmla="*/ 4216093 w 4216134"/>
              <a:gd name="connsiteY7-88" fmla="*/ 2123168 h 2125372"/>
              <a:gd name="connsiteX0-89" fmla="*/ 885963 w 4216134"/>
              <a:gd name="connsiteY0-90" fmla="*/ 2007958 h 2125372"/>
              <a:gd name="connsiteX1-91" fmla="*/ 0 w 4216134"/>
              <a:gd name="connsiteY1-92" fmla="*/ 1481625 h 2125372"/>
              <a:gd name="connsiteX2-93" fmla="*/ 1576110 w 4216134"/>
              <a:gd name="connsiteY2-94" fmla="*/ 24177 h 2125372"/>
              <a:gd name="connsiteX3-95" fmla="*/ 1736864 w 4216134"/>
              <a:gd name="connsiteY3-96" fmla="*/ 0 h 2125372"/>
              <a:gd name="connsiteX4-97" fmla="*/ 885963 w 4216134"/>
              <a:gd name="connsiteY4-98" fmla="*/ 2007958 h 2125372"/>
              <a:gd name="connsiteX5-99" fmla="*/ 4216134 w 4216134"/>
              <a:gd name="connsiteY5-100" fmla="*/ 2124236 h 2125372"/>
              <a:gd name="connsiteX6-101" fmla="*/ 4216093 w 4216134"/>
              <a:gd name="connsiteY6-102" fmla="*/ 2125372 h 2125372"/>
              <a:gd name="connsiteX0-103" fmla="*/ 885963 w 1736864"/>
              <a:gd name="connsiteY0-104" fmla="*/ 2007958 h 2007958"/>
              <a:gd name="connsiteX1-105" fmla="*/ 0 w 1736864"/>
              <a:gd name="connsiteY1-106" fmla="*/ 1481625 h 2007958"/>
              <a:gd name="connsiteX2-107" fmla="*/ 1576110 w 1736864"/>
              <a:gd name="connsiteY2-108" fmla="*/ 24177 h 2007958"/>
              <a:gd name="connsiteX3-109" fmla="*/ 1736864 w 1736864"/>
              <a:gd name="connsiteY3-110" fmla="*/ 0 h 2007958"/>
              <a:gd name="connsiteX4-111" fmla="*/ 885963 w 1736864"/>
              <a:gd name="connsiteY4-112" fmla="*/ 2007958 h 2007958"/>
              <a:gd name="connsiteX0-113" fmla="*/ 0 w 1736864"/>
              <a:gd name="connsiteY0-114" fmla="*/ 1481625 h 2099398"/>
              <a:gd name="connsiteX1-115" fmla="*/ 1576110 w 1736864"/>
              <a:gd name="connsiteY1-116" fmla="*/ 24177 h 2099398"/>
              <a:gd name="connsiteX2-117" fmla="*/ 1736864 w 1736864"/>
              <a:gd name="connsiteY2-118" fmla="*/ 0 h 2099398"/>
              <a:gd name="connsiteX3-119" fmla="*/ 977403 w 1736864"/>
              <a:gd name="connsiteY3-120" fmla="*/ 2099398 h 2099398"/>
              <a:gd name="connsiteX0-121" fmla="*/ 0 w 1736864"/>
              <a:gd name="connsiteY0-122" fmla="*/ 1481625 h 1481625"/>
              <a:gd name="connsiteX1-123" fmla="*/ 1576110 w 1736864"/>
              <a:gd name="connsiteY1-124" fmla="*/ 24177 h 1481625"/>
              <a:gd name="connsiteX2-125" fmla="*/ 1736864 w 1736864"/>
              <a:gd name="connsiteY2-126" fmla="*/ 0 h 1481625"/>
            </a:gdLst>
            <a:ahLst/>
            <a:cxnLst>
              <a:cxn ang="0">
                <a:pos x="connsiteX0-1" y="connsiteY0-2"/>
              </a:cxn>
              <a:cxn ang="0">
                <a:pos x="connsiteX1-3" y="connsiteY1-4"/>
              </a:cxn>
              <a:cxn ang="0">
                <a:pos x="connsiteX2-5" y="connsiteY2-6"/>
              </a:cxn>
            </a:cxnLst>
            <a:rect l="l" t="t" r="r" b="b"/>
            <a:pathLst>
              <a:path w="1736864" h="1481625">
                <a:moveTo>
                  <a:pt x="0" y="1481625"/>
                </a:moveTo>
                <a:cubicBezTo>
                  <a:pt x="231589" y="742961"/>
                  <a:pt x="837233" y="193516"/>
                  <a:pt x="1576110" y="24177"/>
                </a:cubicBezTo>
                <a:lnTo>
                  <a:pt x="1736864" y="0"/>
                </a:ln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1" name="椭圆 10"/>
          <p:cNvSpPr>
            <a:spLocks noChangeAspect="1"/>
          </p:cNvSpPr>
          <p:nvPr userDrawn="1">
            <p:custDataLst>
              <p:tags r:id="rId6"/>
            </p:custDataLst>
          </p:nvPr>
        </p:nvSpPr>
        <p:spPr>
          <a:xfrm rot="16200000">
            <a:off x="11716140" y="1332452"/>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8" name="任意多边形: 形状 17"/>
          <p:cNvSpPr>
            <a:spLocks noChangeAspect="1"/>
          </p:cNvSpPr>
          <p:nvPr userDrawn="1">
            <p:custDataLst>
              <p:tags r:id="rId7"/>
            </p:custDataLst>
          </p:nvPr>
        </p:nvSpPr>
        <p:spPr>
          <a:xfrm rot="16200000">
            <a:off x="10791949" y="-474418"/>
            <a:ext cx="916108" cy="1883994"/>
          </a:xfrm>
          <a:custGeom>
            <a:avLst/>
            <a:gdLst>
              <a:gd name="connsiteX0" fmla="*/ 916108 w 916108"/>
              <a:gd name="connsiteY0" fmla="*/ 0 h 1883994"/>
              <a:gd name="connsiteX1" fmla="*/ 916108 w 916108"/>
              <a:gd name="connsiteY1" fmla="*/ 1883994 h 1883994"/>
              <a:gd name="connsiteX2" fmla="*/ 212597 w 916108"/>
              <a:gd name="connsiteY2" fmla="*/ 1883994 h 1883994"/>
              <a:gd name="connsiteX3" fmla="*/ 211412 w 916108"/>
              <a:gd name="connsiteY3" fmla="*/ 1882408 h 1883994"/>
              <a:gd name="connsiteX4" fmla="*/ 0 w 916108"/>
              <a:gd name="connsiteY4" fmla="*/ 1190294 h 1883994"/>
              <a:gd name="connsiteX5" fmla="*/ 756045 w 916108"/>
              <a:gd name="connsiteY5" fmla="*/ 49686 h 1883994"/>
              <a:gd name="connsiteX0-1" fmla="*/ 916108 w 916108"/>
              <a:gd name="connsiteY0-2" fmla="*/ 0 h 1909394"/>
              <a:gd name="connsiteX1-3" fmla="*/ 916108 w 916108"/>
              <a:gd name="connsiteY1-4" fmla="*/ 1883994 h 1909394"/>
              <a:gd name="connsiteX2-5" fmla="*/ 547808 w 916108"/>
              <a:gd name="connsiteY2-6" fmla="*/ 1909394 h 1909394"/>
              <a:gd name="connsiteX3-7" fmla="*/ 212597 w 916108"/>
              <a:gd name="connsiteY3-8" fmla="*/ 1883994 h 1909394"/>
              <a:gd name="connsiteX4-9" fmla="*/ 211412 w 916108"/>
              <a:gd name="connsiteY4-10" fmla="*/ 1882408 h 1909394"/>
              <a:gd name="connsiteX5-11" fmla="*/ 0 w 916108"/>
              <a:gd name="connsiteY5-12" fmla="*/ 1190294 h 1909394"/>
              <a:gd name="connsiteX6" fmla="*/ 756045 w 916108"/>
              <a:gd name="connsiteY6" fmla="*/ 49686 h 1909394"/>
              <a:gd name="connsiteX7" fmla="*/ 916108 w 916108"/>
              <a:gd name="connsiteY7" fmla="*/ 0 h 1909394"/>
              <a:gd name="connsiteX0-13" fmla="*/ 547808 w 916108"/>
              <a:gd name="connsiteY0-14" fmla="*/ 1909394 h 2000834"/>
              <a:gd name="connsiteX1-15" fmla="*/ 212597 w 916108"/>
              <a:gd name="connsiteY1-16" fmla="*/ 1883994 h 2000834"/>
              <a:gd name="connsiteX2-17" fmla="*/ 211412 w 916108"/>
              <a:gd name="connsiteY2-18" fmla="*/ 1882408 h 2000834"/>
              <a:gd name="connsiteX3-19" fmla="*/ 0 w 916108"/>
              <a:gd name="connsiteY3-20" fmla="*/ 1190294 h 2000834"/>
              <a:gd name="connsiteX4-21" fmla="*/ 756045 w 916108"/>
              <a:gd name="connsiteY4-22" fmla="*/ 49686 h 2000834"/>
              <a:gd name="connsiteX5-23" fmla="*/ 916108 w 916108"/>
              <a:gd name="connsiteY5-24" fmla="*/ 0 h 2000834"/>
              <a:gd name="connsiteX6-25" fmla="*/ 916108 w 916108"/>
              <a:gd name="connsiteY6-26" fmla="*/ 1883994 h 2000834"/>
              <a:gd name="connsiteX7-27" fmla="*/ 639248 w 916108"/>
              <a:gd name="connsiteY7-28" fmla="*/ 2000834 h 2000834"/>
              <a:gd name="connsiteX0-29" fmla="*/ 547808 w 916108"/>
              <a:gd name="connsiteY0-30" fmla="*/ 1909394 h 1909394"/>
              <a:gd name="connsiteX1-31" fmla="*/ 212597 w 916108"/>
              <a:gd name="connsiteY1-32" fmla="*/ 1883994 h 1909394"/>
              <a:gd name="connsiteX2-33" fmla="*/ 211412 w 916108"/>
              <a:gd name="connsiteY2-34" fmla="*/ 1882408 h 1909394"/>
              <a:gd name="connsiteX3-35" fmla="*/ 0 w 916108"/>
              <a:gd name="connsiteY3-36" fmla="*/ 1190294 h 1909394"/>
              <a:gd name="connsiteX4-37" fmla="*/ 756045 w 916108"/>
              <a:gd name="connsiteY4-38" fmla="*/ 49686 h 1909394"/>
              <a:gd name="connsiteX5-39" fmla="*/ 916108 w 916108"/>
              <a:gd name="connsiteY5-40" fmla="*/ 0 h 1909394"/>
              <a:gd name="connsiteX6-41" fmla="*/ 916108 w 916108"/>
              <a:gd name="connsiteY6-42" fmla="*/ 1883994 h 1909394"/>
              <a:gd name="connsiteX0-43" fmla="*/ 547808 w 916108"/>
              <a:gd name="connsiteY0-44" fmla="*/ 1909394 h 1909394"/>
              <a:gd name="connsiteX1-45" fmla="*/ 212597 w 916108"/>
              <a:gd name="connsiteY1-46" fmla="*/ 1883994 h 1909394"/>
              <a:gd name="connsiteX2-47" fmla="*/ 211412 w 916108"/>
              <a:gd name="connsiteY2-48" fmla="*/ 1882408 h 1909394"/>
              <a:gd name="connsiteX3-49" fmla="*/ 0 w 916108"/>
              <a:gd name="connsiteY3-50" fmla="*/ 1190294 h 1909394"/>
              <a:gd name="connsiteX4-51" fmla="*/ 756045 w 916108"/>
              <a:gd name="connsiteY4-52" fmla="*/ 49686 h 1909394"/>
              <a:gd name="connsiteX5-53" fmla="*/ 916108 w 916108"/>
              <a:gd name="connsiteY5-54" fmla="*/ 0 h 1909394"/>
              <a:gd name="connsiteX0-55" fmla="*/ 212597 w 916108"/>
              <a:gd name="connsiteY0-56" fmla="*/ 1883994 h 1883994"/>
              <a:gd name="connsiteX1-57" fmla="*/ 211412 w 916108"/>
              <a:gd name="connsiteY1-58" fmla="*/ 1882408 h 1883994"/>
              <a:gd name="connsiteX2-59" fmla="*/ 0 w 916108"/>
              <a:gd name="connsiteY2-60" fmla="*/ 1190294 h 1883994"/>
              <a:gd name="connsiteX3-61" fmla="*/ 756045 w 916108"/>
              <a:gd name="connsiteY3-62" fmla="*/ 49686 h 1883994"/>
              <a:gd name="connsiteX4-63" fmla="*/ 916108 w 916108"/>
              <a:gd name="connsiteY4-64" fmla="*/ 0 h 188399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6108" h="1883994">
                <a:moveTo>
                  <a:pt x="212597" y="1883994"/>
                </a:moveTo>
                <a:lnTo>
                  <a:pt x="211412" y="1882408"/>
                </a:lnTo>
                <a:cubicBezTo>
                  <a:pt x="77937" y="1684840"/>
                  <a:pt x="0" y="1446669"/>
                  <a:pt x="0" y="1190294"/>
                </a:cubicBezTo>
                <a:cubicBezTo>
                  <a:pt x="0" y="677544"/>
                  <a:pt x="311749" y="237608"/>
                  <a:pt x="756045" y="49686"/>
                </a:cubicBezTo>
                <a:lnTo>
                  <a:pt x="916108" y="0"/>
                </a:lnTo>
              </a:path>
            </a:pathLst>
          </a:custGeom>
          <a:noFill/>
          <a:ln w="19050">
            <a:solidFill>
              <a:schemeClr val="accent1">
                <a:lumMod val="40000"/>
                <a:lumOff val="60000"/>
                <a:alpha val="42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useBgFill="1">
        <p:nvSpPr>
          <p:cNvPr id="13" name="椭圆 12"/>
          <p:cNvSpPr>
            <a:spLocks noChangeAspect="1"/>
          </p:cNvSpPr>
          <p:nvPr userDrawn="1">
            <p:custDataLst>
              <p:tags r:id="rId8"/>
            </p:custDataLst>
          </p:nvPr>
        </p:nvSpPr>
        <p:spPr>
          <a:xfrm rot="16200000">
            <a:off x="9597937" y="720000"/>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2" name="标题 11"/>
          <p:cNvSpPr>
            <a:spLocks noGrp="1"/>
          </p:cNvSpPr>
          <p:nvPr>
            <p:ph type="ctrTitle" idx="16385" hasCustomPrompt="1"/>
            <p:custDataLst>
              <p:tags r:id="rId9"/>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4" name="内容占位符 13"/>
          <p:cNvSpPr>
            <a:spLocks noGrp="1"/>
          </p:cNvSpPr>
          <p:nvPr>
            <p:ph idx="16390" hasCustomPrompt="1"/>
            <p:custDataLst>
              <p:tags r:id="rId10"/>
            </p:custDataLst>
          </p:nvPr>
        </p:nvSpPr>
        <p:spPr>
          <a:xfrm>
            <a:off x="609600" y="1524000"/>
            <a:ext cx="3581400" cy="4724400"/>
          </a:xfrm>
          <a:custGeom>
            <a:avLst/>
            <a:gdLst>
              <a:gd name="connisteX0" fmla="*/ 0 w 3581400"/>
              <a:gd name="connsiteY0" fmla="*/ 203200 h 4724400"/>
              <a:gd name="connisteX1" fmla="*/ 203200 w 3581400"/>
              <a:gd name="connsiteY1" fmla="*/ 0 h 4724400"/>
              <a:gd name="connisteX2" fmla="*/ 3581400 w 3581400"/>
              <a:gd name="connsiteY2" fmla="*/ 0 h 4724400"/>
              <a:gd name="connisteX3" fmla="*/ 3581400 w 3581400"/>
              <a:gd name="connsiteY3" fmla="*/ 4724400 h 4724400"/>
              <a:gd name="connisteX4" fmla="*/ 203200 w 3581400"/>
              <a:gd name="connsiteY4" fmla="*/ 4724400 h 4724400"/>
              <a:gd name="connisteX5" fmla="*/ 0 w 3581400"/>
              <a:gd name="connsiteY5" fmla="*/ 4521200 h 4724400"/>
              <a:gd name="connisteX6" fmla="*/ 0 w 3581400"/>
              <a:gd name="connsiteY6"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581400" h="4724400">
                <a:moveTo>
                  <a:pt x="0" y="203200"/>
                </a:moveTo>
                <a:cubicBezTo>
                  <a:pt x="0" y="90976"/>
                  <a:pt x="90976" y="0"/>
                  <a:pt x="203200" y="0"/>
                </a:cubicBezTo>
                <a:lnTo>
                  <a:pt x="3581400" y="0"/>
                </a:lnTo>
                <a:lnTo>
                  <a:pt x="3581400" y="4724400"/>
                </a:lnTo>
                <a:lnTo>
                  <a:pt x="203200" y="4724400"/>
                </a:lnTo>
                <a:cubicBezTo>
                  <a:pt x="90976" y="4724400"/>
                  <a:pt x="0" y="4633424"/>
                  <a:pt x="0" y="452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6" name="装饰  5"/>
          <p:cNvSpPr>
            <a:spLocks noGrp="1"/>
          </p:cNvSpPr>
          <p:nvPr>
            <p:ph type="body" idx="16391" hasCustomPrompt="1"/>
            <p:custDataLst>
              <p:tags r:id="rId11"/>
            </p:custDataLst>
          </p:nvPr>
        </p:nvSpPr>
        <p:spPr>
          <a:xfrm>
            <a:off x="4191000" y="1524000"/>
            <a:ext cx="7391400" cy="4724400"/>
          </a:xfrm>
          <a:custGeom>
            <a:avLst/>
            <a:gdLst>
              <a:gd name="connisteX0" fmla="*/ 0 w 7391400"/>
              <a:gd name="connsiteY0" fmla="*/ 0 h 4724400"/>
              <a:gd name="connisteX1" fmla="*/ 7188200 w 7391400"/>
              <a:gd name="connsiteY1" fmla="*/ 0 h 4724400"/>
              <a:gd name="connisteX2" fmla="*/ 7391400 w 7391400"/>
              <a:gd name="connsiteY2" fmla="*/ 203200 h 4724400"/>
              <a:gd name="connisteX3" fmla="*/ 7391400 w 7391400"/>
              <a:gd name="connsiteY3" fmla="*/ 4521200 h 4724400"/>
              <a:gd name="connisteX4" fmla="*/ 7188200 w 7391400"/>
              <a:gd name="connsiteY4" fmla="*/ 4724400 h 4724400"/>
              <a:gd name="connisteX5" fmla="*/ 0 w 7391400"/>
              <a:gd name="connsiteY5" fmla="*/ 4724400 h 4724400"/>
              <a:gd name="connisteX6" fmla="*/ 0 w 7391400"/>
              <a:gd name="connsiteY6" fmla="*/ 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7391400" h="4724400">
                <a:moveTo>
                  <a:pt x="0" y="0"/>
                </a:moveTo>
                <a:lnTo>
                  <a:pt x="7188200" y="0"/>
                </a:lnTo>
                <a:cubicBezTo>
                  <a:pt x="7300424" y="0"/>
                  <a:pt x="7391400" y="90976"/>
                  <a:pt x="7391400" y="203200"/>
                </a:cubicBezTo>
                <a:lnTo>
                  <a:pt x="7391400" y="4521200"/>
                </a:lnTo>
                <a:cubicBezTo>
                  <a:pt x="7391400" y="4633424"/>
                  <a:pt x="7300424" y="4724400"/>
                  <a:pt x="7188200" y="4724400"/>
                </a:cubicBezTo>
                <a:lnTo>
                  <a:pt x="0" y="4724400"/>
                </a:ln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文本占位符 16"/>
          <p:cNvSpPr>
            <a:spLocks noGrp="1"/>
          </p:cNvSpPr>
          <p:nvPr>
            <p:ph type="body" idx="16386" hasCustomPrompt="1"/>
            <p:custDataLst>
              <p:tags r:id="rId12"/>
            </p:custDataLst>
          </p:nvPr>
        </p:nvSpPr>
        <p:spPr>
          <a:xfrm>
            <a:off x="4648200" y="2108200"/>
            <a:ext cx="6477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9" name="文本占位符 18"/>
          <p:cNvSpPr>
            <a:spLocks noGrp="1"/>
          </p:cNvSpPr>
          <p:nvPr>
            <p:ph type="body" idx="16387" hasCustomPrompt="1"/>
            <p:custDataLst>
              <p:tags r:id="rId13"/>
            </p:custDataLst>
          </p:nvPr>
        </p:nvSpPr>
        <p:spPr>
          <a:xfrm>
            <a:off x="4648200" y="2667000"/>
            <a:ext cx="64770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0" name="文本占位符 19"/>
          <p:cNvSpPr>
            <a:spLocks noGrp="1"/>
          </p:cNvSpPr>
          <p:nvPr>
            <p:ph type="body" idx="16388" hasCustomPrompt="1"/>
            <p:custDataLst>
              <p:tags r:id="rId14"/>
            </p:custDataLst>
          </p:nvPr>
        </p:nvSpPr>
        <p:spPr>
          <a:xfrm>
            <a:off x="4648200" y="4191000"/>
            <a:ext cx="6477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1" name="文本占位符 20"/>
          <p:cNvSpPr>
            <a:spLocks noGrp="1"/>
          </p:cNvSpPr>
          <p:nvPr>
            <p:ph type="body" idx="16389" hasCustomPrompt="1"/>
            <p:custDataLst>
              <p:tags r:id="rId15"/>
            </p:custDataLst>
          </p:nvPr>
        </p:nvSpPr>
        <p:spPr>
          <a:xfrm>
            <a:off x="4648200" y="4749800"/>
            <a:ext cx="64770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正文页-51_40">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2025/7/4</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5" name="任意多边形: 形状 14"/>
          <p:cNvSpPr>
            <a:spLocks noChangeAspect="1"/>
          </p:cNvSpPr>
          <p:nvPr userDrawn="1">
            <p:custDataLst>
              <p:tags r:id="rId4"/>
            </p:custDataLst>
          </p:nvPr>
        </p:nvSpPr>
        <p:spPr>
          <a:xfrm rot="16200000">
            <a:off x="10844781" y="59657"/>
            <a:ext cx="649963" cy="2044477"/>
          </a:xfrm>
          <a:custGeom>
            <a:avLst/>
            <a:gdLst>
              <a:gd name="connsiteX0" fmla="*/ 1406877 w 1406877"/>
              <a:gd name="connsiteY0" fmla="*/ 947834 h 2044477"/>
              <a:gd name="connsiteX1" fmla="*/ 1406877 w 1406877"/>
              <a:gd name="connsiteY1" fmla="*/ 2034781 h 2044477"/>
              <a:gd name="connsiteX2" fmla="*/ 1402315 w 1406877"/>
              <a:gd name="connsiteY2" fmla="*/ 2044477 h 2044477"/>
              <a:gd name="connsiteX3" fmla="*/ 148584 w 1406877"/>
              <a:gd name="connsiteY3" fmla="*/ 2044477 h 2044477"/>
              <a:gd name="connsiteX4" fmla="*/ 118571 w 1406877"/>
              <a:gd name="connsiteY4" fmla="*/ 1979996 h 2044477"/>
              <a:gd name="connsiteX5" fmla="*/ 11855 w 1406877"/>
              <a:gd name="connsiteY5" fmla="*/ 1552698 h 2044477"/>
              <a:gd name="connsiteX6" fmla="*/ 649963 w 1406877"/>
              <a:gd name="connsiteY6" fmla="*/ 0 h 2044477"/>
              <a:gd name="connsiteX0-1" fmla="*/ 1406877 w 1406877"/>
              <a:gd name="connsiteY0-2" fmla="*/ 947834 h 2044477"/>
              <a:gd name="connsiteX1-3" fmla="*/ 1406877 w 1406877"/>
              <a:gd name="connsiteY1-4" fmla="*/ 2034781 h 2044477"/>
              <a:gd name="connsiteX2-5" fmla="*/ 1402315 w 1406877"/>
              <a:gd name="connsiteY2-6" fmla="*/ 2044477 h 2044477"/>
              <a:gd name="connsiteX3-7" fmla="*/ 390877 w 1406877"/>
              <a:gd name="connsiteY3-8" fmla="*/ 2044476 h 2044477"/>
              <a:gd name="connsiteX4-9" fmla="*/ 148584 w 1406877"/>
              <a:gd name="connsiteY4-10" fmla="*/ 2044477 h 2044477"/>
              <a:gd name="connsiteX5-11" fmla="*/ 118571 w 1406877"/>
              <a:gd name="connsiteY5-12" fmla="*/ 1979996 h 2044477"/>
              <a:gd name="connsiteX6-13" fmla="*/ 11855 w 1406877"/>
              <a:gd name="connsiteY6-14" fmla="*/ 1552698 h 2044477"/>
              <a:gd name="connsiteX7" fmla="*/ 649963 w 1406877"/>
              <a:gd name="connsiteY7" fmla="*/ 0 h 2044477"/>
              <a:gd name="connsiteX8" fmla="*/ 1406877 w 1406877"/>
              <a:gd name="connsiteY8" fmla="*/ 947834 h 2044477"/>
              <a:gd name="connsiteX0-15" fmla="*/ 390877 w 1406877"/>
              <a:gd name="connsiteY0-16" fmla="*/ 2044476 h 2135916"/>
              <a:gd name="connsiteX1-17" fmla="*/ 148584 w 1406877"/>
              <a:gd name="connsiteY1-18" fmla="*/ 2044477 h 2135916"/>
              <a:gd name="connsiteX2-19" fmla="*/ 118571 w 1406877"/>
              <a:gd name="connsiteY2-20" fmla="*/ 1979996 h 2135916"/>
              <a:gd name="connsiteX3-21" fmla="*/ 11855 w 1406877"/>
              <a:gd name="connsiteY3-22" fmla="*/ 1552698 h 2135916"/>
              <a:gd name="connsiteX4-23" fmla="*/ 649963 w 1406877"/>
              <a:gd name="connsiteY4-24" fmla="*/ 0 h 2135916"/>
              <a:gd name="connsiteX5-25" fmla="*/ 1406877 w 1406877"/>
              <a:gd name="connsiteY5-26" fmla="*/ 947834 h 2135916"/>
              <a:gd name="connsiteX6-27" fmla="*/ 1406877 w 1406877"/>
              <a:gd name="connsiteY6-28" fmla="*/ 2034781 h 2135916"/>
              <a:gd name="connsiteX7-29" fmla="*/ 1402315 w 1406877"/>
              <a:gd name="connsiteY7-30" fmla="*/ 2044477 h 2135916"/>
              <a:gd name="connsiteX8-31" fmla="*/ 482317 w 1406877"/>
              <a:gd name="connsiteY8-32" fmla="*/ 2135916 h 2135916"/>
              <a:gd name="connsiteX0-33" fmla="*/ 390877 w 1406877"/>
              <a:gd name="connsiteY0-34" fmla="*/ 2044476 h 2044477"/>
              <a:gd name="connsiteX1-35" fmla="*/ 148584 w 1406877"/>
              <a:gd name="connsiteY1-36" fmla="*/ 2044477 h 2044477"/>
              <a:gd name="connsiteX2-37" fmla="*/ 118571 w 1406877"/>
              <a:gd name="connsiteY2-38" fmla="*/ 1979996 h 2044477"/>
              <a:gd name="connsiteX3-39" fmla="*/ 11855 w 1406877"/>
              <a:gd name="connsiteY3-40" fmla="*/ 1552698 h 2044477"/>
              <a:gd name="connsiteX4-41" fmla="*/ 649963 w 1406877"/>
              <a:gd name="connsiteY4-42" fmla="*/ 0 h 2044477"/>
              <a:gd name="connsiteX5-43" fmla="*/ 1406877 w 1406877"/>
              <a:gd name="connsiteY5-44" fmla="*/ 947834 h 2044477"/>
              <a:gd name="connsiteX6-45" fmla="*/ 1406877 w 1406877"/>
              <a:gd name="connsiteY6-46" fmla="*/ 2034781 h 2044477"/>
              <a:gd name="connsiteX7-47" fmla="*/ 1402315 w 1406877"/>
              <a:gd name="connsiteY7-48" fmla="*/ 2044477 h 2044477"/>
              <a:gd name="connsiteX0-49" fmla="*/ 148584 w 1406877"/>
              <a:gd name="connsiteY0-50" fmla="*/ 2044477 h 2044477"/>
              <a:gd name="connsiteX1-51" fmla="*/ 118571 w 1406877"/>
              <a:gd name="connsiteY1-52" fmla="*/ 1979996 h 2044477"/>
              <a:gd name="connsiteX2-53" fmla="*/ 11855 w 1406877"/>
              <a:gd name="connsiteY2-54" fmla="*/ 1552698 h 2044477"/>
              <a:gd name="connsiteX3-55" fmla="*/ 649963 w 1406877"/>
              <a:gd name="connsiteY3-56" fmla="*/ 0 h 2044477"/>
              <a:gd name="connsiteX4-57" fmla="*/ 1406877 w 1406877"/>
              <a:gd name="connsiteY4-58" fmla="*/ 947834 h 2044477"/>
              <a:gd name="connsiteX5-59" fmla="*/ 1406877 w 1406877"/>
              <a:gd name="connsiteY5-60" fmla="*/ 2034781 h 2044477"/>
              <a:gd name="connsiteX6-61" fmla="*/ 1402315 w 1406877"/>
              <a:gd name="connsiteY6-62" fmla="*/ 2044477 h 2044477"/>
              <a:gd name="connsiteX0-63" fmla="*/ 148584 w 1406877"/>
              <a:gd name="connsiteY0-64" fmla="*/ 2044477 h 2044477"/>
              <a:gd name="connsiteX1-65" fmla="*/ 118571 w 1406877"/>
              <a:gd name="connsiteY1-66" fmla="*/ 1979996 h 2044477"/>
              <a:gd name="connsiteX2-67" fmla="*/ 11855 w 1406877"/>
              <a:gd name="connsiteY2-68" fmla="*/ 1552698 h 2044477"/>
              <a:gd name="connsiteX3-69" fmla="*/ 649963 w 1406877"/>
              <a:gd name="connsiteY3-70" fmla="*/ 0 h 2044477"/>
              <a:gd name="connsiteX4-71" fmla="*/ 1406877 w 1406877"/>
              <a:gd name="connsiteY4-72" fmla="*/ 947834 h 2044477"/>
              <a:gd name="connsiteX5-73" fmla="*/ 1406877 w 1406877"/>
              <a:gd name="connsiteY5-74" fmla="*/ 2034781 h 2044477"/>
              <a:gd name="connsiteX0-75" fmla="*/ 148584 w 1406877"/>
              <a:gd name="connsiteY0-76" fmla="*/ 2044477 h 2044477"/>
              <a:gd name="connsiteX1-77" fmla="*/ 118571 w 1406877"/>
              <a:gd name="connsiteY1-78" fmla="*/ 1979996 h 2044477"/>
              <a:gd name="connsiteX2-79" fmla="*/ 11855 w 1406877"/>
              <a:gd name="connsiteY2-80" fmla="*/ 1552698 h 2044477"/>
              <a:gd name="connsiteX3-81" fmla="*/ 649963 w 1406877"/>
              <a:gd name="connsiteY3-82" fmla="*/ 0 h 2044477"/>
              <a:gd name="connsiteX4-83" fmla="*/ 1406877 w 1406877"/>
              <a:gd name="connsiteY4-84" fmla="*/ 2034781 h 2044477"/>
              <a:gd name="connsiteX0-85" fmla="*/ 148584 w 649963"/>
              <a:gd name="connsiteY0-86" fmla="*/ 2044477 h 2044477"/>
              <a:gd name="connsiteX1-87" fmla="*/ 118571 w 649963"/>
              <a:gd name="connsiteY1-88" fmla="*/ 1979996 h 2044477"/>
              <a:gd name="connsiteX2-89" fmla="*/ 11855 w 649963"/>
              <a:gd name="connsiteY2-90" fmla="*/ 1552698 h 2044477"/>
              <a:gd name="connsiteX3-91" fmla="*/ 649963 w 649963"/>
              <a:gd name="connsiteY3-92" fmla="*/ 0 h 2044477"/>
            </a:gdLst>
            <a:ahLst/>
            <a:cxnLst>
              <a:cxn ang="0">
                <a:pos x="connsiteX0-1" y="connsiteY0-2"/>
              </a:cxn>
              <a:cxn ang="0">
                <a:pos x="connsiteX1-3" y="connsiteY1-4"/>
              </a:cxn>
              <a:cxn ang="0">
                <a:pos x="connsiteX2-5" y="connsiteY2-6"/>
              </a:cxn>
              <a:cxn ang="0">
                <a:pos x="connsiteX3-7" y="connsiteY3-8"/>
              </a:cxn>
            </a:cxnLst>
            <a:rect l="l" t="t" r="r" b="b"/>
            <a:pathLst>
              <a:path w="649963" h="2044477">
                <a:moveTo>
                  <a:pt x="148584" y="2044477"/>
                </a:moveTo>
                <a:lnTo>
                  <a:pt x="118571" y="1979996"/>
                </a:lnTo>
                <a:cubicBezTo>
                  <a:pt x="65551" y="1844343"/>
                  <a:pt x="29293" y="1700958"/>
                  <a:pt x="11855" y="1552698"/>
                </a:cubicBezTo>
                <a:cubicBezTo>
                  <a:pt x="-57895" y="959659"/>
                  <a:pt x="183361" y="372616"/>
                  <a:pt x="649963" y="0"/>
                </a:cubicBez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22" name="任意多边形: 形状 21"/>
          <p:cNvSpPr>
            <a:spLocks noChangeAspect="1"/>
          </p:cNvSpPr>
          <p:nvPr userDrawn="1">
            <p:custDataLst>
              <p:tags r:id="rId5"/>
            </p:custDataLst>
          </p:nvPr>
        </p:nvSpPr>
        <p:spPr>
          <a:xfrm rot="16200000">
            <a:off x="9243622" y="127619"/>
            <a:ext cx="1736864" cy="1481625"/>
          </a:xfrm>
          <a:custGeom>
            <a:avLst/>
            <a:gdLst>
              <a:gd name="connsiteX0" fmla="*/ 1736864 w 4216134"/>
              <a:gd name="connsiteY0" fmla="*/ 0 h 2483593"/>
              <a:gd name="connsiteX1" fmla="*/ 1736864 w 4216134"/>
              <a:gd name="connsiteY1" fmla="*/ 2483593 h 2483593"/>
              <a:gd name="connsiteX2" fmla="*/ 0 w 4216134"/>
              <a:gd name="connsiteY2" fmla="*/ 1481625 h 2483593"/>
              <a:gd name="connsiteX3" fmla="*/ 1576110 w 4216134"/>
              <a:gd name="connsiteY3" fmla="*/ 24177 h 2483593"/>
              <a:gd name="connsiteX4" fmla="*/ 4216134 w 4216134"/>
              <a:gd name="connsiteY4" fmla="*/ 2124236 h 2483593"/>
              <a:gd name="connsiteX5" fmla="*/ 4216093 w 4216134"/>
              <a:gd name="connsiteY5" fmla="*/ 2125372 h 2483593"/>
              <a:gd name="connsiteX6" fmla="*/ 4216093 w 4216134"/>
              <a:gd name="connsiteY6" fmla="*/ 2123168 h 2483593"/>
              <a:gd name="connsiteX0-1" fmla="*/ 1736864 w 4216134"/>
              <a:gd name="connsiteY0-2" fmla="*/ 0 h 2483593"/>
              <a:gd name="connsiteX1-3" fmla="*/ 1736864 w 4216134"/>
              <a:gd name="connsiteY1-4" fmla="*/ 2483593 h 2483593"/>
              <a:gd name="connsiteX2-5" fmla="*/ 885963 w 4216134"/>
              <a:gd name="connsiteY2-6" fmla="*/ 2007958 h 2483593"/>
              <a:gd name="connsiteX3-7" fmla="*/ 0 w 4216134"/>
              <a:gd name="connsiteY3-8" fmla="*/ 1481625 h 2483593"/>
              <a:gd name="connsiteX4-9" fmla="*/ 1576110 w 4216134"/>
              <a:gd name="connsiteY4-10" fmla="*/ 24177 h 2483593"/>
              <a:gd name="connsiteX5-11" fmla="*/ 1736864 w 4216134"/>
              <a:gd name="connsiteY5-12" fmla="*/ 0 h 2483593"/>
              <a:gd name="connsiteX6-13" fmla="*/ 4216134 w 4216134"/>
              <a:gd name="connsiteY6-14" fmla="*/ 2124236 h 2483593"/>
              <a:gd name="connsiteX7" fmla="*/ 4216093 w 4216134"/>
              <a:gd name="connsiteY7" fmla="*/ 2125372 h 2483593"/>
              <a:gd name="connsiteX8" fmla="*/ 4216093 w 4216134"/>
              <a:gd name="connsiteY8" fmla="*/ 2123168 h 2483593"/>
              <a:gd name="connsiteX9" fmla="*/ 4216134 w 4216134"/>
              <a:gd name="connsiteY9" fmla="*/ 2124236 h 2483593"/>
              <a:gd name="connsiteX0-15" fmla="*/ 885963 w 4216134"/>
              <a:gd name="connsiteY0-16" fmla="*/ 2007958 h 2483593"/>
              <a:gd name="connsiteX1-17" fmla="*/ 0 w 4216134"/>
              <a:gd name="connsiteY1-18" fmla="*/ 1481625 h 2483593"/>
              <a:gd name="connsiteX2-19" fmla="*/ 1576110 w 4216134"/>
              <a:gd name="connsiteY2-20" fmla="*/ 24177 h 2483593"/>
              <a:gd name="connsiteX3-21" fmla="*/ 1736864 w 4216134"/>
              <a:gd name="connsiteY3-22" fmla="*/ 0 h 2483593"/>
              <a:gd name="connsiteX4-23" fmla="*/ 4216134 w 4216134"/>
              <a:gd name="connsiteY4-24" fmla="*/ 2124236 h 2483593"/>
              <a:gd name="connsiteX5-25" fmla="*/ 4216093 w 4216134"/>
              <a:gd name="connsiteY5-26" fmla="*/ 2125372 h 2483593"/>
              <a:gd name="connsiteX6-27" fmla="*/ 4216093 w 4216134"/>
              <a:gd name="connsiteY6-28" fmla="*/ 2123168 h 2483593"/>
              <a:gd name="connsiteX7-29" fmla="*/ 4216134 w 4216134"/>
              <a:gd name="connsiteY7-30" fmla="*/ 2124236 h 2483593"/>
              <a:gd name="connsiteX8-31" fmla="*/ 1736864 w 4216134"/>
              <a:gd name="connsiteY8-32" fmla="*/ 2483593 h 2483593"/>
              <a:gd name="connsiteX9-33" fmla="*/ 977403 w 4216134"/>
              <a:gd name="connsiteY9-34" fmla="*/ 2099398 h 2483593"/>
              <a:gd name="connsiteX0-35" fmla="*/ 885963 w 4216134"/>
              <a:gd name="connsiteY0-36" fmla="*/ 2007958 h 2483593"/>
              <a:gd name="connsiteX1-37" fmla="*/ 0 w 4216134"/>
              <a:gd name="connsiteY1-38" fmla="*/ 1481625 h 2483593"/>
              <a:gd name="connsiteX2-39" fmla="*/ 1576110 w 4216134"/>
              <a:gd name="connsiteY2-40" fmla="*/ 24177 h 2483593"/>
              <a:gd name="connsiteX3-41" fmla="*/ 1736864 w 4216134"/>
              <a:gd name="connsiteY3-42" fmla="*/ 0 h 2483593"/>
              <a:gd name="connsiteX4-43" fmla="*/ 885963 w 4216134"/>
              <a:gd name="connsiteY4-44" fmla="*/ 2007958 h 2483593"/>
              <a:gd name="connsiteX5-45" fmla="*/ 4216134 w 4216134"/>
              <a:gd name="connsiteY5-46" fmla="*/ 2124236 h 2483593"/>
              <a:gd name="connsiteX6-47" fmla="*/ 4216093 w 4216134"/>
              <a:gd name="connsiteY6-48" fmla="*/ 2125372 h 2483593"/>
              <a:gd name="connsiteX7-49" fmla="*/ 4216093 w 4216134"/>
              <a:gd name="connsiteY7-50" fmla="*/ 2123168 h 2483593"/>
              <a:gd name="connsiteX8-51" fmla="*/ 4216134 w 4216134"/>
              <a:gd name="connsiteY8-52" fmla="*/ 2124236 h 2483593"/>
              <a:gd name="connsiteX9-53" fmla="*/ 1736864 w 4216134"/>
              <a:gd name="connsiteY9-54" fmla="*/ 2483593 h 2483593"/>
              <a:gd name="connsiteX0-55" fmla="*/ 885963 w 4216134"/>
              <a:gd name="connsiteY0-56" fmla="*/ 2007958 h 2125372"/>
              <a:gd name="connsiteX1-57" fmla="*/ 0 w 4216134"/>
              <a:gd name="connsiteY1-58" fmla="*/ 1481625 h 2125372"/>
              <a:gd name="connsiteX2-59" fmla="*/ 1576110 w 4216134"/>
              <a:gd name="connsiteY2-60" fmla="*/ 24177 h 2125372"/>
              <a:gd name="connsiteX3-61" fmla="*/ 1736864 w 4216134"/>
              <a:gd name="connsiteY3-62" fmla="*/ 0 h 2125372"/>
              <a:gd name="connsiteX4-63" fmla="*/ 885963 w 4216134"/>
              <a:gd name="connsiteY4-64" fmla="*/ 2007958 h 2125372"/>
              <a:gd name="connsiteX5-65" fmla="*/ 4216134 w 4216134"/>
              <a:gd name="connsiteY5-66" fmla="*/ 2124236 h 2125372"/>
              <a:gd name="connsiteX6-67" fmla="*/ 4216093 w 4216134"/>
              <a:gd name="connsiteY6-68" fmla="*/ 2125372 h 2125372"/>
              <a:gd name="connsiteX7-69" fmla="*/ 4216093 w 4216134"/>
              <a:gd name="connsiteY7-70" fmla="*/ 2123168 h 2125372"/>
              <a:gd name="connsiteX8-71" fmla="*/ 4216134 w 4216134"/>
              <a:gd name="connsiteY8-72" fmla="*/ 2124236 h 2125372"/>
              <a:gd name="connsiteX0-73" fmla="*/ 885963 w 4216134"/>
              <a:gd name="connsiteY0-74" fmla="*/ 2007958 h 2125372"/>
              <a:gd name="connsiteX1-75" fmla="*/ 0 w 4216134"/>
              <a:gd name="connsiteY1-76" fmla="*/ 1481625 h 2125372"/>
              <a:gd name="connsiteX2-77" fmla="*/ 1576110 w 4216134"/>
              <a:gd name="connsiteY2-78" fmla="*/ 24177 h 2125372"/>
              <a:gd name="connsiteX3-79" fmla="*/ 1736864 w 4216134"/>
              <a:gd name="connsiteY3-80" fmla="*/ 0 h 2125372"/>
              <a:gd name="connsiteX4-81" fmla="*/ 885963 w 4216134"/>
              <a:gd name="connsiteY4-82" fmla="*/ 2007958 h 2125372"/>
              <a:gd name="connsiteX5-83" fmla="*/ 4216134 w 4216134"/>
              <a:gd name="connsiteY5-84" fmla="*/ 2124236 h 2125372"/>
              <a:gd name="connsiteX6-85" fmla="*/ 4216093 w 4216134"/>
              <a:gd name="connsiteY6-86" fmla="*/ 2125372 h 2125372"/>
              <a:gd name="connsiteX7-87" fmla="*/ 4216093 w 4216134"/>
              <a:gd name="connsiteY7-88" fmla="*/ 2123168 h 2125372"/>
              <a:gd name="connsiteX0-89" fmla="*/ 885963 w 4216134"/>
              <a:gd name="connsiteY0-90" fmla="*/ 2007958 h 2125372"/>
              <a:gd name="connsiteX1-91" fmla="*/ 0 w 4216134"/>
              <a:gd name="connsiteY1-92" fmla="*/ 1481625 h 2125372"/>
              <a:gd name="connsiteX2-93" fmla="*/ 1576110 w 4216134"/>
              <a:gd name="connsiteY2-94" fmla="*/ 24177 h 2125372"/>
              <a:gd name="connsiteX3-95" fmla="*/ 1736864 w 4216134"/>
              <a:gd name="connsiteY3-96" fmla="*/ 0 h 2125372"/>
              <a:gd name="connsiteX4-97" fmla="*/ 885963 w 4216134"/>
              <a:gd name="connsiteY4-98" fmla="*/ 2007958 h 2125372"/>
              <a:gd name="connsiteX5-99" fmla="*/ 4216134 w 4216134"/>
              <a:gd name="connsiteY5-100" fmla="*/ 2124236 h 2125372"/>
              <a:gd name="connsiteX6-101" fmla="*/ 4216093 w 4216134"/>
              <a:gd name="connsiteY6-102" fmla="*/ 2125372 h 2125372"/>
              <a:gd name="connsiteX0-103" fmla="*/ 885963 w 1736864"/>
              <a:gd name="connsiteY0-104" fmla="*/ 2007958 h 2007958"/>
              <a:gd name="connsiteX1-105" fmla="*/ 0 w 1736864"/>
              <a:gd name="connsiteY1-106" fmla="*/ 1481625 h 2007958"/>
              <a:gd name="connsiteX2-107" fmla="*/ 1576110 w 1736864"/>
              <a:gd name="connsiteY2-108" fmla="*/ 24177 h 2007958"/>
              <a:gd name="connsiteX3-109" fmla="*/ 1736864 w 1736864"/>
              <a:gd name="connsiteY3-110" fmla="*/ 0 h 2007958"/>
              <a:gd name="connsiteX4-111" fmla="*/ 885963 w 1736864"/>
              <a:gd name="connsiteY4-112" fmla="*/ 2007958 h 2007958"/>
              <a:gd name="connsiteX0-113" fmla="*/ 0 w 1736864"/>
              <a:gd name="connsiteY0-114" fmla="*/ 1481625 h 2099398"/>
              <a:gd name="connsiteX1-115" fmla="*/ 1576110 w 1736864"/>
              <a:gd name="connsiteY1-116" fmla="*/ 24177 h 2099398"/>
              <a:gd name="connsiteX2-117" fmla="*/ 1736864 w 1736864"/>
              <a:gd name="connsiteY2-118" fmla="*/ 0 h 2099398"/>
              <a:gd name="connsiteX3-119" fmla="*/ 977403 w 1736864"/>
              <a:gd name="connsiteY3-120" fmla="*/ 2099398 h 2099398"/>
              <a:gd name="connsiteX0-121" fmla="*/ 0 w 1736864"/>
              <a:gd name="connsiteY0-122" fmla="*/ 1481625 h 1481625"/>
              <a:gd name="connsiteX1-123" fmla="*/ 1576110 w 1736864"/>
              <a:gd name="connsiteY1-124" fmla="*/ 24177 h 1481625"/>
              <a:gd name="connsiteX2-125" fmla="*/ 1736864 w 1736864"/>
              <a:gd name="connsiteY2-126" fmla="*/ 0 h 1481625"/>
            </a:gdLst>
            <a:ahLst/>
            <a:cxnLst>
              <a:cxn ang="0">
                <a:pos x="connsiteX0-1" y="connsiteY0-2"/>
              </a:cxn>
              <a:cxn ang="0">
                <a:pos x="connsiteX1-3" y="connsiteY1-4"/>
              </a:cxn>
              <a:cxn ang="0">
                <a:pos x="connsiteX2-5" y="connsiteY2-6"/>
              </a:cxn>
            </a:cxnLst>
            <a:rect l="l" t="t" r="r" b="b"/>
            <a:pathLst>
              <a:path w="1736864" h="1481625">
                <a:moveTo>
                  <a:pt x="0" y="1481625"/>
                </a:moveTo>
                <a:cubicBezTo>
                  <a:pt x="231589" y="742961"/>
                  <a:pt x="837233" y="193516"/>
                  <a:pt x="1576110" y="24177"/>
                </a:cubicBezTo>
                <a:lnTo>
                  <a:pt x="1736864" y="0"/>
                </a:ln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1" name="椭圆 10"/>
          <p:cNvSpPr>
            <a:spLocks noChangeAspect="1"/>
          </p:cNvSpPr>
          <p:nvPr userDrawn="1">
            <p:custDataLst>
              <p:tags r:id="rId6"/>
            </p:custDataLst>
          </p:nvPr>
        </p:nvSpPr>
        <p:spPr>
          <a:xfrm rot="16200000">
            <a:off x="11716140" y="1332452"/>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8" name="任意多边形: 形状 17"/>
          <p:cNvSpPr>
            <a:spLocks noChangeAspect="1"/>
          </p:cNvSpPr>
          <p:nvPr userDrawn="1">
            <p:custDataLst>
              <p:tags r:id="rId7"/>
            </p:custDataLst>
          </p:nvPr>
        </p:nvSpPr>
        <p:spPr>
          <a:xfrm rot="16200000">
            <a:off x="10791949" y="-474418"/>
            <a:ext cx="916108" cy="1883994"/>
          </a:xfrm>
          <a:custGeom>
            <a:avLst/>
            <a:gdLst>
              <a:gd name="connsiteX0" fmla="*/ 916108 w 916108"/>
              <a:gd name="connsiteY0" fmla="*/ 0 h 1883994"/>
              <a:gd name="connsiteX1" fmla="*/ 916108 w 916108"/>
              <a:gd name="connsiteY1" fmla="*/ 1883994 h 1883994"/>
              <a:gd name="connsiteX2" fmla="*/ 212597 w 916108"/>
              <a:gd name="connsiteY2" fmla="*/ 1883994 h 1883994"/>
              <a:gd name="connsiteX3" fmla="*/ 211412 w 916108"/>
              <a:gd name="connsiteY3" fmla="*/ 1882408 h 1883994"/>
              <a:gd name="connsiteX4" fmla="*/ 0 w 916108"/>
              <a:gd name="connsiteY4" fmla="*/ 1190294 h 1883994"/>
              <a:gd name="connsiteX5" fmla="*/ 756045 w 916108"/>
              <a:gd name="connsiteY5" fmla="*/ 49686 h 1883994"/>
              <a:gd name="connsiteX0-1" fmla="*/ 916108 w 916108"/>
              <a:gd name="connsiteY0-2" fmla="*/ 0 h 1909394"/>
              <a:gd name="connsiteX1-3" fmla="*/ 916108 w 916108"/>
              <a:gd name="connsiteY1-4" fmla="*/ 1883994 h 1909394"/>
              <a:gd name="connsiteX2-5" fmla="*/ 547808 w 916108"/>
              <a:gd name="connsiteY2-6" fmla="*/ 1909394 h 1909394"/>
              <a:gd name="connsiteX3-7" fmla="*/ 212597 w 916108"/>
              <a:gd name="connsiteY3-8" fmla="*/ 1883994 h 1909394"/>
              <a:gd name="connsiteX4-9" fmla="*/ 211412 w 916108"/>
              <a:gd name="connsiteY4-10" fmla="*/ 1882408 h 1909394"/>
              <a:gd name="connsiteX5-11" fmla="*/ 0 w 916108"/>
              <a:gd name="connsiteY5-12" fmla="*/ 1190294 h 1909394"/>
              <a:gd name="connsiteX6" fmla="*/ 756045 w 916108"/>
              <a:gd name="connsiteY6" fmla="*/ 49686 h 1909394"/>
              <a:gd name="connsiteX7" fmla="*/ 916108 w 916108"/>
              <a:gd name="connsiteY7" fmla="*/ 0 h 1909394"/>
              <a:gd name="connsiteX0-13" fmla="*/ 547808 w 916108"/>
              <a:gd name="connsiteY0-14" fmla="*/ 1909394 h 2000834"/>
              <a:gd name="connsiteX1-15" fmla="*/ 212597 w 916108"/>
              <a:gd name="connsiteY1-16" fmla="*/ 1883994 h 2000834"/>
              <a:gd name="connsiteX2-17" fmla="*/ 211412 w 916108"/>
              <a:gd name="connsiteY2-18" fmla="*/ 1882408 h 2000834"/>
              <a:gd name="connsiteX3-19" fmla="*/ 0 w 916108"/>
              <a:gd name="connsiteY3-20" fmla="*/ 1190294 h 2000834"/>
              <a:gd name="connsiteX4-21" fmla="*/ 756045 w 916108"/>
              <a:gd name="connsiteY4-22" fmla="*/ 49686 h 2000834"/>
              <a:gd name="connsiteX5-23" fmla="*/ 916108 w 916108"/>
              <a:gd name="connsiteY5-24" fmla="*/ 0 h 2000834"/>
              <a:gd name="connsiteX6-25" fmla="*/ 916108 w 916108"/>
              <a:gd name="connsiteY6-26" fmla="*/ 1883994 h 2000834"/>
              <a:gd name="connsiteX7-27" fmla="*/ 639248 w 916108"/>
              <a:gd name="connsiteY7-28" fmla="*/ 2000834 h 2000834"/>
              <a:gd name="connsiteX0-29" fmla="*/ 547808 w 916108"/>
              <a:gd name="connsiteY0-30" fmla="*/ 1909394 h 1909394"/>
              <a:gd name="connsiteX1-31" fmla="*/ 212597 w 916108"/>
              <a:gd name="connsiteY1-32" fmla="*/ 1883994 h 1909394"/>
              <a:gd name="connsiteX2-33" fmla="*/ 211412 w 916108"/>
              <a:gd name="connsiteY2-34" fmla="*/ 1882408 h 1909394"/>
              <a:gd name="connsiteX3-35" fmla="*/ 0 w 916108"/>
              <a:gd name="connsiteY3-36" fmla="*/ 1190294 h 1909394"/>
              <a:gd name="connsiteX4-37" fmla="*/ 756045 w 916108"/>
              <a:gd name="connsiteY4-38" fmla="*/ 49686 h 1909394"/>
              <a:gd name="connsiteX5-39" fmla="*/ 916108 w 916108"/>
              <a:gd name="connsiteY5-40" fmla="*/ 0 h 1909394"/>
              <a:gd name="connsiteX6-41" fmla="*/ 916108 w 916108"/>
              <a:gd name="connsiteY6-42" fmla="*/ 1883994 h 1909394"/>
              <a:gd name="connsiteX0-43" fmla="*/ 547808 w 916108"/>
              <a:gd name="connsiteY0-44" fmla="*/ 1909394 h 1909394"/>
              <a:gd name="connsiteX1-45" fmla="*/ 212597 w 916108"/>
              <a:gd name="connsiteY1-46" fmla="*/ 1883994 h 1909394"/>
              <a:gd name="connsiteX2-47" fmla="*/ 211412 w 916108"/>
              <a:gd name="connsiteY2-48" fmla="*/ 1882408 h 1909394"/>
              <a:gd name="connsiteX3-49" fmla="*/ 0 w 916108"/>
              <a:gd name="connsiteY3-50" fmla="*/ 1190294 h 1909394"/>
              <a:gd name="connsiteX4-51" fmla="*/ 756045 w 916108"/>
              <a:gd name="connsiteY4-52" fmla="*/ 49686 h 1909394"/>
              <a:gd name="connsiteX5-53" fmla="*/ 916108 w 916108"/>
              <a:gd name="connsiteY5-54" fmla="*/ 0 h 1909394"/>
              <a:gd name="connsiteX0-55" fmla="*/ 212597 w 916108"/>
              <a:gd name="connsiteY0-56" fmla="*/ 1883994 h 1883994"/>
              <a:gd name="connsiteX1-57" fmla="*/ 211412 w 916108"/>
              <a:gd name="connsiteY1-58" fmla="*/ 1882408 h 1883994"/>
              <a:gd name="connsiteX2-59" fmla="*/ 0 w 916108"/>
              <a:gd name="connsiteY2-60" fmla="*/ 1190294 h 1883994"/>
              <a:gd name="connsiteX3-61" fmla="*/ 756045 w 916108"/>
              <a:gd name="connsiteY3-62" fmla="*/ 49686 h 1883994"/>
              <a:gd name="connsiteX4-63" fmla="*/ 916108 w 916108"/>
              <a:gd name="connsiteY4-64" fmla="*/ 0 h 188399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6108" h="1883994">
                <a:moveTo>
                  <a:pt x="212597" y="1883994"/>
                </a:moveTo>
                <a:lnTo>
                  <a:pt x="211412" y="1882408"/>
                </a:lnTo>
                <a:cubicBezTo>
                  <a:pt x="77937" y="1684840"/>
                  <a:pt x="0" y="1446669"/>
                  <a:pt x="0" y="1190294"/>
                </a:cubicBezTo>
                <a:cubicBezTo>
                  <a:pt x="0" y="677544"/>
                  <a:pt x="311749" y="237608"/>
                  <a:pt x="756045" y="49686"/>
                </a:cubicBezTo>
                <a:lnTo>
                  <a:pt x="916108" y="0"/>
                </a:lnTo>
              </a:path>
            </a:pathLst>
          </a:custGeom>
          <a:noFill/>
          <a:ln w="19050">
            <a:solidFill>
              <a:schemeClr val="accent1">
                <a:lumMod val="40000"/>
                <a:lumOff val="60000"/>
                <a:alpha val="42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useBgFill="1">
        <p:nvSpPr>
          <p:cNvPr id="13" name="椭圆 12"/>
          <p:cNvSpPr>
            <a:spLocks noChangeAspect="1"/>
          </p:cNvSpPr>
          <p:nvPr userDrawn="1">
            <p:custDataLst>
              <p:tags r:id="rId8"/>
            </p:custDataLst>
          </p:nvPr>
        </p:nvSpPr>
        <p:spPr>
          <a:xfrm rot="16200000">
            <a:off x="9597937" y="720000"/>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2" name="标题 11"/>
          <p:cNvSpPr>
            <a:spLocks noGrp="1"/>
          </p:cNvSpPr>
          <p:nvPr>
            <p:ph type="ctrTitle" idx="16385" hasCustomPrompt="1"/>
            <p:custDataLst>
              <p:tags r:id="rId9"/>
            </p:custDataLst>
          </p:nvPr>
        </p:nvSpPr>
        <p:spPr>
          <a:xfrm>
            <a:off x="609600" y="35306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4" name="内容占位符 13"/>
          <p:cNvSpPr>
            <a:spLocks noGrp="1"/>
          </p:cNvSpPr>
          <p:nvPr>
            <p:ph idx="16390" hasCustomPrompt="1"/>
            <p:custDataLst>
              <p:tags r:id="rId10"/>
            </p:custDataLst>
          </p:nvPr>
        </p:nvSpPr>
        <p:spPr>
          <a:xfrm>
            <a:off x="609600" y="609600"/>
            <a:ext cx="10972800" cy="2387600"/>
          </a:xfrm>
          <a:custGeom>
            <a:avLst/>
            <a:gdLst>
              <a:gd name="connisteX0" fmla="*/ 0 w 10972800"/>
              <a:gd name="connsiteY0" fmla="*/ 203200 h 2387600"/>
              <a:gd name="connisteX1" fmla="*/ 203200 w 10972800"/>
              <a:gd name="connsiteY1" fmla="*/ 0 h 2387600"/>
              <a:gd name="connisteX2" fmla="*/ 10769600 w 10972800"/>
              <a:gd name="connsiteY2" fmla="*/ 0 h 2387600"/>
              <a:gd name="connisteX3" fmla="*/ 10972800 w 10972800"/>
              <a:gd name="connsiteY3" fmla="*/ 203200 h 2387600"/>
              <a:gd name="connisteX4" fmla="*/ 10972800 w 10972800"/>
              <a:gd name="connsiteY4" fmla="*/ 2184400 h 2387600"/>
              <a:gd name="connisteX5" fmla="*/ 10769600 w 10972800"/>
              <a:gd name="connsiteY5" fmla="*/ 2387600 h 2387600"/>
              <a:gd name="connisteX6" fmla="*/ 203200 w 10972800"/>
              <a:gd name="connsiteY6" fmla="*/ 2387600 h 2387600"/>
              <a:gd name="connisteX7" fmla="*/ 0 w 10972800"/>
              <a:gd name="connsiteY7" fmla="*/ 2184400 h 2387600"/>
              <a:gd name="connisteX8" fmla="*/ 0 w 10972800"/>
              <a:gd name="connsiteY8" fmla="*/ 20320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387600">
                <a:moveTo>
                  <a:pt x="0" y="203200"/>
                </a:moveTo>
                <a:cubicBezTo>
                  <a:pt x="0" y="90976"/>
                  <a:pt x="90976" y="0"/>
                  <a:pt x="203200" y="0"/>
                </a:cubicBezTo>
                <a:lnTo>
                  <a:pt x="10769600" y="0"/>
                </a:lnTo>
                <a:cubicBezTo>
                  <a:pt x="10881824" y="0"/>
                  <a:pt x="10972800" y="90976"/>
                  <a:pt x="10972800" y="203200"/>
                </a:cubicBezTo>
                <a:lnTo>
                  <a:pt x="10972800" y="2184400"/>
                </a:lnTo>
                <a:cubicBezTo>
                  <a:pt x="10972800" y="2296624"/>
                  <a:pt x="10881824" y="2387600"/>
                  <a:pt x="10769600" y="2387600"/>
                </a:cubicBezTo>
                <a:lnTo>
                  <a:pt x="203200" y="2387600"/>
                </a:lnTo>
                <a:cubicBezTo>
                  <a:pt x="90976" y="2387600"/>
                  <a:pt x="0" y="2296624"/>
                  <a:pt x="0" y="21844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6" name="装饰  5"/>
          <p:cNvSpPr>
            <a:spLocks noGrp="1"/>
          </p:cNvSpPr>
          <p:nvPr>
            <p:ph type="body" idx="16391" hasCustomPrompt="1"/>
            <p:custDataLst>
              <p:tags r:id="rId11"/>
            </p:custDataLst>
          </p:nvPr>
        </p:nvSpPr>
        <p:spPr>
          <a:xfrm>
            <a:off x="609600" y="45212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文本占位符 16"/>
          <p:cNvSpPr>
            <a:spLocks noGrp="1"/>
          </p:cNvSpPr>
          <p:nvPr>
            <p:ph type="body" idx="16386" hasCustomPrompt="1"/>
            <p:custDataLst>
              <p:tags r:id="rId12"/>
            </p:custDataLst>
          </p:nvPr>
        </p:nvSpPr>
        <p:spPr>
          <a:xfrm>
            <a:off x="762000" y="45212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9" name="文本占位符 18"/>
          <p:cNvSpPr>
            <a:spLocks noGrp="1"/>
          </p:cNvSpPr>
          <p:nvPr>
            <p:ph type="body" idx="16387" hasCustomPrompt="1"/>
            <p:custDataLst>
              <p:tags r:id="rId13"/>
            </p:custDataLst>
          </p:nvPr>
        </p:nvSpPr>
        <p:spPr>
          <a:xfrm>
            <a:off x="762000" y="5029200"/>
            <a:ext cx="5029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0" name="装饰  9"/>
          <p:cNvSpPr>
            <a:spLocks noGrp="1"/>
          </p:cNvSpPr>
          <p:nvPr>
            <p:ph type="body" idx="16392" hasCustomPrompt="1"/>
            <p:custDataLst>
              <p:tags r:id="rId14"/>
            </p:custDataLst>
          </p:nvPr>
        </p:nvSpPr>
        <p:spPr>
          <a:xfrm>
            <a:off x="6400800" y="45212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文本占位符 20"/>
          <p:cNvSpPr>
            <a:spLocks noGrp="1"/>
          </p:cNvSpPr>
          <p:nvPr>
            <p:ph type="body" idx="16388" hasCustomPrompt="1"/>
            <p:custDataLst>
              <p:tags r:id="rId15"/>
            </p:custDataLst>
          </p:nvPr>
        </p:nvSpPr>
        <p:spPr>
          <a:xfrm>
            <a:off x="6553200" y="45212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89" hasCustomPrompt="1"/>
            <p:custDataLst>
              <p:tags r:id="rId16"/>
            </p:custDataLst>
          </p:nvPr>
        </p:nvSpPr>
        <p:spPr>
          <a:xfrm>
            <a:off x="6553200" y="5029200"/>
            <a:ext cx="5029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正文页-63_14">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2025/7/4</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5" name="任意多边形: 形状 14"/>
          <p:cNvSpPr>
            <a:spLocks noChangeAspect="1"/>
          </p:cNvSpPr>
          <p:nvPr userDrawn="1">
            <p:custDataLst>
              <p:tags r:id="rId4"/>
            </p:custDataLst>
          </p:nvPr>
        </p:nvSpPr>
        <p:spPr>
          <a:xfrm rot="16200000">
            <a:off x="10844781" y="59657"/>
            <a:ext cx="649963" cy="2044477"/>
          </a:xfrm>
          <a:custGeom>
            <a:avLst/>
            <a:gdLst>
              <a:gd name="connsiteX0" fmla="*/ 1406877 w 1406877"/>
              <a:gd name="connsiteY0" fmla="*/ 947834 h 2044477"/>
              <a:gd name="connsiteX1" fmla="*/ 1406877 w 1406877"/>
              <a:gd name="connsiteY1" fmla="*/ 2034781 h 2044477"/>
              <a:gd name="connsiteX2" fmla="*/ 1402315 w 1406877"/>
              <a:gd name="connsiteY2" fmla="*/ 2044477 h 2044477"/>
              <a:gd name="connsiteX3" fmla="*/ 148584 w 1406877"/>
              <a:gd name="connsiteY3" fmla="*/ 2044477 h 2044477"/>
              <a:gd name="connsiteX4" fmla="*/ 118571 w 1406877"/>
              <a:gd name="connsiteY4" fmla="*/ 1979996 h 2044477"/>
              <a:gd name="connsiteX5" fmla="*/ 11855 w 1406877"/>
              <a:gd name="connsiteY5" fmla="*/ 1552698 h 2044477"/>
              <a:gd name="connsiteX6" fmla="*/ 649963 w 1406877"/>
              <a:gd name="connsiteY6" fmla="*/ 0 h 2044477"/>
              <a:gd name="connsiteX0-1" fmla="*/ 1406877 w 1406877"/>
              <a:gd name="connsiteY0-2" fmla="*/ 947834 h 2044477"/>
              <a:gd name="connsiteX1-3" fmla="*/ 1406877 w 1406877"/>
              <a:gd name="connsiteY1-4" fmla="*/ 2034781 h 2044477"/>
              <a:gd name="connsiteX2-5" fmla="*/ 1402315 w 1406877"/>
              <a:gd name="connsiteY2-6" fmla="*/ 2044477 h 2044477"/>
              <a:gd name="connsiteX3-7" fmla="*/ 390877 w 1406877"/>
              <a:gd name="connsiteY3-8" fmla="*/ 2044476 h 2044477"/>
              <a:gd name="connsiteX4-9" fmla="*/ 148584 w 1406877"/>
              <a:gd name="connsiteY4-10" fmla="*/ 2044477 h 2044477"/>
              <a:gd name="connsiteX5-11" fmla="*/ 118571 w 1406877"/>
              <a:gd name="connsiteY5-12" fmla="*/ 1979996 h 2044477"/>
              <a:gd name="connsiteX6-13" fmla="*/ 11855 w 1406877"/>
              <a:gd name="connsiteY6-14" fmla="*/ 1552698 h 2044477"/>
              <a:gd name="connsiteX7" fmla="*/ 649963 w 1406877"/>
              <a:gd name="connsiteY7" fmla="*/ 0 h 2044477"/>
              <a:gd name="connsiteX8" fmla="*/ 1406877 w 1406877"/>
              <a:gd name="connsiteY8" fmla="*/ 947834 h 2044477"/>
              <a:gd name="connsiteX0-15" fmla="*/ 390877 w 1406877"/>
              <a:gd name="connsiteY0-16" fmla="*/ 2044476 h 2135916"/>
              <a:gd name="connsiteX1-17" fmla="*/ 148584 w 1406877"/>
              <a:gd name="connsiteY1-18" fmla="*/ 2044477 h 2135916"/>
              <a:gd name="connsiteX2-19" fmla="*/ 118571 w 1406877"/>
              <a:gd name="connsiteY2-20" fmla="*/ 1979996 h 2135916"/>
              <a:gd name="connsiteX3-21" fmla="*/ 11855 w 1406877"/>
              <a:gd name="connsiteY3-22" fmla="*/ 1552698 h 2135916"/>
              <a:gd name="connsiteX4-23" fmla="*/ 649963 w 1406877"/>
              <a:gd name="connsiteY4-24" fmla="*/ 0 h 2135916"/>
              <a:gd name="connsiteX5-25" fmla="*/ 1406877 w 1406877"/>
              <a:gd name="connsiteY5-26" fmla="*/ 947834 h 2135916"/>
              <a:gd name="connsiteX6-27" fmla="*/ 1406877 w 1406877"/>
              <a:gd name="connsiteY6-28" fmla="*/ 2034781 h 2135916"/>
              <a:gd name="connsiteX7-29" fmla="*/ 1402315 w 1406877"/>
              <a:gd name="connsiteY7-30" fmla="*/ 2044477 h 2135916"/>
              <a:gd name="connsiteX8-31" fmla="*/ 482317 w 1406877"/>
              <a:gd name="connsiteY8-32" fmla="*/ 2135916 h 2135916"/>
              <a:gd name="connsiteX0-33" fmla="*/ 390877 w 1406877"/>
              <a:gd name="connsiteY0-34" fmla="*/ 2044476 h 2044477"/>
              <a:gd name="connsiteX1-35" fmla="*/ 148584 w 1406877"/>
              <a:gd name="connsiteY1-36" fmla="*/ 2044477 h 2044477"/>
              <a:gd name="connsiteX2-37" fmla="*/ 118571 w 1406877"/>
              <a:gd name="connsiteY2-38" fmla="*/ 1979996 h 2044477"/>
              <a:gd name="connsiteX3-39" fmla="*/ 11855 w 1406877"/>
              <a:gd name="connsiteY3-40" fmla="*/ 1552698 h 2044477"/>
              <a:gd name="connsiteX4-41" fmla="*/ 649963 w 1406877"/>
              <a:gd name="connsiteY4-42" fmla="*/ 0 h 2044477"/>
              <a:gd name="connsiteX5-43" fmla="*/ 1406877 w 1406877"/>
              <a:gd name="connsiteY5-44" fmla="*/ 947834 h 2044477"/>
              <a:gd name="connsiteX6-45" fmla="*/ 1406877 w 1406877"/>
              <a:gd name="connsiteY6-46" fmla="*/ 2034781 h 2044477"/>
              <a:gd name="connsiteX7-47" fmla="*/ 1402315 w 1406877"/>
              <a:gd name="connsiteY7-48" fmla="*/ 2044477 h 2044477"/>
              <a:gd name="connsiteX0-49" fmla="*/ 148584 w 1406877"/>
              <a:gd name="connsiteY0-50" fmla="*/ 2044477 h 2044477"/>
              <a:gd name="connsiteX1-51" fmla="*/ 118571 w 1406877"/>
              <a:gd name="connsiteY1-52" fmla="*/ 1979996 h 2044477"/>
              <a:gd name="connsiteX2-53" fmla="*/ 11855 w 1406877"/>
              <a:gd name="connsiteY2-54" fmla="*/ 1552698 h 2044477"/>
              <a:gd name="connsiteX3-55" fmla="*/ 649963 w 1406877"/>
              <a:gd name="connsiteY3-56" fmla="*/ 0 h 2044477"/>
              <a:gd name="connsiteX4-57" fmla="*/ 1406877 w 1406877"/>
              <a:gd name="connsiteY4-58" fmla="*/ 947834 h 2044477"/>
              <a:gd name="connsiteX5-59" fmla="*/ 1406877 w 1406877"/>
              <a:gd name="connsiteY5-60" fmla="*/ 2034781 h 2044477"/>
              <a:gd name="connsiteX6-61" fmla="*/ 1402315 w 1406877"/>
              <a:gd name="connsiteY6-62" fmla="*/ 2044477 h 2044477"/>
              <a:gd name="connsiteX0-63" fmla="*/ 148584 w 1406877"/>
              <a:gd name="connsiteY0-64" fmla="*/ 2044477 h 2044477"/>
              <a:gd name="connsiteX1-65" fmla="*/ 118571 w 1406877"/>
              <a:gd name="connsiteY1-66" fmla="*/ 1979996 h 2044477"/>
              <a:gd name="connsiteX2-67" fmla="*/ 11855 w 1406877"/>
              <a:gd name="connsiteY2-68" fmla="*/ 1552698 h 2044477"/>
              <a:gd name="connsiteX3-69" fmla="*/ 649963 w 1406877"/>
              <a:gd name="connsiteY3-70" fmla="*/ 0 h 2044477"/>
              <a:gd name="connsiteX4-71" fmla="*/ 1406877 w 1406877"/>
              <a:gd name="connsiteY4-72" fmla="*/ 947834 h 2044477"/>
              <a:gd name="connsiteX5-73" fmla="*/ 1406877 w 1406877"/>
              <a:gd name="connsiteY5-74" fmla="*/ 2034781 h 2044477"/>
              <a:gd name="connsiteX0-75" fmla="*/ 148584 w 1406877"/>
              <a:gd name="connsiteY0-76" fmla="*/ 2044477 h 2044477"/>
              <a:gd name="connsiteX1-77" fmla="*/ 118571 w 1406877"/>
              <a:gd name="connsiteY1-78" fmla="*/ 1979996 h 2044477"/>
              <a:gd name="connsiteX2-79" fmla="*/ 11855 w 1406877"/>
              <a:gd name="connsiteY2-80" fmla="*/ 1552698 h 2044477"/>
              <a:gd name="connsiteX3-81" fmla="*/ 649963 w 1406877"/>
              <a:gd name="connsiteY3-82" fmla="*/ 0 h 2044477"/>
              <a:gd name="connsiteX4-83" fmla="*/ 1406877 w 1406877"/>
              <a:gd name="connsiteY4-84" fmla="*/ 2034781 h 2044477"/>
              <a:gd name="connsiteX0-85" fmla="*/ 148584 w 649963"/>
              <a:gd name="connsiteY0-86" fmla="*/ 2044477 h 2044477"/>
              <a:gd name="connsiteX1-87" fmla="*/ 118571 w 649963"/>
              <a:gd name="connsiteY1-88" fmla="*/ 1979996 h 2044477"/>
              <a:gd name="connsiteX2-89" fmla="*/ 11855 w 649963"/>
              <a:gd name="connsiteY2-90" fmla="*/ 1552698 h 2044477"/>
              <a:gd name="connsiteX3-91" fmla="*/ 649963 w 649963"/>
              <a:gd name="connsiteY3-92" fmla="*/ 0 h 2044477"/>
            </a:gdLst>
            <a:ahLst/>
            <a:cxnLst>
              <a:cxn ang="0">
                <a:pos x="connsiteX0-1" y="connsiteY0-2"/>
              </a:cxn>
              <a:cxn ang="0">
                <a:pos x="connsiteX1-3" y="connsiteY1-4"/>
              </a:cxn>
              <a:cxn ang="0">
                <a:pos x="connsiteX2-5" y="connsiteY2-6"/>
              </a:cxn>
              <a:cxn ang="0">
                <a:pos x="connsiteX3-7" y="connsiteY3-8"/>
              </a:cxn>
            </a:cxnLst>
            <a:rect l="l" t="t" r="r" b="b"/>
            <a:pathLst>
              <a:path w="649963" h="2044477">
                <a:moveTo>
                  <a:pt x="148584" y="2044477"/>
                </a:moveTo>
                <a:lnTo>
                  <a:pt x="118571" y="1979996"/>
                </a:lnTo>
                <a:cubicBezTo>
                  <a:pt x="65551" y="1844343"/>
                  <a:pt x="29293" y="1700958"/>
                  <a:pt x="11855" y="1552698"/>
                </a:cubicBezTo>
                <a:cubicBezTo>
                  <a:pt x="-57895" y="959659"/>
                  <a:pt x="183361" y="372616"/>
                  <a:pt x="649963" y="0"/>
                </a:cubicBez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22" name="任意多边形: 形状 21"/>
          <p:cNvSpPr>
            <a:spLocks noChangeAspect="1"/>
          </p:cNvSpPr>
          <p:nvPr userDrawn="1">
            <p:custDataLst>
              <p:tags r:id="rId5"/>
            </p:custDataLst>
          </p:nvPr>
        </p:nvSpPr>
        <p:spPr>
          <a:xfrm rot="16200000">
            <a:off x="9243622" y="127619"/>
            <a:ext cx="1736864" cy="1481625"/>
          </a:xfrm>
          <a:custGeom>
            <a:avLst/>
            <a:gdLst>
              <a:gd name="connsiteX0" fmla="*/ 1736864 w 4216134"/>
              <a:gd name="connsiteY0" fmla="*/ 0 h 2483593"/>
              <a:gd name="connsiteX1" fmla="*/ 1736864 w 4216134"/>
              <a:gd name="connsiteY1" fmla="*/ 2483593 h 2483593"/>
              <a:gd name="connsiteX2" fmla="*/ 0 w 4216134"/>
              <a:gd name="connsiteY2" fmla="*/ 1481625 h 2483593"/>
              <a:gd name="connsiteX3" fmla="*/ 1576110 w 4216134"/>
              <a:gd name="connsiteY3" fmla="*/ 24177 h 2483593"/>
              <a:gd name="connsiteX4" fmla="*/ 4216134 w 4216134"/>
              <a:gd name="connsiteY4" fmla="*/ 2124236 h 2483593"/>
              <a:gd name="connsiteX5" fmla="*/ 4216093 w 4216134"/>
              <a:gd name="connsiteY5" fmla="*/ 2125372 h 2483593"/>
              <a:gd name="connsiteX6" fmla="*/ 4216093 w 4216134"/>
              <a:gd name="connsiteY6" fmla="*/ 2123168 h 2483593"/>
              <a:gd name="connsiteX0-1" fmla="*/ 1736864 w 4216134"/>
              <a:gd name="connsiteY0-2" fmla="*/ 0 h 2483593"/>
              <a:gd name="connsiteX1-3" fmla="*/ 1736864 w 4216134"/>
              <a:gd name="connsiteY1-4" fmla="*/ 2483593 h 2483593"/>
              <a:gd name="connsiteX2-5" fmla="*/ 885963 w 4216134"/>
              <a:gd name="connsiteY2-6" fmla="*/ 2007958 h 2483593"/>
              <a:gd name="connsiteX3-7" fmla="*/ 0 w 4216134"/>
              <a:gd name="connsiteY3-8" fmla="*/ 1481625 h 2483593"/>
              <a:gd name="connsiteX4-9" fmla="*/ 1576110 w 4216134"/>
              <a:gd name="connsiteY4-10" fmla="*/ 24177 h 2483593"/>
              <a:gd name="connsiteX5-11" fmla="*/ 1736864 w 4216134"/>
              <a:gd name="connsiteY5-12" fmla="*/ 0 h 2483593"/>
              <a:gd name="connsiteX6-13" fmla="*/ 4216134 w 4216134"/>
              <a:gd name="connsiteY6-14" fmla="*/ 2124236 h 2483593"/>
              <a:gd name="connsiteX7" fmla="*/ 4216093 w 4216134"/>
              <a:gd name="connsiteY7" fmla="*/ 2125372 h 2483593"/>
              <a:gd name="connsiteX8" fmla="*/ 4216093 w 4216134"/>
              <a:gd name="connsiteY8" fmla="*/ 2123168 h 2483593"/>
              <a:gd name="connsiteX9" fmla="*/ 4216134 w 4216134"/>
              <a:gd name="connsiteY9" fmla="*/ 2124236 h 2483593"/>
              <a:gd name="connsiteX0-15" fmla="*/ 885963 w 4216134"/>
              <a:gd name="connsiteY0-16" fmla="*/ 2007958 h 2483593"/>
              <a:gd name="connsiteX1-17" fmla="*/ 0 w 4216134"/>
              <a:gd name="connsiteY1-18" fmla="*/ 1481625 h 2483593"/>
              <a:gd name="connsiteX2-19" fmla="*/ 1576110 w 4216134"/>
              <a:gd name="connsiteY2-20" fmla="*/ 24177 h 2483593"/>
              <a:gd name="connsiteX3-21" fmla="*/ 1736864 w 4216134"/>
              <a:gd name="connsiteY3-22" fmla="*/ 0 h 2483593"/>
              <a:gd name="connsiteX4-23" fmla="*/ 4216134 w 4216134"/>
              <a:gd name="connsiteY4-24" fmla="*/ 2124236 h 2483593"/>
              <a:gd name="connsiteX5-25" fmla="*/ 4216093 w 4216134"/>
              <a:gd name="connsiteY5-26" fmla="*/ 2125372 h 2483593"/>
              <a:gd name="connsiteX6-27" fmla="*/ 4216093 w 4216134"/>
              <a:gd name="connsiteY6-28" fmla="*/ 2123168 h 2483593"/>
              <a:gd name="connsiteX7-29" fmla="*/ 4216134 w 4216134"/>
              <a:gd name="connsiteY7-30" fmla="*/ 2124236 h 2483593"/>
              <a:gd name="connsiteX8-31" fmla="*/ 1736864 w 4216134"/>
              <a:gd name="connsiteY8-32" fmla="*/ 2483593 h 2483593"/>
              <a:gd name="connsiteX9-33" fmla="*/ 977403 w 4216134"/>
              <a:gd name="connsiteY9-34" fmla="*/ 2099398 h 2483593"/>
              <a:gd name="connsiteX0-35" fmla="*/ 885963 w 4216134"/>
              <a:gd name="connsiteY0-36" fmla="*/ 2007958 h 2483593"/>
              <a:gd name="connsiteX1-37" fmla="*/ 0 w 4216134"/>
              <a:gd name="connsiteY1-38" fmla="*/ 1481625 h 2483593"/>
              <a:gd name="connsiteX2-39" fmla="*/ 1576110 w 4216134"/>
              <a:gd name="connsiteY2-40" fmla="*/ 24177 h 2483593"/>
              <a:gd name="connsiteX3-41" fmla="*/ 1736864 w 4216134"/>
              <a:gd name="connsiteY3-42" fmla="*/ 0 h 2483593"/>
              <a:gd name="connsiteX4-43" fmla="*/ 885963 w 4216134"/>
              <a:gd name="connsiteY4-44" fmla="*/ 2007958 h 2483593"/>
              <a:gd name="connsiteX5-45" fmla="*/ 4216134 w 4216134"/>
              <a:gd name="connsiteY5-46" fmla="*/ 2124236 h 2483593"/>
              <a:gd name="connsiteX6-47" fmla="*/ 4216093 w 4216134"/>
              <a:gd name="connsiteY6-48" fmla="*/ 2125372 h 2483593"/>
              <a:gd name="connsiteX7-49" fmla="*/ 4216093 w 4216134"/>
              <a:gd name="connsiteY7-50" fmla="*/ 2123168 h 2483593"/>
              <a:gd name="connsiteX8-51" fmla="*/ 4216134 w 4216134"/>
              <a:gd name="connsiteY8-52" fmla="*/ 2124236 h 2483593"/>
              <a:gd name="connsiteX9-53" fmla="*/ 1736864 w 4216134"/>
              <a:gd name="connsiteY9-54" fmla="*/ 2483593 h 2483593"/>
              <a:gd name="connsiteX0-55" fmla="*/ 885963 w 4216134"/>
              <a:gd name="connsiteY0-56" fmla="*/ 2007958 h 2125372"/>
              <a:gd name="connsiteX1-57" fmla="*/ 0 w 4216134"/>
              <a:gd name="connsiteY1-58" fmla="*/ 1481625 h 2125372"/>
              <a:gd name="connsiteX2-59" fmla="*/ 1576110 w 4216134"/>
              <a:gd name="connsiteY2-60" fmla="*/ 24177 h 2125372"/>
              <a:gd name="connsiteX3-61" fmla="*/ 1736864 w 4216134"/>
              <a:gd name="connsiteY3-62" fmla="*/ 0 h 2125372"/>
              <a:gd name="connsiteX4-63" fmla="*/ 885963 w 4216134"/>
              <a:gd name="connsiteY4-64" fmla="*/ 2007958 h 2125372"/>
              <a:gd name="connsiteX5-65" fmla="*/ 4216134 w 4216134"/>
              <a:gd name="connsiteY5-66" fmla="*/ 2124236 h 2125372"/>
              <a:gd name="connsiteX6-67" fmla="*/ 4216093 w 4216134"/>
              <a:gd name="connsiteY6-68" fmla="*/ 2125372 h 2125372"/>
              <a:gd name="connsiteX7-69" fmla="*/ 4216093 w 4216134"/>
              <a:gd name="connsiteY7-70" fmla="*/ 2123168 h 2125372"/>
              <a:gd name="connsiteX8-71" fmla="*/ 4216134 w 4216134"/>
              <a:gd name="connsiteY8-72" fmla="*/ 2124236 h 2125372"/>
              <a:gd name="connsiteX0-73" fmla="*/ 885963 w 4216134"/>
              <a:gd name="connsiteY0-74" fmla="*/ 2007958 h 2125372"/>
              <a:gd name="connsiteX1-75" fmla="*/ 0 w 4216134"/>
              <a:gd name="connsiteY1-76" fmla="*/ 1481625 h 2125372"/>
              <a:gd name="connsiteX2-77" fmla="*/ 1576110 w 4216134"/>
              <a:gd name="connsiteY2-78" fmla="*/ 24177 h 2125372"/>
              <a:gd name="connsiteX3-79" fmla="*/ 1736864 w 4216134"/>
              <a:gd name="connsiteY3-80" fmla="*/ 0 h 2125372"/>
              <a:gd name="connsiteX4-81" fmla="*/ 885963 w 4216134"/>
              <a:gd name="connsiteY4-82" fmla="*/ 2007958 h 2125372"/>
              <a:gd name="connsiteX5-83" fmla="*/ 4216134 w 4216134"/>
              <a:gd name="connsiteY5-84" fmla="*/ 2124236 h 2125372"/>
              <a:gd name="connsiteX6-85" fmla="*/ 4216093 w 4216134"/>
              <a:gd name="connsiteY6-86" fmla="*/ 2125372 h 2125372"/>
              <a:gd name="connsiteX7-87" fmla="*/ 4216093 w 4216134"/>
              <a:gd name="connsiteY7-88" fmla="*/ 2123168 h 2125372"/>
              <a:gd name="connsiteX0-89" fmla="*/ 885963 w 4216134"/>
              <a:gd name="connsiteY0-90" fmla="*/ 2007958 h 2125372"/>
              <a:gd name="connsiteX1-91" fmla="*/ 0 w 4216134"/>
              <a:gd name="connsiteY1-92" fmla="*/ 1481625 h 2125372"/>
              <a:gd name="connsiteX2-93" fmla="*/ 1576110 w 4216134"/>
              <a:gd name="connsiteY2-94" fmla="*/ 24177 h 2125372"/>
              <a:gd name="connsiteX3-95" fmla="*/ 1736864 w 4216134"/>
              <a:gd name="connsiteY3-96" fmla="*/ 0 h 2125372"/>
              <a:gd name="connsiteX4-97" fmla="*/ 885963 w 4216134"/>
              <a:gd name="connsiteY4-98" fmla="*/ 2007958 h 2125372"/>
              <a:gd name="connsiteX5-99" fmla="*/ 4216134 w 4216134"/>
              <a:gd name="connsiteY5-100" fmla="*/ 2124236 h 2125372"/>
              <a:gd name="connsiteX6-101" fmla="*/ 4216093 w 4216134"/>
              <a:gd name="connsiteY6-102" fmla="*/ 2125372 h 2125372"/>
              <a:gd name="connsiteX0-103" fmla="*/ 885963 w 1736864"/>
              <a:gd name="connsiteY0-104" fmla="*/ 2007958 h 2007958"/>
              <a:gd name="connsiteX1-105" fmla="*/ 0 w 1736864"/>
              <a:gd name="connsiteY1-106" fmla="*/ 1481625 h 2007958"/>
              <a:gd name="connsiteX2-107" fmla="*/ 1576110 w 1736864"/>
              <a:gd name="connsiteY2-108" fmla="*/ 24177 h 2007958"/>
              <a:gd name="connsiteX3-109" fmla="*/ 1736864 w 1736864"/>
              <a:gd name="connsiteY3-110" fmla="*/ 0 h 2007958"/>
              <a:gd name="connsiteX4-111" fmla="*/ 885963 w 1736864"/>
              <a:gd name="connsiteY4-112" fmla="*/ 2007958 h 2007958"/>
              <a:gd name="connsiteX0-113" fmla="*/ 0 w 1736864"/>
              <a:gd name="connsiteY0-114" fmla="*/ 1481625 h 2099398"/>
              <a:gd name="connsiteX1-115" fmla="*/ 1576110 w 1736864"/>
              <a:gd name="connsiteY1-116" fmla="*/ 24177 h 2099398"/>
              <a:gd name="connsiteX2-117" fmla="*/ 1736864 w 1736864"/>
              <a:gd name="connsiteY2-118" fmla="*/ 0 h 2099398"/>
              <a:gd name="connsiteX3-119" fmla="*/ 977403 w 1736864"/>
              <a:gd name="connsiteY3-120" fmla="*/ 2099398 h 2099398"/>
              <a:gd name="connsiteX0-121" fmla="*/ 0 w 1736864"/>
              <a:gd name="connsiteY0-122" fmla="*/ 1481625 h 1481625"/>
              <a:gd name="connsiteX1-123" fmla="*/ 1576110 w 1736864"/>
              <a:gd name="connsiteY1-124" fmla="*/ 24177 h 1481625"/>
              <a:gd name="connsiteX2-125" fmla="*/ 1736864 w 1736864"/>
              <a:gd name="connsiteY2-126" fmla="*/ 0 h 1481625"/>
            </a:gdLst>
            <a:ahLst/>
            <a:cxnLst>
              <a:cxn ang="0">
                <a:pos x="connsiteX0-1" y="connsiteY0-2"/>
              </a:cxn>
              <a:cxn ang="0">
                <a:pos x="connsiteX1-3" y="connsiteY1-4"/>
              </a:cxn>
              <a:cxn ang="0">
                <a:pos x="connsiteX2-5" y="connsiteY2-6"/>
              </a:cxn>
            </a:cxnLst>
            <a:rect l="l" t="t" r="r" b="b"/>
            <a:pathLst>
              <a:path w="1736864" h="1481625">
                <a:moveTo>
                  <a:pt x="0" y="1481625"/>
                </a:moveTo>
                <a:cubicBezTo>
                  <a:pt x="231589" y="742961"/>
                  <a:pt x="837233" y="193516"/>
                  <a:pt x="1576110" y="24177"/>
                </a:cubicBezTo>
                <a:lnTo>
                  <a:pt x="1736864" y="0"/>
                </a:ln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1" name="椭圆 10"/>
          <p:cNvSpPr>
            <a:spLocks noChangeAspect="1"/>
          </p:cNvSpPr>
          <p:nvPr userDrawn="1">
            <p:custDataLst>
              <p:tags r:id="rId6"/>
            </p:custDataLst>
          </p:nvPr>
        </p:nvSpPr>
        <p:spPr>
          <a:xfrm rot="16200000">
            <a:off x="11716140" y="1332452"/>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8" name="任意多边形: 形状 17"/>
          <p:cNvSpPr>
            <a:spLocks noChangeAspect="1"/>
          </p:cNvSpPr>
          <p:nvPr userDrawn="1">
            <p:custDataLst>
              <p:tags r:id="rId7"/>
            </p:custDataLst>
          </p:nvPr>
        </p:nvSpPr>
        <p:spPr>
          <a:xfrm rot="16200000">
            <a:off x="10791949" y="-474418"/>
            <a:ext cx="916108" cy="1883994"/>
          </a:xfrm>
          <a:custGeom>
            <a:avLst/>
            <a:gdLst>
              <a:gd name="connsiteX0" fmla="*/ 916108 w 916108"/>
              <a:gd name="connsiteY0" fmla="*/ 0 h 1883994"/>
              <a:gd name="connsiteX1" fmla="*/ 916108 w 916108"/>
              <a:gd name="connsiteY1" fmla="*/ 1883994 h 1883994"/>
              <a:gd name="connsiteX2" fmla="*/ 212597 w 916108"/>
              <a:gd name="connsiteY2" fmla="*/ 1883994 h 1883994"/>
              <a:gd name="connsiteX3" fmla="*/ 211412 w 916108"/>
              <a:gd name="connsiteY3" fmla="*/ 1882408 h 1883994"/>
              <a:gd name="connsiteX4" fmla="*/ 0 w 916108"/>
              <a:gd name="connsiteY4" fmla="*/ 1190294 h 1883994"/>
              <a:gd name="connsiteX5" fmla="*/ 756045 w 916108"/>
              <a:gd name="connsiteY5" fmla="*/ 49686 h 1883994"/>
              <a:gd name="connsiteX0-1" fmla="*/ 916108 w 916108"/>
              <a:gd name="connsiteY0-2" fmla="*/ 0 h 1909394"/>
              <a:gd name="connsiteX1-3" fmla="*/ 916108 w 916108"/>
              <a:gd name="connsiteY1-4" fmla="*/ 1883994 h 1909394"/>
              <a:gd name="connsiteX2-5" fmla="*/ 547808 w 916108"/>
              <a:gd name="connsiteY2-6" fmla="*/ 1909394 h 1909394"/>
              <a:gd name="connsiteX3-7" fmla="*/ 212597 w 916108"/>
              <a:gd name="connsiteY3-8" fmla="*/ 1883994 h 1909394"/>
              <a:gd name="connsiteX4-9" fmla="*/ 211412 w 916108"/>
              <a:gd name="connsiteY4-10" fmla="*/ 1882408 h 1909394"/>
              <a:gd name="connsiteX5-11" fmla="*/ 0 w 916108"/>
              <a:gd name="connsiteY5-12" fmla="*/ 1190294 h 1909394"/>
              <a:gd name="connsiteX6" fmla="*/ 756045 w 916108"/>
              <a:gd name="connsiteY6" fmla="*/ 49686 h 1909394"/>
              <a:gd name="connsiteX7" fmla="*/ 916108 w 916108"/>
              <a:gd name="connsiteY7" fmla="*/ 0 h 1909394"/>
              <a:gd name="connsiteX0-13" fmla="*/ 547808 w 916108"/>
              <a:gd name="connsiteY0-14" fmla="*/ 1909394 h 2000834"/>
              <a:gd name="connsiteX1-15" fmla="*/ 212597 w 916108"/>
              <a:gd name="connsiteY1-16" fmla="*/ 1883994 h 2000834"/>
              <a:gd name="connsiteX2-17" fmla="*/ 211412 w 916108"/>
              <a:gd name="connsiteY2-18" fmla="*/ 1882408 h 2000834"/>
              <a:gd name="connsiteX3-19" fmla="*/ 0 w 916108"/>
              <a:gd name="connsiteY3-20" fmla="*/ 1190294 h 2000834"/>
              <a:gd name="connsiteX4-21" fmla="*/ 756045 w 916108"/>
              <a:gd name="connsiteY4-22" fmla="*/ 49686 h 2000834"/>
              <a:gd name="connsiteX5-23" fmla="*/ 916108 w 916108"/>
              <a:gd name="connsiteY5-24" fmla="*/ 0 h 2000834"/>
              <a:gd name="connsiteX6-25" fmla="*/ 916108 w 916108"/>
              <a:gd name="connsiteY6-26" fmla="*/ 1883994 h 2000834"/>
              <a:gd name="connsiteX7-27" fmla="*/ 639248 w 916108"/>
              <a:gd name="connsiteY7-28" fmla="*/ 2000834 h 2000834"/>
              <a:gd name="connsiteX0-29" fmla="*/ 547808 w 916108"/>
              <a:gd name="connsiteY0-30" fmla="*/ 1909394 h 1909394"/>
              <a:gd name="connsiteX1-31" fmla="*/ 212597 w 916108"/>
              <a:gd name="connsiteY1-32" fmla="*/ 1883994 h 1909394"/>
              <a:gd name="connsiteX2-33" fmla="*/ 211412 w 916108"/>
              <a:gd name="connsiteY2-34" fmla="*/ 1882408 h 1909394"/>
              <a:gd name="connsiteX3-35" fmla="*/ 0 w 916108"/>
              <a:gd name="connsiteY3-36" fmla="*/ 1190294 h 1909394"/>
              <a:gd name="connsiteX4-37" fmla="*/ 756045 w 916108"/>
              <a:gd name="connsiteY4-38" fmla="*/ 49686 h 1909394"/>
              <a:gd name="connsiteX5-39" fmla="*/ 916108 w 916108"/>
              <a:gd name="connsiteY5-40" fmla="*/ 0 h 1909394"/>
              <a:gd name="connsiteX6-41" fmla="*/ 916108 w 916108"/>
              <a:gd name="connsiteY6-42" fmla="*/ 1883994 h 1909394"/>
              <a:gd name="connsiteX0-43" fmla="*/ 547808 w 916108"/>
              <a:gd name="connsiteY0-44" fmla="*/ 1909394 h 1909394"/>
              <a:gd name="connsiteX1-45" fmla="*/ 212597 w 916108"/>
              <a:gd name="connsiteY1-46" fmla="*/ 1883994 h 1909394"/>
              <a:gd name="connsiteX2-47" fmla="*/ 211412 w 916108"/>
              <a:gd name="connsiteY2-48" fmla="*/ 1882408 h 1909394"/>
              <a:gd name="connsiteX3-49" fmla="*/ 0 w 916108"/>
              <a:gd name="connsiteY3-50" fmla="*/ 1190294 h 1909394"/>
              <a:gd name="connsiteX4-51" fmla="*/ 756045 w 916108"/>
              <a:gd name="connsiteY4-52" fmla="*/ 49686 h 1909394"/>
              <a:gd name="connsiteX5-53" fmla="*/ 916108 w 916108"/>
              <a:gd name="connsiteY5-54" fmla="*/ 0 h 1909394"/>
              <a:gd name="connsiteX0-55" fmla="*/ 212597 w 916108"/>
              <a:gd name="connsiteY0-56" fmla="*/ 1883994 h 1883994"/>
              <a:gd name="connsiteX1-57" fmla="*/ 211412 w 916108"/>
              <a:gd name="connsiteY1-58" fmla="*/ 1882408 h 1883994"/>
              <a:gd name="connsiteX2-59" fmla="*/ 0 w 916108"/>
              <a:gd name="connsiteY2-60" fmla="*/ 1190294 h 1883994"/>
              <a:gd name="connsiteX3-61" fmla="*/ 756045 w 916108"/>
              <a:gd name="connsiteY3-62" fmla="*/ 49686 h 1883994"/>
              <a:gd name="connsiteX4-63" fmla="*/ 916108 w 916108"/>
              <a:gd name="connsiteY4-64" fmla="*/ 0 h 188399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6108" h="1883994">
                <a:moveTo>
                  <a:pt x="212597" y="1883994"/>
                </a:moveTo>
                <a:lnTo>
                  <a:pt x="211412" y="1882408"/>
                </a:lnTo>
                <a:cubicBezTo>
                  <a:pt x="77937" y="1684840"/>
                  <a:pt x="0" y="1446669"/>
                  <a:pt x="0" y="1190294"/>
                </a:cubicBezTo>
                <a:cubicBezTo>
                  <a:pt x="0" y="677544"/>
                  <a:pt x="311749" y="237608"/>
                  <a:pt x="756045" y="49686"/>
                </a:cubicBezTo>
                <a:lnTo>
                  <a:pt x="916108" y="0"/>
                </a:lnTo>
              </a:path>
            </a:pathLst>
          </a:custGeom>
          <a:noFill/>
          <a:ln w="19050">
            <a:solidFill>
              <a:schemeClr val="accent1">
                <a:lumMod val="40000"/>
                <a:lumOff val="60000"/>
                <a:alpha val="42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useBgFill="1">
        <p:nvSpPr>
          <p:cNvPr id="13" name="椭圆 12"/>
          <p:cNvSpPr>
            <a:spLocks noChangeAspect="1"/>
          </p:cNvSpPr>
          <p:nvPr userDrawn="1">
            <p:custDataLst>
              <p:tags r:id="rId8"/>
            </p:custDataLst>
          </p:nvPr>
        </p:nvSpPr>
        <p:spPr>
          <a:xfrm rot="16200000">
            <a:off x="9597937" y="720000"/>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2" name="标题 11"/>
          <p:cNvSpPr>
            <a:spLocks noGrp="1"/>
          </p:cNvSpPr>
          <p:nvPr>
            <p:ph type="ctrTitle" idx="16385" hasCustomPrompt="1"/>
            <p:custDataLst>
              <p:tags r:id="rId9"/>
            </p:custDataLst>
          </p:nvPr>
        </p:nvSpPr>
        <p:spPr>
          <a:xfrm>
            <a:off x="609600" y="3733800"/>
            <a:ext cx="3429000" cy="12192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4" name="内容占位符 13"/>
          <p:cNvSpPr>
            <a:spLocks noGrp="1"/>
          </p:cNvSpPr>
          <p:nvPr>
            <p:ph idx="16390" hasCustomPrompt="1"/>
            <p:custDataLst>
              <p:tags r:id="rId10"/>
            </p:custDataLst>
          </p:nvPr>
        </p:nvSpPr>
        <p:spPr>
          <a:xfrm>
            <a:off x="609600" y="609600"/>
            <a:ext cx="10972800" cy="2590800"/>
          </a:xfrm>
          <a:custGeom>
            <a:avLst/>
            <a:gdLst>
              <a:gd name="connisteX0" fmla="*/ 0 w 10972800"/>
              <a:gd name="connsiteY0" fmla="*/ 203200 h 2590800"/>
              <a:gd name="connisteX1" fmla="*/ 203200 w 10972800"/>
              <a:gd name="connsiteY1" fmla="*/ 0 h 2590800"/>
              <a:gd name="connisteX2" fmla="*/ 10769600 w 10972800"/>
              <a:gd name="connsiteY2" fmla="*/ 0 h 2590800"/>
              <a:gd name="connisteX3" fmla="*/ 10972800 w 10972800"/>
              <a:gd name="connsiteY3" fmla="*/ 203200 h 2590800"/>
              <a:gd name="connisteX4" fmla="*/ 10972800 w 10972800"/>
              <a:gd name="connsiteY4" fmla="*/ 2387600 h 2590800"/>
              <a:gd name="connisteX5" fmla="*/ 10769600 w 10972800"/>
              <a:gd name="connsiteY5" fmla="*/ 2590800 h 2590800"/>
              <a:gd name="connisteX6" fmla="*/ 203200 w 10972800"/>
              <a:gd name="connsiteY6" fmla="*/ 2590800 h 2590800"/>
              <a:gd name="connisteX7" fmla="*/ 0 w 10972800"/>
              <a:gd name="connsiteY7" fmla="*/ 2387600 h 2590800"/>
              <a:gd name="connisteX8" fmla="*/ 0 w 10972800"/>
              <a:gd name="connsiteY8" fmla="*/ 203200 h 2590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590800">
                <a:moveTo>
                  <a:pt x="0" y="203200"/>
                </a:moveTo>
                <a:cubicBezTo>
                  <a:pt x="0" y="90976"/>
                  <a:pt x="90976" y="0"/>
                  <a:pt x="203200" y="0"/>
                </a:cubicBezTo>
                <a:lnTo>
                  <a:pt x="10769600" y="0"/>
                </a:lnTo>
                <a:cubicBezTo>
                  <a:pt x="10881824" y="0"/>
                  <a:pt x="10972800" y="90976"/>
                  <a:pt x="10972800" y="203200"/>
                </a:cubicBezTo>
                <a:lnTo>
                  <a:pt x="10972800" y="2387600"/>
                </a:lnTo>
                <a:cubicBezTo>
                  <a:pt x="10972800" y="2499824"/>
                  <a:pt x="10881824" y="2590800"/>
                  <a:pt x="10769600" y="2590800"/>
                </a:cubicBezTo>
                <a:lnTo>
                  <a:pt x="203200" y="2590800"/>
                </a:lnTo>
                <a:cubicBezTo>
                  <a:pt x="90976" y="2590800"/>
                  <a:pt x="0" y="2499824"/>
                  <a:pt x="0" y="2387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6" name="装饰  5"/>
          <p:cNvSpPr>
            <a:spLocks noGrp="1"/>
          </p:cNvSpPr>
          <p:nvPr>
            <p:ph type="body" idx="16392" hasCustomPrompt="1"/>
            <p:custDataLst>
              <p:tags r:id="rId11"/>
            </p:custDataLst>
          </p:nvPr>
        </p:nvSpPr>
        <p:spPr>
          <a:xfrm>
            <a:off x="4648200" y="3962400"/>
            <a:ext cx="762000" cy="762000"/>
          </a:xfrm>
          <a:custGeom>
            <a:avLst/>
            <a:gdLst>
              <a:gd name="connisteX0" fmla="*/ 0 w 762000"/>
              <a:gd name="connsiteY0" fmla="*/ 381000 h 762000"/>
              <a:gd name="connisteX1" fmla="*/ 381000 w 762000"/>
              <a:gd name="connsiteY1" fmla="*/ 0 h 762000"/>
              <a:gd name="connisteX2" fmla="*/ 381000 w 762000"/>
              <a:gd name="connsiteY2" fmla="*/ 0 h 762000"/>
              <a:gd name="connisteX3" fmla="*/ 762000 w 762000"/>
              <a:gd name="connsiteY3" fmla="*/ 381000 h 762000"/>
              <a:gd name="connisteX4" fmla="*/ 762000 w 762000"/>
              <a:gd name="connsiteY4" fmla="*/ 381000 h 762000"/>
              <a:gd name="connisteX5" fmla="*/ 381000 w 762000"/>
              <a:gd name="connsiteY5" fmla="*/ 762000 h 762000"/>
              <a:gd name="connisteX6" fmla="*/ 381000 w 762000"/>
              <a:gd name="connsiteY6" fmla="*/ 762000 h 762000"/>
              <a:gd name="connisteX7" fmla="*/ 0 w 762000"/>
              <a:gd name="connsiteY7" fmla="*/ 381000 h 762000"/>
              <a:gd name="connisteX8" fmla="*/ 0 w 762000"/>
              <a:gd name="connsiteY8" fmla="*/ 3810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762000" h="762000">
                <a:moveTo>
                  <a:pt x="0" y="381000"/>
                </a:moveTo>
                <a:cubicBezTo>
                  <a:pt x="0" y="170580"/>
                  <a:pt x="170580" y="0"/>
                  <a:pt x="381000" y="0"/>
                </a:cubicBezTo>
                <a:lnTo>
                  <a:pt x="381000" y="0"/>
                </a:lnTo>
                <a:cubicBezTo>
                  <a:pt x="591420" y="0"/>
                  <a:pt x="762000" y="170580"/>
                  <a:pt x="762000" y="381000"/>
                </a:cubicBezTo>
                <a:lnTo>
                  <a:pt x="762000" y="381000"/>
                </a:lnTo>
                <a:cubicBezTo>
                  <a:pt x="762000" y="591420"/>
                  <a:pt x="591420" y="762000"/>
                  <a:pt x="381000" y="762000"/>
                </a:cubicBezTo>
                <a:lnTo>
                  <a:pt x="381000" y="762000"/>
                </a:lnTo>
                <a:cubicBezTo>
                  <a:pt x="170580" y="762000"/>
                  <a:pt x="0" y="591420"/>
                  <a:pt x="0" y="381000"/>
                </a:cubicBezTo>
                <a:lnTo>
                  <a:pt x="0" y="3810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图片占位符 16"/>
          <p:cNvSpPr>
            <a:spLocks noGrp="1"/>
          </p:cNvSpPr>
          <p:nvPr>
            <p:ph type="pic" idx="16391" hasCustomPrompt="1"/>
            <p:custDataLst>
              <p:tags r:id="rId12"/>
            </p:custDataLst>
          </p:nvPr>
        </p:nvSpPr>
        <p:spPr>
          <a:xfrm>
            <a:off x="4826000" y="4140200"/>
            <a:ext cx="406400" cy="4064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9" name="文本占位符 18"/>
          <p:cNvSpPr>
            <a:spLocks noGrp="1"/>
          </p:cNvSpPr>
          <p:nvPr>
            <p:ph type="body" idx="16386" hasCustomPrompt="1"/>
            <p:custDataLst>
              <p:tags r:id="rId13"/>
            </p:custDataLst>
          </p:nvPr>
        </p:nvSpPr>
        <p:spPr>
          <a:xfrm>
            <a:off x="5613400" y="3810000"/>
            <a:ext cx="5969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0" name="文本占位符 19"/>
          <p:cNvSpPr>
            <a:spLocks noGrp="1"/>
          </p:cNvSpPr>
          <p:nvPr>
            <p:ph type="body" idx="16387" hasCustomPrompt="1"/>
            <p:custDataLst>
              <p:tags r:id="rId14"/>
            </p:custDataLst>
          </p:nvPr>
        </p:nvSpPr>
        <p:spPr>
          <a:xfrm>
            <a:off x="5613400" y="4267200"/>
            <a:ext cx="5969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1" name="装饰  0"/>
          <p:cNvSpPr>
            <a:spLocks noGrp="1"/>
          </p:cNvSpPr>
          <p:nvPr>
            <p:ph type="body" idx="16394" hasCustomPrompt="1"/>
            <p:custDataLst>
              <p:tags r:id="rId15"/>
            </p:custDataLst>
          </p:nvPr>
        </p:nvSpPr>
        <p:spPr>
          <a:xfrm>
            <a:off x="4648200" y="5334000"/>
            <a:ext cx="762000" cy="762000"/>
          </a:xfrm>
          <a:custGeom>
            <a:avLst/>
            <a:gdLst>
              <a:gd name="connisteX0" fmla="*/ 0 w 762000"/>
              <a:gd name="connsiteY0" fmla="*/ 381000 h 762000"/>
              <a:gd name="connisteX1" fmla="*/ 381000 w 762000"/>
              <a:gd name="connsiteY1" fmla="*/ 0 h 762000"/>
              <a:gd name="connisteX2" fmla="*/ 381000 w 762000"/>
              <a:gd name="connsiteY2" fmla="*/ 0 h 762000"/>
              <a:gd name="connisteX3" fmla="*/ 762000 w 762000"/>
              <a:gd name="connsiteY3" fmla="*/ 381000 h 762000"/>
              <a:gd name="connisteX4" fmla="*/ 762000 w 762000"/>
              <a:gd name="connsiteY4" fmla="*/ 381000 h 762000"/>
              <a:gd name="connisteX5" fmla="*/ 381000 w 762000"/>
              <a:gd name="connsiteY5" fmla="*/ 762000 h 762000"/>
              <a:gd name="connisteX6" fmla="*/ 381000 w 762000"/>
              <a:gd name="connsiteY6" fmla="*/ 762000 h 762000"/>
              <a:gd name="connisteX7" fmla="*/ 0 w 762000"/>
              <a:gd name="connsiteY7" fmla="*/ 381000 h 762000"/>
              <a:gd name="connisteX8" fmla="*/ 0 w 762000"/>
              <a:gd name="connsiteY8" fmla="*/ 3810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762000" h="762000">
                <a:moveTo>
                  <a:pt x="0" y="381000"/>
                </a:moveTo>
                <a:cubicBezTo>
                  <a:pt x="0" y="170580"/>
                  <a:pt x="170580" y="0"/>
                  <a:pt x="381000" y="0"/>
                </a:cubicBezTo>
                <a:lnTo>
                  <a:pt x="381000" y="0"/>
                </a:lnTo>
                <a:cubicBezTo>
                  <a:pt x="591420" y="0"/>
                  <a:pt x="762000" y="170580"/>
                  <a:pt x="762000" y="381000"/>
                </a:cubicBezTo>
                <a:lnTo>
                  <a:pt x="762000" y="381000"/>
                </a:lnTo>
                <a:cubicBezTo>
                  <a:pt x="762000" y="591420"/>
                  <a:pt x="591420" y="762000"/>
                  <a:pt x="381000" y="762000"/>
                </a:cubicBezTo>
                <a:lnTo>
                  <a:pt x="381000" y="762000"/>
                </a:lnTo>
                <a:cubicBezTo>
                  <a:pt x="170580" y="762000"/>
                  <a:pt x="0" y="591420"/>
                  <a:pt x="0" y="381000"/>
                </a:cubicBezTo>
                <a:lnTo>
                  <a:pt x="0" y="3810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3" name="图片占位符 22"/>
          <p:cNvSpPr>
            <a:spLocks noGrp="1"/>
          </p:cNvSpPr>
          <p:nvPr>
            <p:ph type="pic" idx="16393" hasCustomPrompt="1"/>
            <p:custDataLst>
              <p:tags r:id="rId16"/>
            </p:custDataLst>
          </p:nvPr>
        </p:nvSpPr>
        <p:spPr>
          <a:xfrm>
            <a:off x="4826000" y="5511800"/>
            <a:ext cx="406400" cy="4064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4" name="文本占位符 23"/>
          <p:cNvSpPr>
            <a:spLocks noGrp="1"/>
          </p:cNvSpPr>
          <p:nvPr>
            <p:ph type="body" idx="16388" hasCustomPrompt="1"/>
            <p:custDataLst>
              <p:tags r:id="rId17"/>
            </p:custDataLst>
          </p:nvPr>
        </p:nvSpPr>
        <p:spPr>
          <a:xfrm>
            <a:off x="5613400" y="5181600"/>
            <a:ext cx="5969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5" name="文本占位符 24"/>
          <p:cNvSpPr>
            <a:spLocks noGrp="1"/>
          </p:cNvSpPr>
          <p:nvPr>
            <p:ph type="body" idx="16389" hasCustomPrompt="1"/>
            <p:custDataLst>
              <p:tags r:id="rId18"/>
            </p:custDataLst>
          </p:nvPr>
        </p:nvSpPr>
        <p:spPr>
          <a:xfrm>
            <a:off x="5613400" y="5638800"/>
            <a:ext cx="5969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正文页-42_9">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2025/7/4</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5" name="任意多边形: 形状 14"/>
          <p:cNvSpPr>
            <a:spLocks noChangeAspect="1"/>
          </p:cNvSpPr>
          <p:nvPr userDrawn="1">
            <p:custDataLst>
              <p:tags r:id="rId4"/>
            </p:custDataLst>
          </p:nvPr>
        </p:nvSpPr>
        <p:spPr>
          <a:xfrm rot="16200000">
            <a:off x="10844781" y="59657"/>
            <a:ext cx="649963" cy="2044477"/>
          </a:xfrm>
          <a:custGeom>
            <a:avLst/>
            <a:gdLst>
              <a:gd name="connsiteX0" fmla="*/ 1406877 w 1406877"/>
              <a:gd name="connsiteY0" fmla="*/ 947834 h 2044477"/>
              <a:gd name="connsiteX1" fmla="*/ 1406877 w 1406877"/>
              <a:gd name="connsiteY1" fmla="*/ 2034781 h 2044477"/>
              <a:gd name="connsiteX2" fmla="*/ 1402315 w 1406877"/>
              <a:gd name="connsiteY2" fmla="*/ 2044477 h 2044477"/>
              <a:gd name="connsiteX3" fmla="*/ 148584 w 1406877"/>
              <a:gd name="connsiteY3" fmla="*/ 2044477 h 2044477"/>
              <a:gd name="connsiteX4" fmla="*/ 118571 w 1406877"/>
              <a:gd name="connsiteY4" fmla="*/ 1979996 h 2044477"/>
              <a:gd name="connsiteX5" fmla="*/ 11855 w 1406877"/>
              <a:gd name="connsiteY5" fmla="*/ 1552698 h 2044477"/>
              <a:gd name="connsiteX6" fmla="*/ 649963 w 1406877"/>
              <a:gd name="connsiteY6" fmla="*/ 0 h 2044477"/>
              <a:gd name="connsiteX0-1" fmla="*/ 1406877 w 1406877"/>
              <a:gd name="connsiteY0-2" fmla="*/ 947834 h 2044477"/>
              <a:gd name="connsiteX1-3" fmla="*/ 1406877 w 1406877"/>
              <a:gd name="connsiteY1-4" fmla="*/ 2034781 h 2044477"/>
              <a:gd name="connsiteX2-5" fmla="*/ 1402315 w 1406877"/>
              <a:gd name="connsiteY2-6" fmla="*/ 2044477 h 2044477"/>
              <a:gd name="connsiteX3-7" fmla="*/ 390877 w 1406877"/>
              <a:gd name="connsiteY3-8" fmla="*/ 2044476 h 2044477"/>
              <a:gd name="connsiteX4-9" fmla="*/ 148584 w 1406877"/>
              <a:gd name="connsiteY4-10" fmla="*/ 2044477 h 2044477"/>
              <a:gd name="connsiteX5-11" fmla="*/ 118571 w 1406877"/>
              <a:gd name="connsiteY5-12" fmla="*/ 1979996 h 2044477"/>
              <a:gd name="connsiteX6-13" fmla="*/ 11855 w 1406877"/>
              <a:gd name="connsiteY6-14" fmla="*/ 1552698 h 2044477"/>
              <a:gd name="connsiteX7" fmla="*/ 649963 w 1406877"/>
              <a:gd name="connsiteY7" fmla="*/ 0 h 2044477"/>
              <a:gd name="connsiteX8" fmla="*/ 1406877 w 1406877"/>
              <a:gd name="connsiteY8" fmla="*/ 947834 h 2044477"/>
              <a:gd name="connsiteX0-15" fmla="*/ 390877 w 1406877"/>
              <a:gd name="connsiteY0-16" fmla="*/ 2044476 h 2135916"/>
              <a:gd name="connsiteX1-17" fmla="*/ 148584 w 1406877"/>
              <a:gd name="connsiteY1-18" fmla="*/ 2044477 h 2135916"/>
              <a:gd name="connsiteX2-19" fmla="*/ 118571 w 1406877"/>
              <a:gd name="connsiteY2-20" fmla="*/ 1979996 h 2135916"/>
              <a:gd name="connsiteX3-21" fmla="*/ 11855 w 1406877"/>
              <a:gd name="connsiteY3-22" fmla="*/ 1552698 h 2135916"/>
              <a:gd name="connsiteX4-23" fmla="*/ 649963 w 1406877"/>
              <a:gd name="connsiteY4-24" fmla="*/ 0 h 2135916"/>
              <a:gd name="connsiteX5-25" fmla="*/ 1406877 w 1406877"/>
              <a:gd name="connsiteY5-26" fmla="*/ 947834 h 2135916"/>
              <a:gd name="connsiteX6-27" fmla="*/ 1406877 w 1406877"/>
              <a:gd name="connsiteY6-28" fmla="*/ 2034781 h 2135916"/>
              <a:gd name="connsiteX7-29" fmla="*/ 1402315 w 1406877"/>
              <a:gd name="connsiteY7-30" fmla="*/ 2044477 h 2135916"/>
              <a:gd name="connsiteX8-31" fmla="*/ 482317 w 1406877"/>
              <a:gd name="connsiteY8-32" fmla="*/ 2135916 h 2135916"/>
              <a:gd name="connsiteX0-33" fmla="*/ 390877 w 1406877"/>
              <a:gd name="connsiteY0-34" fmla="*/ 2044476 h 2044477"/>
              <a:gd name="connsiteX1-35" fmla="*/ 148584 w 1406877"/>
              <a:gd name="connsiteY1-36" fmla="*/ 2044477 h 2044477"/>
              <a:gd name="connsiteX2-37" fmla="*/ 118571 w 1406877"/>
              <a:gd name="connsiteY2-38" fmla="*/ 1979996 h 2044477"/>
              <a:gd name="connsiteX3-39" fmla="*/ 11855 w 1406877"/>
              <a:gd name="connsiteY3-40" fmla="*/ 1552698 h 2044477"/>
              <a:gd name="connsiteX4-41" fmla="*/ 649963 w 1406877"/>
              <a:gd name="connsiteY4-42" fmla="*/ 0 h 2044477"/>
              <a:gd name="connsiteX5-43" fmla="*/ 1406877 w 1406877"/>
              <a:gd name="connsiteY5-44" fmla="*/ 947834 h 2044477"/>
              <a:gd name="connsiteX6-45" fmla="*/ 1406877 w 1406877"/>
              <a:gd name="connsiteY6-46" fmla="*/ 2034781 h 2044477"/>
              <a:gd name="connsiteX7-47" fmla="*/ 1402315 w 1406877"/>
              <a:gd name="connsiteY7-48" fmla="*/ 2044477 h 2044477"/>
              <a:gd name="connsiteX0-49" fmla="*/ 148584 w 1406877"/>
              <a:gd name="connsiteY0-50" fmla="*/ 2044477 h 2044477"/>
              <a:gd name="connsiteX1-51" fmla="*/ 118571 w 1406877"/>
              <a:gd name="connsiteY1-52" fmla="*/ 1979996 h 2044477"/>
              <a:gd name="connsiteX2-53" fmla="*/ 11855 w 1406877"/>
              <a:gd name="connsiteY2-54" fmla="*/ 1552698 h 2044477"/>
              <a:gd name="connsiteX3-55" fmla="*/ 649963 w 1406877"/>
              <a:gd name="connsiteY3-56" fmla="*/ 0 h 2044477"/>
              <a:gd name="connsiteX4-57" fmla="*/ 1406877 w 1406877"/>
              <a:gd name="connsiteY4-58" fmla="*/ 947834 h 2044477"/>
              <a:gd name="connsiteX5-59" fmla="*/ 1406877 w 1406877"/>
              <a:gd name="connsiteY5-60" fmla="*/ 2034781 h 2044477"/>
              <a:gd name="connsiteX6-61" fmla="*/ 1402315 w 1406877"/>
              <a:gd name="connsiteY6-62" fmla="*/ 2044477 h 2044477"/>
              <a:gd name="connsiteX0-63" fmla="*/ 148584 w 1406877"/>
              <a:gd name="connsiteY0-64" fmla="*/ 2044477 h 2044477"/>
              <a:gd name="connsiteX1-65" fmla="*/ 118571 w 1406877"/>
              <a:gd name="connsiteY1-66" fmla="*/ 1979996 h 2044477"/>
              <a:gd name="connsiteX2-67" fmla="*/ 11855 w 1406877"/>
              <a:gd name="connsiteY2-68" fmla="*/ 1552698 h 2044477"/>
              <a:gd name="connsiteX3-69" fmla="*/ 649963 w 1406877"/>
              <a:gd name="connsiteY3-70" fmla="*/ 0 h 2044477"/>
              <a:gd name="connsiteX4-71" fmla="*/ 1406877 w 1406877"/>
              <a:gd name="connsiteY4-72" fmla="*/ 947834 h 2044477"/>
              <a:gd name="connsiteX5-73" fmla="*/ 1406877 w 1406877"/>
              <a:gd name="connsiteY5-74" fmla="*/ 2034781 h 2044477"/>
              <a:gd name="connsiteX0-75" fmla="*/ 148584 w 1406877"/>
              <a:gd name="connsiteY0-76" fmla="*/ 2044477 h 2044477"/>
              <a:gd name="connsiteX1-77" fmla="*/ 118571 w 1406877"/>
              <a:gd name="connsiteY1-78" fmla="*/ 1979996 h 2044477"/>
              <a:gd name="connsiteX2-79" fmla="*/ 11855 w 1406877"/>
              <a:gd name="connsiteY2-80" fmla="*/ 1552698 h 2044477"/>
              <a:gd name="connsiteX3-81" fmla="*/ 649963 w 1406877"/>
              <a:gd name="connsiteY3-82" fmla="*/ 0 h 2044477"/>
              <a:gd name="connsiteX4-83" fmla="*/ 1406877 w 1406877"/>
              <a:gd name="connsiteY4-84" fmla="*/ 2034781 h 2044477"/>
              <a:gd name="connsiteX0-85" fmla="*/ 148584 w 649963"/>
              <a:gd name="connsiteY0-86" fmla="*/ 2044477 h 2044477"/>
              <a:gd name="connsiteX1-87" fmla="*/ 118571 w 649963"/>
              <a:gd name="connsiteY1-88" fmla="*/ 1979996 h 2044477"/>
              <a:gd name="connsiteX2-89" fmla="*/ 11855 w 649963"/>
              <a:gd name="connsiteY2-90" fmla="*/ 1552698 h 2044477"/>
              <a:gd name="connsiteX3-91" fmla="*/ 649963 w 649963"/>
              <a:gd name="connsiteY3-92" fmla="*/ 0 h 2044477"/>
            </a:gdLst>
            <a:ahLst/>
            <a:cxnLst>
              <a:cxn ang="0">
                <a:pos x="connsiteX0-1" y="connsiteY0-2"/>
              </a:cxn>
              <a:cxn ang="0">
                <a:pos x="connsiteX1-3" y="connsiteY1-4"/>
              </a:cxn>
              <a:cxn ang="0">
                <a:pos x="connsiteX2-5" y="connsiteY2-6"/>
              </a:cxn>
              <a:cxn ang="0">
                <a:pos x="connsiteX3-7" y="connsiteY3-8"/>
              </a:cxn>
            </a:cxnLst>
            <a:rect l="l" t="t" r="r" b="b"/>
            <a:pathLst>
              <a:path w="649963" h="2044477">
                <a:moveTo>
                  <a:pt x="148584" y="2044477"/>
                </a:moveTo>
                <a:lnTo>
                  <a:pt x="118571" y="1979996"/>
                </a:lnTo>
                <a:cubicBezTo>
                  <a:pt x="65551" y="1844343"/>
                  <a:pt x="29293" y="1700958"/>
                  <a:pt x="11855" y="1552698"/>
                </a:cubicBezTo>
                <a:cubicBezTo>
                  <a:pt x="-57895" y="959659"/>
                  <a:pt x="183361" y="372616"/>
                  <a:pt x="649963" y="0"/>
                </a:cubicBez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22" name="任意多边形: 形状 21"/>
          <p:cNvSpPr>
            <a:spLocks noChangeAspect="1"/>
          </p:cNvSpPr>
          <p:nvPr userDrawn="1">
            <p:custDataLst>
              <p:tags r:id="rId5"/>
            </p:custDataLst>
          </p:nvPr>
        </p:nvSpPr>
        <p:spPr>
          <a:xfrm rot="16200000">
            <a:off x="9243622" y="127619"/>
            <a:ext cx="1736864" cy="1481625"/>
          </a:xfrm>
          <a:custGeom>
            <a:avLst/>
            <a:gdLst>
              <a:gd name="connsiteX0" fmla="*/ 1736864 w 4216134"/>
              <a:gd name="connsiteY0" fmla="*/ 0 h 2483593"/>
              <a:gd name="connsiteX1" fmla="*/ 1736864 w 4216134"/>
              <a:gd name="connsiteY1" fmla="*/ 2483593 h 2483593"/>
              <a:gd name="connsiteX2" fmla="*/ 0 w 4216134"/>
              <a:gd name="connsiteY2" fmla="*/ 1481625 h 2483593"/>
              <a:gd name="connsiteX3" fmla="*/ 1576110 w 4216134"/>
              <a:gd name="connsiteY3" fmla="*/ 24177 h 2483593"/>
              <a:gd name="connsiteX4" fmla="*/ 4216134 w 4216134"/>
              <a:gd name="connsiteY4" fmla="*/ 2124236 h 2483593"/>
              <a:gd name="connsiteX5" fmla="*/ 4216093 w 4216134"/>
              <a:gd name="connsiteY5" fmla="*/ 2125372 h 2483593"/>
              <a:gd name="connsiteX6" fmla="*/ 4216093 w 4216134"/>
              <a:gd name="connsiteY6" fmla="*/ 2123168 h 2483593"/>
              <a:gd name="connsiteX0-1" fmla="*/ 1736864 w 4216134"/>
              <a:gd name="connsiteY0-2" fmla="*/ 0 h 2483593"/>
              <a:gd name="connsiteX1-3" fmla="*/ 1736864 w 4216134"/>
              <a:gd name="connsiteY1-4" fmla="*/ 2483593 h 2483593"/>
              <a:gd name="connsiteX2-5" fmla="*/ 885963 w 4216134"/>
              <a:gd name="connsiteY2-6" fmla="*/ 2007958 h 2483593"/>
              <a:gd name="connsiteX3-7" fmla="*/ 0 w 4216134"/>
              <a:gd name="connsiteY3-8" fmla="*/ 1481625 h 2483593"/>
              <a:gd name="connsiteX4-9" fmla="*/ 1576110 w 4216134"/>
              <a:gd name="connsiteY4-10" fmla="*/ 24177 h 2483593"/>
              <a:gd name="connsiteX5-11" fmla="*/ 1736864 w 4216134"/>
              <a:gd name="connsiteY5-12" fmla="*/ 0 h 2483593"/>
              <a:gd name="connsiteX6-13" fmla="*/ 4216134 w 4216134"/>
              <a:gd name="connsiteY6-14" fmla="*/ 2124236 h 2483593"/>
              <a:gd name="connsiteX7" fmla="*/ 4216093 w 4216134"/>
              <a:gd name="connsiteY7" fmla="*/ 2125372 h 2483593"/>
              <a:gd name="connsiteX8" fmla="*/ 4216093 w 4216134"/>
              <a:gd name="connsiteY8" fmla="*/ 2123168 h 2483593"/>
              <a:gd name="connsiteX9" fmla="*/ 4216134 w 4216134"/>
              <a:gd name="connsiteY9" fmla="*/ 2124236 h 2483593"/>
              <a:gd name="connsiteX0-15" fmla="*/ 885963 w 4216134"/>
              <a:gd name="connsiteY0-16" fmla="*/ 2007958 h 2483593"/>
              <a:gd name="connsiteX1-17" fmla="*/ 0 w 4216134"/>
              <a:gd name="connsiteY1-18" fmla="*/ 1481625 h 2483593"/>
              <a:gd name="connsiteX2-19" fmla="*/ 1576110 w 4216134"/>
              <a:gd name="connsiteY2-20" fmla="*/ 24177 h 2483593"/>
              <a:gd name="connsiteX3-21" fmla="*/ 1736864 w 4216134"/>
              <a:gd name="connsiteY3-22" fmla="*/ 0 h 2483593"/>
              <a:gd name="connsiteX4-23" fmla="*/ 4216134 w 4216134"/>
              <a:gd name="connsiteY4-24" fmla="*/ 2124236 h 2483593"/>
              <a:gd name="connsiteX5-25" fmla="*/ 4216093 w 4216134"/>
              <a:gd name="connsiteY5-26" fmla="*/ 2125372 h 2483593"/>
              <a:gd name="connsiteX6-27" fmla="*/ 4216093 w 4216134"/>
              <a:gd name="connsiteY6-28" fmla="*/ 2123168 h 2483593"/>
              <a:gd name="connsiteX7-29" fmla="*/ 4216134 w 4216134"/>
              <a:gd name="connsiteY7-30" fmla="*/ 2124236 h 2483593"/>
              <a:gd name="connsiteX8-31" fmla="*/ 1736864 w 4216134"/>
              <a:gd name="connsiteY8-32" fmla="*/ 2483593 h 2483593"/>
              <a:gd name="connsiteX9-33" fmla="*/ 977403 w 4216134"/>
              <a:gd name="connsiteY9-34" fmla="*/ 2099398 h 2483593"/>
              <a:gd name="connsiteX0-35" fmla="*/ 885963 w 4216134"/>
              <a:gd name="connsiteY0-36" fmla="*/ 2007958 h 2483593"/>
              <a:gd name="connsiteX1-37" fmla="*/ 0 w 4216134"/>
              <a:gd name="connsiteY1-38" fmla="*/ 1481625 h 2483593"/>
              <a:gd name="connsiteX2-39" fmla="*/ 1576110 w 4216134"/>
              <a:gd name="connsiteY2-40" fmla="*/ 24177 h 2483593"/>
              <a:gd name="connsiteX3-41" fmla="*/ 1736864 w 4216134"/>
              <a:gd name="connsiteY3-42" fmla="*/ 0 h 2483593"/>
              <a:gd name="connsiteX4-43" fmla="*/ 885963 w 4216134"/>
              <a:gd name="connsiteY4-44" fmla="*/ 2007958 h 2483593"/>
              <a:gd name="connsiteX5-45" fmla="*/ 4216134 w 4216134"/>
              <a:gd name="connsiteY5-46" fmla="*/ 2124236 h 2483593"/>
              <a:gd name="connsiteX6-47" fmla="*/ 4216093 w 4216134"/>
              <a:gd name="connsiteY6-48" fmla="*/ 2125372 h 2483593"/>
              <a:gd name="connsiteX7-49" fmla="*/ 4216093 w 4216134"/>
              <a:gd name="connsiteY7-50" fmla="*/ 2123168 h 2483593"/>
              <a:gd name="connsiteX8-51" fmla="*/ 4216134 w 4216134"/>
              <a:gd name="connsiteY8-52" fmla="*/ 2124236 h 2483593"/>
              <a:gd name="connsiteX9-53" fmla="*/ 1736864 w 4216134"/>
              <a:gd name="connsiteY9-54" fmla="*/ 2483593 h 2483593"/>
              <a:gd name="connsiteX0-55" fmla="*/ 885963 w 4216134"/>
              <a:gd name="connsiteY0-56" fmla="*/ 2007958 h 2125372"/>
              <a:gd name="connsiteX1-57" fmla="*/ 0 w 4216134"/>
              <a:gd name="connsiteY1-58" fmla="*/ 1481625 h 2125372"/>
              <a:gd name="connsiteX2-59" fmla="*/ 1576110 w 4216134"/>
              <a:gd name="connsiteY2-60" fmla="*/ 24177 h 2125372"/>
              <a:gd name="connsiteX3-61" fmla="*/ 1736864 w 4216134"/>
              <a:gd name="connsiteY3-62" fmla="*/ 0 h 2125372"/>
              <a:gd name="connsiteX4-63" fmla="*/ 885963 w 4216134"/>
              <a:gd name="connsiteY4-64" fmla="*/ 2007958 h 2125372"/>
              <a:gd name="connsiteX5-65" fmla="*/ 4216134 w 4216134"/>
              <a:gd name="connsiteY5-66" fmla="*/ 2124236 h 2125372"/>
              <a:gd name="connsiteX6-67" fmla="*/ 4216093 w 4216134"/>
              <a:gd name="connsiteY6-68" fmla="*/ 2125372 h 2125372"/>
              <a:gd name="connsiteX7-69" fmla="*/ 4216093 w 4216134"/>
              <a:gd name="connsiteY7-70" fmla="*/ 2123168 h 2125372"/>
              <a:gd name="connsiteX8-71" fmla="*/ 4216134 w 4216134"/>
              <a:gd name="connsiteY8-72" fmla="*/ 2124236 h 2125372"/>
              <a:gd name="connsiteX0-73" fmla="*/ 885963 w 4216134"/>
              <a:gd name="connsiteY0-74" fmla="*/ 2007958 h 2125372"/>
              <a:gd name="connsiteX1-75" fmla="*/ 0 w 4216134"/>
              <a:gd name="connsiteY1-76" fmla="*/ 1481625 h 2125372"/>
              <a:gd name="connsiteX2-77" fmla="*/ 1576110 w 4216134"/>
              <a:gd name="connsiteY2-78" fmla="*/ 24177 h 2125372"/>
              <a:gd name="connsiteX3-79" fmla="*/ 1736864 w 4216134"/>
              <a:gd name="connsiteY3-80" fmla="*/ 0 h 2125372"/>
              <a:gd name="connsiteX4-81" fmla="*/ 885963 w 4216134"/>
              <a:gd name="connsiteY4-82" fmla="*/ 2007958 h 2125372"/>
              <a:gd name="connsiteX5-83" fmla="*/ 4216134 w 4216134"/>
              <a:gd name="connsiteY5-84" fmla="*/ 2124236 h 2125372"/>
              <a:gd name="connsiteX6-85" fmla="*/ 4216093 w 4216134"/>
              <a:gd name="connsiteY6-86" fmla="*/ 2125372 h 2125372"/>
              <a:gd name="connsiteX7-87" fmla="*/ 4216093 w 4216134"/>
              <a:gd name="connsiteY7-88" fmla="*/ 2123168 h 2125372"/>
              <a:gd name="connsiteX0-89" fmla="*/ 885963 w 4216134"/>
              <a:gd name="connsiteY0-90" fmla="*/ 2007958 h 2125372"/>
              <a:gd name="connsiteX1-91" fmla="*/ 0 w 4216134"/>
              <a:gd name="connsiteY1-92" fmla="*/ 1481625 h 2125372"/>
              <a:gd name="connsiteX2-93" fmla="*/ 1576110 w 4216134"/>
              <a:gd name="connsiteY2-94" fmla="*/ 24177 h 2125372"/>
              <a:gd name="connsiteX3-95" fmla="*/ 1736864 w 4216134"/>
              <a:gd name="connsiteY3-96" fmla="*/ 0 h 2125372"/>
              <a:gd name="connsiteX4-97" fmla="*/ 885963 w 4216134"/>
              <a:gd name="connsiteY4-98" fmla="*/ 2007958 h 2125372"/>
              <a:gd name="connsiteX5-99" fmla="*/ 4216134 w 4216134"/>
              <a:gd name="connsiteY5-100" fmla="*/ 2124236 h 2125372"/>
              <a:gd name="connsiteX6-101" fmla="*/ 4216093 w 4216134"/>
              <a:gd name="connsiteY6-102" fmla="*/ 2125372 h 2125372"/>
              <a:gd name="connsiteX0-103" fmla="*/ 885963 w 1736864"/>
              <a:gd name="connsiteY0-104" fmla="*/ 2007958 h 2007958"/>
              <a:gd name="connsiteX1-105" fmla="*/ 0 w 1736864"/>
              <a:gd name="connsiteY1-106" fmla="*/ 1481625 h 2007958"/>
              <a:gd name="connsiteX2-107" fmla="*/ 1576110 w 1736864"/>
              <a:gd name="connsiteY2-108" fmla="*/ 24177 h 2007958"/>
              <a:gd name="connsiteX3-109" fmla="*/ 1736864 w 1736864"/>
              <a:gd name="connsiteY3-110" fmla="*/ 0 h 2007958"/>
              <a:gd name="connsiteX4-111" fmla="*/ 885963 w 1736864"/>
              <a:gd name="connsiteY4-112" fmla="*/ 2007958 h 2007958"/>
              <a:gd name="connsiteX0-113" fmla="*/ 0 w 1736864"/>
              <a:gd name="connsiteY0-114" fmla="*/ 1481625 h 2099398"/>
              <a:gd name="connsiteX1-115" fmla="*/ 1576110 w 1736864"/>
              <a:gd name="connsiteY1-116" fmla="*/ 24177 h 2099398"/>
              <a:gd name="connsiteX2-117" fmla="*/ 1736864 w 1736864"/>
              <a:gd name="connsiteY2-118" fmla="*/ 0 h 2099398"/>
              <a:gd name="connsiteX3-119" fmla="*/ 977403 w 1736864"/>
              <a:gd name="connsiteY3-120" fmla="*/ 2099398 h 2099398"/>
              <a:gd name="connsiteX0-121" fmla="*/ 0 w 1736864"/>
              <a:gd name="connsiteY0-122" fmla="*/ 1481625 h 1481625"/>
              <a:gd name="connsiteX1-123" fmla="*/ 1576110 w 1736864"/>
              <a:gd name="connsiteY1-124" fmla="*/ 24177 h 1481625"/>
              <a:gd name="connsiteX2-125" fmla="*/ 1736864 w 1736864"/>
              <a:gd name="connsiteY2-126" fmla="*/ 0 h 1481625"/>
            </a:gdLst>
            <a:ahLst/>
            <a:cxnLst>
              <a:cxn ang="0">
                <a:pos x="connsiteX0-1" y="connsiteY0-2"/>
              </a:cxn>
              <a:cxn ang="0">
                <a:pos x="connsiteX1-3" y="connsiteY1-4"/>
              </a:cxn>
              <a:cxn ang="0">
                <a:pos x="connsiteX2-5" y="connsiteY2-6"/>
              </a:cxn>
            </a:cxnLst>
            <a:rect l="l" t="t" r="r" b="b"/>
            <a:pathLst>
              <a:path w="1736864" h="1481625">
                <a:moveTo>
                  <a:pt x="0" y="1481625"/>
                </a:moveTo>
                <a:cubicBezTo>
                  <a:pt x="231589" y="742961"/>
                  <a:pt x="837233" y="193516"/>
                  <a:pt x="1576110" y="24177"/>
                </a:cubicBezTo>
                <a:lnTo>
                  <a:pt x="1736864" y="0"/>
                </a:ln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1" name="椭圆 10"/>
          <p:cNvSpPr>
            <a:spLocks noChangeAspect="1"/>
          </p:cNvSpPr>
          <p:nvPr userDrawn="1">
            <p:custDataLst>
              <p:tags r:id="rId6"/>
            </p:custDataLst>
          </p:nvPr>
        </p:nvSpPr>
        <p:spPr>
          <a:xfrm rot="16200000">
            <a:off x="11716140" y="1332452"/>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8" name="任意多边形: 形状 17"/>
          <p:cNvSpPr>
            <a:spLocks noChangeAspect="1"/>
          </p:cNvSpPr>
          <p:nvPr userDrawn="1">
            <p:custDataLst>
              <p:tags r:id="rId7"/>
            </p:custDataLst>
          </p:nvPr>
        </p:nvSpPr>
        <p:spPr>
          <a:xfrm rot="16200000">
            <a:off x="10791949" y="-474418"/>
            <a:ext cx="916108" cy="1883994"/>
          </a:xfrm>
          <a:custGeom>
            <a:avLst/>
            <a:gdLst>
              <a:gd name="connsiteX0" fmla="*/ 916108 w 916108"/>
              <a:gd name="connsiteY0" fmla="*/ 0 h 1883994"/>
              <a:gd name="connsiteX1" fmla="*/ 916108 w 916108"/>
              <a:gd name="connsiteY1" fmla="*/ 1883994 h 1883994"/>
              <a:gd name="connsiteX2" fmla="*/ 212597 w 916108"/>
              <a:gd name="connsiteY2" fmla="*/ 1883994 h 1883994"/>
              <a:gd name="connsiteX3" fmla="*/ 211412 w 916108"/>
              <a:gd name="connsiteY3" fmla="*/ 1882408 h 1883994"/>
              <a:gd name="connsiteX4" fmla="*/ 0 w 916108"/>
              <a:gd name="connsiteY4" fmla="*/ 1190294 h 1883994"/>
              <a:gd name="connsiteX5" fmla="*/ 756045 w 916108"/>
              <a:gd name="connsiteY5" fmla="*/ 49686 h 1883994"/>
              <a:gd name="connsiteX0-1" fmla="*/ 916108 w 916108"/>
              <a:gd name="connsiteY0-2" fmla="*/ 0 h 1909394"/>
              <a:gd name="connsiteX1-3" fmla="*/ 916108 w 916108"/>
              <a:gd name="connsiteY1-4" fmla="*/ 1883994 h 1909394"/>
              <a:gd name="connsiteX2-5" fmla="*/ 547808 w 916108"/>
              <a:gd name="connsiteY2-6" fmla="*/ 1909394 h 1909394"/>
              <a:gd name="connsiteX3-7" fmla="*/ 212597 w 916108"/>
              <a:gd name="connsiteY3-8" fmla="*/ 1883994 h 1909394"/>
              <a:gd name="connsiteX4-9" fmla="*/ 211412 w 916108"/>
              <a:gd name="connsiteY4-10" fmla="*/ 1882408 h 1909394"/>
              <a:gd name="connsiteX5-11" fmla="*/ 0 w 916108"/>
              <a:gd name="connsiteY5-12" fmla="*/ 1190294 h 1909394"/>
              <a:gd name="connsiteX6" fmla="*/ 756045 w 916108"/>
              <a:gd name="connsiteY6" fmla="*/ 49686 h 1909394"/>
              <a:gd name="connsiteX7" fmla="*/ 916108 w 916108"/>
              <a:gd name="connsiteY7" fmla="*/ 0 h 1909394"/>
              <a:gd name="connsiteX0-13" fmla="*/ 547808 w 916108"/>
              <a:gd name="connsiteY0-14" fmla="*/ 1909394 h 2000834"/>
              <a:gd name="connsiteX1-15" fmla="*/ 212597 w 916108"/>
              <a:gd name="connsiteY1-16" fmla="*/ 1883994 h 2000834"/>
              <a:gd name="connsiteX2-17" fmla="*/ 211412 w 916108"/>
              <a:gd name="connsiteY2-18" fmla="*/ 1882408 h 2000834"/>
              <a:gd name="connsiteX3-19" fmla="*/ 0 w 916108"/>
              <a:gd name="connsiteY3-20" fmla="*/ 1190294 h 2000834"/>
              <a:gd name="connsiteX4-21" fmla="*/ 756045 w 916108"/>
              <a:gd name="connsiteY4-22" fmla="*/ 49686 h 2000834"/>
              <a:gd name="connsiteX5-23" fmla="*/ 916108 w 916108"/>
              <a:gd name="connsiteY5-24" fmla="*/ 0 h 2000834"/>
              <a:gd name="connsiteX6-25" fmla="*/ 916108 w 916108"/>
              <a:gd name="connsiteY6-26" fmla="*/ 1883994 h 2000834"/>
              <a:gd name="connsiteX7-27" fmla="*/ 639248 w 916108"/>
              <a:gd name="connsiteY7-28" fmla="*/ 2000834 h 2000834"/>
              <a:gd name="connsiteX0-29" fmla="*/ 547808 w 916108"/>
              <a:gd name="connsiteY0-30" fmla="*/ 1909394 h 1909394"/>
              <a:gd name="connsiteX1-31" fmla="*/ 212597 w 916108"/>
              <a:gd name="connsiteY1-32" fmla="*/ 1883994 h 1909394"/>
              <a:gd name="connsiteX2-33" fmla="*/ 211412 w 916108"/>
              <a:gd name="connsiteY2-34" fmla="*/ 1882408 h 1909394"/>
              <a:gd name="connsiteX3-35" fmla="*/ 0 w 916108"/>
              <a:gd name="connsiteY3-36" fmla="*/ 1190294 h 1909394"/>
              <a:gd name="connsiteX4-37" fmla="*/ 756045 w 916108"/>
              <a:gd name="connsiteY4-38" fmla="*/ 49686 h 1909394"/>
              <a:gd name="connsiteX5-39" fmla="*/ 916108 w 916108"/>
              <a:gd name="connsiteY5-40" fmla="*/ 0 h 1909394"/>
              <a:gd name="connsiteX6-41" fmla="*/ 916108 w 916108"/>
              <a:gd name="connsiteY6-42" fmla="*/ 1883994 h 1909394"/>
              <a:gd name="connsiteX0-43" fmla="*/ 547808 w 916108"/>
              <a:gd name="connsiteY0-44" fmla="*/ 1909394 h 1909394"/>
              <a:gd name="connsiteX1-45" fmla="*/ 212597 w 916108"/>
              <a:gd name="connsiteY1-46" fmla="*/ 1883994 h 1909394"/>
              <a:gd name="connsiteX2-47" fmla="*/ 211412 w 916108"/>
              <a:gd name="connsiteY2-48" fmla="*/ 1882408 h 1909394"/>
              <a:gd name="connsiteX3-49" fmla="*/ 0 w 916108"/>
              <a:gd name="connsiteY3-50" fmla="*/ 1190294 h 1909394"/>
              <a:gd name="connsiteX4-51" fmla="*/ 756045 w 916108"/>
              <a:gd name="connsiteY4-52" fmla="*/ 49686 h 1909394"/>
              <a:gd name="connsiteX5-53" fmla="*/ 916108 w 916108"/>
              <a:gd name="connsiteY5-54" fmla="*/ 0 h 1909394"/>
              <a:gd name="connsiteX0-55" fmla="*/ 212597 w 916108"/>
              <a:gd name="connsiteY0-56" fmla="*/ 1883994 h 1883994"/>
              <a:gd name="connsiteX1-57" fmla="*/ 211412 w 916108"/>
              <a:gd name="connsiteY1-58" fmla="*/ 1882408 h 1883994"/>
              <a:gd name="connsiteX2-59" fmla="*/ 0 w 916108"/>
              <a:gd name="connsiteY2-60" fmla="*/ 1190294 h 1883994"/>
              <a:gd name="connsiteX3-61" fmla="*/ 756045 w 916108"/>
              <a:gd name="connsiteY3-62" fmla="*/ 49686 h 1883994"/>
              <a:gd name="connsiteX4-63" fmla="*/ 916108 w 916108"/>
              <a:gd name="connsiteY4-64" fmla="*/ 0 h 188399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6108" h="1883994">
                <a:moveTo>
                  <a:pt x="212597" y="1883994"/>
                </a:moveTo>
                <a:lnTo>
                  <a:pt x="211412" y="1882408"/>
                </a:lnTo>
                <a:cubicBezTo>
                  <a:pt x="77937" y="1684840"/>
                  <a:pt x="0" y="1446669"/>
                  <a:pt x="0" y="1190294"/>
                </a:cubicBezTo>
                <a:cubicBezTo>
                  <a:pt x="0" y="677544"/>
                  <a:pt x="311749" y="237608"/>
                  <a:pt x="756045" y="49686"/>
                </a:cubicBezTo>
                <a:lnTo>
                  <a:pt x="916108" y="0"/>
                </a:lnTo>
              </a:path>
            </a:pathLst>
          </a:custGeom>
          <a:noFill/>
          <a:ln w="19050">
            <a:solidFill>
              <a:schemeClr val="accent1">
                <a:lumMod val="40000"/>
                <a:lumOff val="60000"/>
                <a:alpha val="42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useBgFill="1">
        <p:nvSpPr>
          <p:cNvPr id="13" name="椭圆 12"/>
          <p:cNvSpPr>
            <a:spLocks noChangeAspect="1"/>
          </p:cNvSpPr>
          <p:nvPr userDrawn="1">
            <p:custDataLst>
              <p:tags r:id="rId8"/>
            </p:custDataLst>
          </p:nvPr>
        </p:nvSpPr>
        <p:spPr>
          <a:xfrm rot="16200000">
            <a:off x="9597937" y="720000"/>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2" name="标题 11"/>
          <p:cNvSpPr>
            <a:spLocks noGrp="1"/>
          </p:cNvSpPr>
          <p:nvPr>
            <p:ph type="ctrTitle" idx="16385" hasCustomPrompt="1"/>
            <p:custDataLst>
              <p:tags r:id="rId9"/>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4" name="内容占位符 13"/>
          <p:cNvSpPr>
            <a:spLocks noGrp="1"/>
          </p:cNvSpPr>
          <p:nvPr>
            <p:ph idx="16390" hasCustomPrompt="1"/>
            <p:custDataLst>
              <p:tags r:id="rId10"/>
            </p:custDataLst>
          </p:nvPr>
        </p:nvSpPr>
        <p:spPr>
          <a:xfrm>
            <a:off x="609600" y="1524000"/>
            <a:ext cx="10972800" cy="2844800"/>
          </a:xfrm>
          <a:custGeom>
            <a:avLst/>
            <a:gdLst>
              <a:gd name="connisteX0" fmla="*/ 0 w 10972800"/>
              <a:gd name="connsiteY0" fmla="*/ 203200 h 2844800"/>
              <a:gd name="connisteX1" fmla="*/ 203200 w 10972800"/>
              <a:gd name="connsiteY1" fmla="*/ 0 h 2844800"/>
              <a:gd name="connisteX2" fmla="*/ 10769600 w 10972800"/>
              <a:gd name="connsiteY2" fmla="*/ 0 h 2844800"/>
              <a:gd name="connisteX3" fmla="*/ 10972800 w 10972800"/>
              <a:gd name="connsiteY3" fmla="*/ 203200 h 2844800"/>
              <a:gd name="connisteX4" fmla="*/ 10972800 w 10972800"/>
              <a:gd name="connsiteY4" fmla="*/ 2641600 h 2844800"/>
              <a:gd name="connisteX5" fmla="*/ 10769600 w 10972800"/>
              <a:gd name="connsiteY5" fmla="*/ 2844800 h 2844800"/>
              <a:gd name="connisteX6" fmla="*/ 203200 w 10972800"/>
              <a:gd name="connsiteY6" fmla="*/ 2844800 h 2844800"/>
              <a:gd name="connisteX7" fmla="*/ 0 w 10972800"/>
              <a:gd name="connsiteY7" fmla="*/ 2641600 h 2844800"/>
              <a:gd name="connisteX8" fmla="*/ 0 w 10972800"/>
              <a:gd name="connsiteY8" fmla="*/ 203200 h 2844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844800">
                <a:moveTo>
                  <a:pt x="0" y="203200"/>
                </a:moveTo>
                <a:cubicBezTo>
                  <a:pt x="0" y="90976"/>
                  <a:pt x="90976" y="0"/>
                  <a:pt x="203200" y="0"/>
                </a:cubicBezTo>
                <a:lnTo>
                  <a:pt x="10769600" y="0"/>
                </a:lnTo>
                <a:cubicBezTo>
                  <a:pt x="10881824" y="0"/>
                  <a:pt x="10972800" y="90976"/>
                  <a:pt x="10972800" y="203200"/>
                </a:cubicBezTo>
                <a:lnTo>
                  <a:pt x="10972800" y="2641600"/>
                </a:lnTo>
                <a:cubicBezTo>
                  <a:pt x="10972800" y="2753824"/>
                  <a:pt x="10881824" y="2844800"/>
                  <a:pt x="10769600" y="2844800"/>
                </a:cubicBezTo>
                <a:lnTo>
                  <a:pt x="203200" y="2844800"/>
                </a:lnTo>
                <a:cubicBezTo>
                  <a:pt x="90976" y="2844800"/>
                  <a:pt x="0" y="2753824"/>
                  <a:pt x="0" y="2641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6" name="装饰  5"/>
          <p:cNvSpPr>
            <a:spLocks noGrp="1"/>
          </p:cNvSpPr>
          <p:nvPr>
            <p:ph type="body" idx="16391" hasCustomPrompt="1"/>
            <p:custDataLst>
              <p:tags r:id="rId11"/>
            </p:custDataLst>
          </p:nvPr>
        </p:nvSpPr>
        <p:spPr>
          <a:xfrm>
            <a:off x="609600" y="4826000"/>
            <a:ext cx="50800" cy="1422400"/>
          </a:xfrm>
          <a:custGeom>
            <a:avLst/>
            <a:gdLst>
              <a:gd name="connisteX0" fmla="*/ 0 w 50800"/>
              <a:gd name="connsiteY0" fmla="*/ 25400 h 1422400"/>
              <a:gd name="connisteX1" fmla="*/ 25400 w 50800"/>
              <a:gd name="connsiteY1" fmla="*/ 0 h 1422400"/>
              <a:gd name="connisteX2" fmla="*/ 25400 w 50800"/>
              <a:gd name="connsiteY2" fmla="*/ 0 h 1422400"/>
              <a:gd name="connisteX3" fmla="*/ 50800 w 50800"/>
              <a:gd name="connsiteY3" fmla="*/ 25400 h 1422400"/>
              <a:gd name="connisteX4" fmla="*/ 50800 w 50800"/>
              <a:gd name="connsiteY4" fmla="*/ 1397000 h 1422400"/>
              <a:gd name="connisteX5" fmla="*/ 25400 w 50800"/>
              <a:gd name="connsiteY5" fmla="*/ 1422400 h 1422400"/>
              <a:gd name="connisteX6" fmla="*/ 25400 w 50800"/>
              <a:gd name="connsiteY6" fmla="*/ 1422400 h 1422400"/>
              <a:gd name="connisteX7" fmla="*/ 0 w 50800"/>
              <a:gd name="connsiteY7" fmla="*/ 1397000 h 1422400"/>
              <a:gd name="connisteX8" fmla="*/ 0 w 50800"/>
              <a:gd name="connsiteY8" fmla="*/ 25400 h 142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422400">
                <a:moveTo>
                  <a:pt x="0" y="25400"/>
                </a:moveTo>
                <a:cubicBezTo>
                  <a:pt x="0" y="11372"/>
                  <a:pt x="11372" y="0"/>
                  <a:pt x="25400" y="0"/>
                </a:cubicBezTo>
                <a:lnTo>
                  <a:pt x="25400" y="0"/>
                </a:lnTo>
                <a:cubicBezTo>
                  <a:pt x="39428" y="0"/>
                  <a:pt x="50800" y="11372"/>
                  <a:pt x="50800" y="25400"/>
                </a:cubicBezTo>
                <a:lnTo>
                  <a:pt x="50800" y="1397000"/>
                </a:lnTo>
                <a:cubicBezTo>
                  <a:pt x="50800" y="1411028"/>
                  <a:pt x="39428" y="1422400"/>
                  <a:pt x="25400" y="1422400"/>
                </a:cubicBezTo>
                <a:lnTo>
                  <a:pt x="25400" y="1422400"/>
                </a:lnTo>
                <a:cubicBezTo>
                  <a:pt x="11372" y="1422400"/>
                  <a:pt x="0" y="1411028"/>
                  <a:pt x="0" y="13970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文本占位符 16"/>
          <p:cNvSpPr>
            <a:spLocks noGrp="1"/>
          </p:cNvSpPr>
          <p:nvPr>
            <p:ph type="body" idx="16386" hasCustomPrompt="1"/>
            <p:custDataLst>
              <p:tags r:id="rId12"/>
            </p:custDataLst>
          </p:nvPr>
        </p:nvSpPr>
        <p:spPr>
          <a:xfrm>
            <a:off x="762000" y="4826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9" name="文本占位符 18"/>
          <p:cNvSpPr>
            <a:spLocks noGrp="1"/>
          </p:cNvSpPr>
          <p:nvPr>
            <p:ph type="body" idx="16387" hasCustomPrompt="1"/>
            <p:custDataLst>
              <p:tags r:id="rId13"/>
            </p:custDataLst>
          </p:nvPr>
        </p:nvSpPr>
        <p:spPr>
          <a:xfrm>
            <a:off x="762000" y="5334000"/>
            <a:ext cx="5029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0" name="装饰  9"/>
          <p:cNvSpPr>
            <a:spLocks noGrp="1"/>
          </p:cNvSpPr>
          <p:nvPr>
            <p:ph type="body" idx="16392" hasCustomPrompt="1"/>
            <p:custDataLst>
              <p:tags r:id="rId14"/>
            </p:custDataLst>
          </p:nvPr>
        </p:nvSpPr>
        <p:spPr>
          <a:xfrm>
            <a:off x="6400800" y="4826000"/>
            <a:ext cx="50800" cy="1422400"/>
          </a:xfrm>
          <a:custGeom>
            <a:avLst/>
            <a:gdLst>
              <a:gd name="connisteX0" fmla="*/ 0 w 50800"/>
              <a:gd name="connsiteY0" fmla="*/ 25400 h 1422400"/>
              <a:gd name="connisteX1" fmla="*/ 25400 w 50800"/>
              <a:gd name="connsiteY1" fmla="*/ 0 h 1422400"/>
              <a:gd name="connisteX2" fmla="*/ 25400 w 50800"/>
              <a:gd name="connsiteY2" fmla="*/ 0 h 1422400"/>
              <a:gd name="connisteX3" fmla="*/ 50800 w 50800"/>
              <a:gd name="connsiteY3" fmla="*/ 25400 h 1422400"/>
              <a:gd name="connisteX4" fmla="*/ 50800 w 50800"/>
              <a:gd name="connsiteY4" fmla="*/ 1397000 h 1422400"/>
              <a:gd name="connisteX5" fmla="*/ 25400 w 50800"/>
              <a:gd name="connsiteY5" fmla="*/ 1422400 h 1422400"/>
              <a:gd name="connisteX6" fmla="*/ 25400 w 50800"/>
              <a:gd name="connsiteY6" fmla="*/ 1422400 h 1422400"/>
              <a:gd name="connisteX7" fmla="*/ 0 w 50800"/>
              <a:gd name="connsiteY7" fmla="*/ 1397000 h 1422400"/>
              <a:gd name="connisteX8" fmla="*/ 0 w 50800"/>
              <a:gd name="connsiteY8" fmla="*/ 25400 h 142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422400">
                <a:moveTo>
                  <a:pt x="0" y="25400"/>
                </a:moveTo>
                <a:cubicBezTo>
                  <a:pt x="0" y="11372"/>
                  <a:pt x="11372" y="0"/>
                  <a:pt x="25400" y="0"/>
                </a:cubicBezTo>
                <a:lnTo>
                  <a:pt x="25400" y="0"/>
                </a:lnTo>
                <a:cubicBezTo>
                  <a:pt x="39428" y="0"/>
                  <a:pt x="50800" y="11372"/>
                  <a:pt x="50800" y="25400"/>
                </a:cubicBezTo>
                <a:lnTo>
                  <a:pt x="50800" y="1397000"/>
                </a:lnTo>
                <a:cubicBezTo>
                  <a:pt x="50800" y="1411028"/>
                  <a:pt x="39428" y="1422400"/>
                  <a:pt x="25400" y="1422400"/>
                </a:cubicBezTo>
                <a:lnTo>
                  <a:pt x="25400" y="1422400"/>
                </a:lnTo>
                <a:cubicBezTo>
                  <a:pt x="11372" y="1422400"/>
                  <a:pt x="0" y="1411028"/>
                  <a:pt x="0" y="13970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文本占位符 20"/>
          <p:cNvSpPr>
            <a:spLocks noGrp="1"/>
          </p:cNvSpPr>
          <p:nvPr>
            <p:ph type="body" idx="16388" hasCustomPrompt="1"/>
            <p:custDataLst>
              <p:tags r:id="rId15"/>
            </p:custDataLst>
          </p:nvPr>
        </p:nvSpPr>
        <p:spPr>
          <a:xfrm>
            <a:off x="6553200" y="4826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89" hasCustomPrompt="1"/>
            <p:custDataLst>
              <p:tags r:id="rId16"/>
            </p:custDataLst>
          </p:nvPr>
        </p:nvSpPr>
        <p:spPr>
          <a:xfrm>
            <a:off x="6553200" y="5334000"/>
            <a:ext cx="5029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正文页-64_7">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2025/7/4</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5" name="任意多边形: 形状 14"/>
          <p:cNvSpPr>
            <a:spLocks noChangeAspect="1"/>
          </p:cNvSpPr>
          <p:nvPr userDrawn="1">
            <p:custDataLst>
              <p:tags r:id="rId4"/>
            </p:custDataLst>
          </p:nvPr>
        </p:nvSpPr>
        <p:spPr>
          <a:xfrm rot="16200000">
            <a:off x="10844781" y="59657"/>
            <a:ext cx="649963" cy="2044477"/>
          </a:xfrm>
          <a:custGeom>
            <a:avLst/>
            <a:gdLst>
              <a:gd name="connsiteX0" fmla="*/ 1406877 w 1406877"/>
              <a:gd name="connsiteY0" fmla="*/ 947834 h 2044477"/>
              <a:gd name="connsiteX1" fmla="*/ 1406877 w 1406877"/>
              <a:gd name="connsiteY1" fmla="*/ 2034781 h 2044477"/>
              <a:gd name="connsiteX2" fmla="*/ 1402315 w 1406877"/>
              <a:gd name="connsiteY2" fmla="*/ 2044477 h 2044477"/>
              <a:gd name="connsiteX3" fmla="*/ 148584 w 1406877"/>
              <a:gd name="connsiteY3" fmla="*/ 2044477 h 2044477"/>
              <a:gd name="connsiteX4" fmla="*/ 118571 w 1406877"/>
              <a:gd name="connsiteY4" fmla="*/ 1979996 h 2044477"/>
              <a:gd name="connsiteX5" fmla="*/ 11855 w 1406877"/>
              <a:gd name="connsiteY5" fmla="*/ 1552698 h 2044477"/>
              <a:gd name="connsiteX6" fmla="*/ 649963 w 1406877"/>
              <a:gd name="connsiteY6" fmla="*/ 0 h 2044477"/>
              <a:gd name="connsiteX0-1" fmla="*/ 1406877 w 1406877"/>
              <a:gd name="connsiteY0-2" fmla="*/ 947834 h 2044477"/>
              <a:gd name="connsiteX1-3" fmla="*/ 1406877 w 1406877"/>
              <a:gd name="connsiteY1-4" fmla="*/ 2034781 h 2044477"/>
              <a:gd name="connsiteX2-5" fmla="*/ 1402315 w 1406877"/>
              <a:gd name="connsiteY2-6" fmla="*/ 2044477 h 2044477"/>
              <a:gd name="connsiteX3-7" fmla="*/ 390877 w 1406877"/>
              <a:gd name="connsiteY3-8" fmla="*/ 2044476 h 2044477"/>
              <a:gd name="connsiteX4-9" fmla="*/ 148584 w 1406877"/>
              <a:gd name="connsiteY4-10" fmla="*/ 2044477 h 2044477"/>
              <a:gd name="connsiteX5-11" fmla="*/ 118571 w 1406877"/>
              <a:gd name="connsiteY5-12" fmla="*/ 1979996 h 2044477"/>
              <a:gd name="connsiteX6-13" fmla="*/ 11855 w 1406877"/>
              <a:gd name="connsiteY6-14" fmla="*/ 1552698 h 2044477"/>
              <a:gd name="connsiteX7" fmla="*/ 649963 w 1406877"/>
              <a:gd name="connsiteY7" fmla="*/ 0 h 2044477"/>
              <a:gd name="connsiteX8" fmla="*/ 1406877 w 1406877"/>
              <a:gd name="connsiteY8" fmla="*/ 947834 h 2044477"/>
              <a:gd name="connsiteX0-15" fmla="*/ 390877 w 1406877"/>
              <a:gd name="connsiteY0-16" fmla="*/ 2044476 h 2135916"/>
              <a:gd name="connsiteX1-17" fmla="*/ 148584 w 1406877"/>
              <a:gd name="connsiteY1-18" fmla="*/ 2044477 h 2135916"/>
              <a:gd name="connsiteX2-19" fmla="*/ 118571 w 1406877"/>
              <a:gd name="connsiteY2-20" fmla="*/ 1979996 h 2135916"/>
              <a:gd name="connsiteX3-21" fmla="*/ 11855 w 1406877"/>
              <a:gd name="connsiteY3-22" fmla="*/ 1552698 h 2135916"/>
              <a:gd name="connsiteX4-23" fmla="*/ 649963 w 1406877"/>
              <a:gd name="connsiteY4-24" fmla="*/ 0 h 2135916"/>
              <a:gd name="connsiteX5-25" fmla="*/ 1406877 w 1406877"/>
              <a:gd name="connsiteY5-26" fmla="*/ 947834 h 2135916"/>
              <a:gd name="connsiteX6-27" fmla="*/ 1406877 w 1406877"/>
              <a:gd name="connsiteY6-28" fmla="*/ 2034781 h 2135916"/>
              <a:gd name="connsiteX7-29" fmla="*/ 1402315 w 1406877"/>
              <a:gd name="connsiteY7-30" fmla="*/ 2044477 h 2135916"/>
              <a:gd name="connsiteX8-31" fmla="*/ 482317 w 1406877"/>
              <a:gd name="connsiteY8-32" fmla="*/ 2135916 h 2135916"/>
              <a:gd name="connsiteX0-33" fmla="*/ 390877 w 1406877"/>
              <a:gd name="connsiteY0-34" fmla="*/ 2044476 h 2044477"/>
              <a:gd name="connsiteX1-35" fmla="*/ 148584 w 1406877"/>
              <a:gd name="connsiteY1-36" fmla="*/ 2044477 h 2044477"/>
              <a:gd name="connsiteX2-37" fmla="*/ 118571 w 1406877"/>
              <a:gd name="connsiteY2-38" fmla="*/ 1979996 h 2044477"/>
              <a:gd name="connsiteX3-39" fmla="*/ 11855 w 1406877"/>
              <a:gd name="connsiteY3-40" fmla="*/ 1552698 h 2044477"/>
              <a:gd name="connsiteX4-41" fmla="*/ 649963 w 1406877"/>
              <a:gd name="connsiteY4-42" fmla="*/ 0 h 2044477"/>
              <a:gd name="connsiteX5-43" fmla="*/ 1406877 w 1406877"/>
              <a:gd name="connsiteY5-44" fmla="*/ 947834 h 2044477"/>
              <a:gd name="connsiteX6-45" fmla="*/ 1406877 w 1406877"/>
              <a:gd name="connsiteY6-46" fmla="*/ 2034781 h 2044477"/>
              <a:gd name="connsiteX7-47" fmla="*/ 1402315 w 1406877"/>
              <a:gd name="connsiteY7-48" fmla="*/ 2044477 h 2044477"/>
              <a:gd name="connsiteX0-49" fmla="*/ 148584 w 1406877"/>
              <a:gd name="connsiteY0-50" fmla="*/ 2044477 h 2044477"/>
              <a:gd name="connsiteX1-51" fmla="*/ 118571 w 1406877"/>
              <a:gd name="connsiteY1-52" fmla="*/ 1979996 h 2044477"/>
              <a:gd name="connsiteX2-53" fmla="*/ 11855 w 1406877"/>
              <a:gd name="connsiteY2-54" fmla="*/ 1552698 h 2044477"/>
              <a:gd name="connsiteX3-55" fmla="*/ 649963 w 1406877"/>
              <a:gd name="connsiteY3-56" fmla="*/ 0 h 2044477"/>
              <a:gd name="connsiteX4-57" fmla="*/ 1406877 w 1406877"/>
              <a:gd name="connsiteY4-58" fmla="*/ 947834 h 2044477"/>
              <a:gd name="connsiteX5-59" fmla="*/ 1406877 w 1406877"/>
              <a:gd name="connsiteY5-60" fmla="*/ 2034781 h 2044477"/>
              <a:gd name="connsiteX6-61" fmla="*/ 1402315 w 1406877"/>
              <a:gd name="connsiteY6-62" fmla="*/ 2044477 h 2044477"/>
              <a:gd name="connsiteX0-63" fmla="*/ 148584 w 1406877"/>
              <a:gd name="connsiteY0-64" fmla="*/ 2044477 h 2044477"/>
              <a:gd name="connsiteX1-65" fmla="*/ 118571 w 1406877"/>
              <a:gd name="connsiteY1-66" fmla="*/ 1979996 h 2044477"/>
              <a:gd name="connsiteX2-67" fmla="*/ 11855 w 1406877"/>
              <a:gd name="connsiteY2-68" fmla="*/ 1552698 h 2044477"/>
              <a:gd name="connsiteX3-69" fmla="*/ 649963 w 1406877"/>
              <a:gd name="connsiteY3-70" fmla="*/ 0 h 2044477"/>
              <a:gd name="connsiteX4-71" fmla="*/ 1406877 w 1406877"/>
              <a:gd name="connsiteY4-72" fmla="*/ 947834 h 2044477"/>
              <a:gd name="connsiteX5-73" fmla="*/ 1406877 w 1406877"/>
              <a:gd name="connsiteY5-74" fmla="*/ 2034781 h 2044477"/>
              <a:gd name="connsiteX0-75" fmla="*/ 148584 w 1406877"/>
              <a:gd name="connsiteY0-76" fmla="*/ 2044477 h 2044477"/>
              <a:gd name="connsiteX1-77" fmla="*/ 118571 w 1406877"/>
              <a:gd name="connsiteY1-78" fmla="*/ 1979996 h 2044477"/>
              <a:gd name="connsiteX2-79" fmla="*/ 11855 w 1406877"/>
              <a:gd name="connsiteY2-80" fmla="*/ 1552698 h 2044477"/>
              <a:gd name="connsiteX3-81" fmla="*/ 649963 w 1406877"/>
              <a:gd name="connsiteY3-82" fmla="*/ 0 h 2044477"/>
              <a:gd name="connsiteX4-83" fmla="*/ 1406877 w 1406877"/>
              <a:gd name="connsiteY4-84" fmla="*/ 2034781 h 2044477"/>
              <a:gd name="connsiteX0-85" fmla="*/ 148584 w 649963"/>
              <a:gd name="connsiteY0-86" fmla="*/ 2044477 h 2044477"/>
              <a:gd name="connsiteX1-87" fmla="*/ 118571 w 649963"/>
              <a:gd name="connsiteY1-88" fmla="*/ 1979996 h 2044477"/>
              <a:gd name="connsiteX2-89" fmla="*/ 11855 w 649963"/>
              <a:gd name="connsiteY2-90" fmla="*/ 1552698 h 2044477"/>
              <a:gd name="connsiteX3-91" fmla="*/ 649963 w 649963"/>
              <a:gd name="connsiteY3-92" fmla="*/ 0 h 2044477"/>
            </a:gdLst>
            <a:ahLst/>
            <a:cxnLst>
              <a:cxn ang="0">
                <a:pos x="connsiteX0-1" y="connsiteY0-2"/>
              </a:cxn>
              <a:cxn ang="0">
                <a:pos x="connsiteX1-3" y="connsiteY1-4"/>
              </a:cxn>
              <a:cxn ang="0">
                <a:pos x="connsiteX2-5" y="connsiteY2-6"/>
              </a:cxn>
              <a:cxn ang="0">
                <a:pos x="connsiteX3-7" y="connsiteY3-8"/>
              </a:cxn>
            </a:cxnLst>
            <a:rect l="l" t="t" r="r" b="b"/>
            <a:pathLst>
              <a:path w="649963" h="2044477">
                <a:moveTo>
                  <a:pt x="148584" y="2044477"/>
                </a:moveTo>
                <a:lnTo>
                  <a:pt x="118571" y="1979996"/>
                </a:lnTo>
                <a:cubicBezTo>
                  <a:pt x="65551" y="1844343"/>
                  <a:pt x="29293" y="1700958"/>
                  <a:pt x="11855" y="1552698"/>
                </a:cubicBezTo>
                <a:cubicBezTo>
                  <a:pt x="-57895" y="959659"/>
                  <a:pt x="183361" y="372616"/>
                  <a:pt x="649963" y="0"/>
                </a:cubicBez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22" name="任意多边形: 形状 21"/>
          <p:cNvSpPr>
            <a:spLocks noChangeAspect="1"/>
          </p:cNvSpPr>
          <p:nvPr userDrawn="1">
            <p:custDataLst>
              <p:tags r:id="rId5"/>
            </p:custDataLst>
          </p:nvPr>
        </p:nvSpPr>
        <p:spPr>
          <a:xfrm rot="16200000">
            <a:off x="9243622" y="127619"/>
            <a:ext cx="1736864" cy="1481625"/>
          </a:xfrm>
          <a:custGeom>
            <a:avLst/>
            <a:gdLst>
              <a:gd name="connsiteX0" fmla="*/ 1736864 w 4216134"/>
              <a:gd name="connsiteY0" fmla="*/ 0 h 2483593"/>
              <a:gd name="connsiteX1" fmla="*/ 1736864 w 4216134"/>
              <a:gd name="connsiteY1" fmla="*/ 2483593 h 2483593"/>
              <a:gd name="connsiteX2" fmla="*/ 0 w 4216134"/>
              <a:gd name="connsiteY2" fmla="*/ 1481625 h 2483593"/>
              <a:gd name="connsiteX3" fmla="*/ 1576110 w 4216134"/>
              <a:gd name="connsiteY3" fmla="*/ 24177 h 2483593"/>
              <a:gd name="connsiteX4" fmla="*/ 4216134 w 4216134"/>
              <a:gd name="connsiteY4" fmla="*/ 2124236 h 2483593"/>
              <a:gd name="connsiteX5" fmla="*/ 4216093 w 4216134"/>
              <a:gd name="connsiteY5" fmla="*/ 2125372 h 2483593"/>
              <a:gd name="connsiteX6" fmla="*/ 4216093 w 4216134"/>
              <a:gd name="connsiteY6" fmla="*/ 2123168 h 2483593"/>
              <a:gd name="connsiteX0-1" fmla="*/ 1736864 w 4216134"/>
              <a:gd name="connsiteY0-2" fmla="*/ 0 h 2483593"/>
              <a:gd name="connsiteX1-3" fmla="*/ 1736864 w 4216134"/>
              <a:gd name="connsiteY1-4" fmla="*/ 2483593 h 2483593"/>
              <a:gd name="connsiteX2-5" fmla="*/ 885963 w 4216134"/>
              <a:gd name="connsiteY2-6" fmla="*/ 2007958 h 2483593"/>
              <a:gd name="connsiteX3-7" fmla="*/ 0 w 4216134"/>
              <a:gd name="connsiteY3-8" fmla="*/ 1481625 h 2483593"/>
              <a:gd name="connsiteX4-9" fmla="*/ 1576110 w 4216134"/>
              <a:gd name="connsiteY4-10" fmla="*/ 24177 h 2483593"/>
              <a:gd name="connsiteX5-11" fmla="*/ 1736864 w 4216134"/>
              <a:gd name="connsiteY5-12" fmla="*/ 0 h 2483593"/>
              <a:gd name="connsiteX6-13" fmla="*/ 4216134 w 4216134"/>
              <a:gd name="connsiteY6-14" fmla="*/ 2124236 h 2483593"/>
              <a:gd name="connsiteX7" fmla="*/ 4216093 w 4216134"/>
              <a:gd name="connsiteY7" fmla="*/ 2125372 h 2483593"/>
              <a:gd name="connsiteX8" fmla="*/ 4216093 w 4216134"/>
              <a:gd name="connsiteY8" fmla="*/ 2123168 h 2483593"/>
              <a:gd name="connsiteX9" fmla="*/ 4216134 w 4216134"/>
              <a:gd name="connsiteY9" fmla="*/ 2124236 h 2483593"/>
              <a:gd name="connsiteX0-15" fmla="*/ 885963 w 4216134"/>
              <a:gd name="connsiteY0-16" fmla="*/ 2007958 h 2483593"/>
              <a:gd name="connsiteX1-17" fmla="*/ 0 w 4216134"/>
              <a:gd name="connsiteY1-18" fmla="*/ 1481625 h 2483593"/>
              <a:gd name="connsiteX2-19" fmla="*/ 1576110 w 4216134"/>
              <a:gd name="connsiteY2-20" fmla="*/ 24177 h 2483593"/>
              <a:gd name="connsiteX3-21" fmla="*/ 1736864 w 4216134"/>
              <a:gd name="connsiteY3-22" fmla="*/ 0 h 2483593"/>
              <a:gd name="connsiteX4-23" fmla="*/ 4216134 w 4216134"/>
              <a:gd name="connsiteY4-24" fmla="*/ 2124236 h 2483593"/>
              <a:gd name="connsiteX5-25" fmla="*/ 4216093 w 4216134"/>
              <a:gd name="connsiteY5-26" fmla="*/ 2125372 h 2483593"/>
              <a:gd name="connsiteX6-27" fmla="*/ 4216093 w 4216134"/>
              <a:gd name="connsiteY6-28" fmla="*/ 2123168 h 2483593"/>
              <a:gd name="connsiteX7-29" fmla="*/ 4216134 w 4216134"/>
              <a:gd name="connsiteY7-30" fmla="*/ 2124236 h 2483593"/>
              <a:gd name="connsiteX8-31" fmla="*/ 1736864 w 4216134"/>
              <a:gd name="connsiteY8-32" fmla="*/ 2483593 h 2483593"/>
              <a:gd name="connsiteX9-33" fmla="*/ 977403 w 4216134"/>
              <a:gd name="connsiteY9-34" fmla="*/ 2099398 h 2483593"/>
              <a:gd name="connsiteX0-35" fmla="*/ 885963 w 4216134"/>
              <a:gd name="connsiteY0-36" fmla="*/ 2007958 h 2483593"/>
              <a:gd name="connsiteX1-37" fmla="*/ 0 w 4216134"/>
              <a:gd name="connsiteY1-38" fmla="*/ 1481625 h 2483593"/>
              <a:gd name="connsiteX2-39" fmla="*/ 1576110 w 4216134"/>
              <a:gd name="connsiteY2-40" fmla="*/ 24177 h 2483593"/>
              <a:gd name="connsiteX3-41" fmla="*/ 1736864 w 4216134"/>
              <a:gd name="connsiteY3-42" fmla="*/ 0 h 2483593"/>
              <a:gd name="connsiteX4-43" fmla="*/ 885963 w 4216134"/>
              <a:gd name="connsiteY4-44" fmla="*/ 2007958 h 2483593"/>
              <a:gd name="connsiteX5-45" fmla="*/ 4216134 w 4216134"/>
              <a:gd name="connsiteY5-46" fmla="*/ 2124236 h 2483593"/>
              <a:gd name="connsiteX6-47" fmla="*/ 4216093 w 4216134"/>
              <a:gd name="connsiteY6-48" fmla="*/ 2125372 h 2483593"/>
              <a:gd name="connsiteX7-49" fmla="*/ 4216093 w 4216134"/>
              <a:gd name="connsiteY7-50" fmla="*/ 2123168 h 2483593"/>
              <a:gd name="connsiteX8-51" fmla="*/ 4216134 w 4216134"/>
              <a:gd name="connsiteY8-52" fmla="*/ 2124236 h 2483593"/>
              <a:gd name="connsiteX9-53" fmla="*/ 1736864 w 4216134"/>
              <a:gd name="connsiteY9-54" fmla="*/ 2483593 h 2483593"/>
              <a:gd name="connsiteX0-55" fmla="*/ 885963 w 4216134"/>
              <a:gd name="connsiteY0-56" fmla="*/ 2007958 h 2125372"/>
              <a:gd name="connsiteX1-57" fmla="*/ 0 w 4216134"/>
              <a:gd name="connsiteY1-58" fmla="*/ 1481625 h 2125372"/>
              <a:gd name="connsiteX2-59" fmla="*/ 1576110 w 4216134"/>
              <a:gd name="connsiteY2-60" fmla="*/ 24177 h 2125372"/>
              <a:gd name="connsiteX3-61" fmla="*/ 1736864 w 4216134"/>
              <a:gd name="connsiteY3-62" fmla="*/ 0 h 2125372"/>
              <a:gd name="connsiteX4-63" fmla="*/ 885963 w 4216134"/>
              <a:gd name="connsiteY4-64" fmla="*/ 2007958 h 2125372"/>
              <a:gd name="connsiteX5-65" fmla="*/ 4216134 w 4216134"/>
              <a:gd name="connsiteY5-66" fmla="*/ 2124236 h 2125372"/>
              <a:gd name="connsiteX6-67" fmla="*/ 4216093 w 4216134"/>
              <a:gd name="connsiteY6-68" fmla="*/ 2125372 h 2125372"/>
              <a:gd name="connsiteX7-69" fmla="*/ 4216093 w 4216134"/>
              <a:gd name="connsiteY7-70" fmla="*/ 2123168 h 2125372"/>
              <a:gd name="connsiteX8-71" fmla="*/ 4216134 w 4216134"/>
              <a:gd name="connsiteY8-72" fmla="*/ 2124236 h 2125372"/>
              <a:gd name="connsiteX0-73" fmla="*/ 885963 w 4216134"/>
              <a:gd name="connsiteY0-74" fmla="*/ 2007958 h 2125372"/>
              <a:gd name="connsiteX1-75" fmla="*/ 0 w 4216134"/>
              <a:gd name="connsiteY1-76" fmla="*/ 1481625 h 2125372"/>
              <a:gd name="connsiteX2-77" fmla="*/ 1576110 w 4216134"/>
              <a:gd name="connsiteY2-78" fmla="*/ 24177 h 2125372"/>
              <a:gd name="connsiteX3-79" fmla="*/ 1736864 w 4216134"/>
              <a:gd name="connsiteY3-80" fmla="*/ 0 h 2125372"/>
              <a:gd name="connsiteX4-81" fmla="*/ 885963 w 4216134"/>
              <a:gd name="connsiteY4-82" fmla="*/ 2007958 h 2125372"/>
              <a:gd name="connsiteX5-83" fmla="*/ 4216134 w 4216134"/>
              <a:gd name="connsiteY5-84" fmla="*/ 2124236 h 2125372"/>
              <a:gd name="connsiteX6-85" fmla="*/ 4216093 w 4216134"/>
              <a:gd name="connsiteY6-86" fmla="*/ 2125372 h 2125372"/>
              <a:gd name="connsiteX7-87" fmla="*/ 4216093 w 4216134"/>
              <a:gd name="connsiteY7-88" fmla="*/ 2123168 h 2125372"/>
              <a:gd name="connsiteX0-89" fmla="*/ 885963 w 4216134"/>
              <a:gd name="connsiteY0-90" fmla="*/ 2007958 h 2125372"/>
              <a:gd name="connsiteX1-91" fmla="*/ 0 w 4216134"/>
              <a:gd name="connsiteY1-92" fmla="*/ 1481625 h 2125372"/>
              <a:gd name="connsiteX2-93" fmla="*/ 1576110 w 4216134"/>
              <a:gd name="connsiteY2-94" fmla="*/ 24177 h 2125372"/>
              <a:gd name="connsiteX3-95" fmla="*/ 1736864 w 4216134"/>
              <a:gd name="connsiteY3-96" fmla="*/ 0 h 2125372"/>
              <a:gd name="connsiteX4-97" fmla="*/ 885963 w 4216134"/>
              <a:gd name="connsiteY4-98" fmla="*/ 2007958 h 2125372"/>
              <a:gd name="connsiteX5-99" fmla="*/ 4216134 w 4216134"/>
              <a:gd name="connsiteY5-100" fmla="*/ 2124236 h 2125372"/>
              <a:gd name="connsiteX6-101" fmla="*/ 4216093 w 4216134"/>
              <a:gd name="connsiteY6-102" fmla="*/ 2125372 h 2125372"/>
              <a:gd name="connsiteX0-103" fmla="*/ 885963 w 1736864"/>
              <a:gd name="connsiteY0-104" fmla="*/ 2007958 h 2007958"/>
              <a:gd name="connsiteX1-105" fmla="*/ 0 w 1736864"/>
              <a:gd name="connsiteY1-106" fmla="*/ 1481625 h 2007958"/>
              <a:gd name="connsiteX2-107" fmla="*/ 1576110 w 1736864"/>
              <a:gd name="connsiteY2-108" fmla="*/ 24177 h 2007958"/>
              <a:gd name="connsiteX3-109" fmla="*/ 1736864 w 1736864"/>
              <a:gd name="connsiteY3-110" fmla="*/ 0 h 2007958"/>
              <a:gd name="connsiteX4-111" fmla="*/ 885963 w 1736864"/>
              <a:gd name="connsiteY4-112" fmla="*/ 2007958 h 2007958"/>
              <a:gd name="connsiteX0-113" fmla="*/ 0 w 1736864"/>
              <a:gd name="connsiteY0-114" fmla="*/ 1481625 h 2099398"/>
              <a:gd name="connsiteX1-115" fmla="*/ 1576110 w 1736864"/>
              <a:gd name="connsiteY1-116" fmla="*/ 24177 h 2099398"/>
              <a:gd name="connsiteX2-117" fmla="*/ 1736864 w 1736864"/>
              <a:gd name="connsiteY2-118" fmla="*/ 0 h 2099398"/>
              <a:gd name="connsiteX3-119" fmla="*/ 977403 w 1736864"/>
              <a:gd name="connsiteY3-120" fmla="*/ 2099398 h 2099398"/>
              <a:gd name="connsiteX0-121" fmla="*/ 0 w 1736864"/>
              <a:gd name="connsiteY0-122" fmla="*/ 1481625 h 1481625"/>
              <a:gd name="connsiteX1-123" fmla="*/ 1576110 w 1736864"/>
              <a:gd name="connsiteY1-124" fmla="*/ 24177 h 1481625"/>
              <a:gd name="connsiteX2-125" fmla="*/ 1736864 w 1736864"/>
              <a:gd name="connsiteY2-126" fmla="*/ 0 h 1481625"/>
            </a:gdLst>
            <a:ahLst/>
            <a:cxnLst>
              <a:cxn ang="0">
                <a:pos x="connsiteX0-1" y="connsiteY0-2"/>
              </a:cxn>
              <a:cxn ang="0">
                <a:pos x="connsiteX1-3" y="connsiteY1-4"/>
              </a:cxn>
              <a:cxn ang="0">
                <a:pos x="connsiteX2-5" y="connsiteY2-6"/>
              </a:cxn>
            </a:cxnLst>
            <a:rect l="l" t="t" r="r" b="b"/>
            <a:pathLst>
              <a:path w="1736864" h="1481625">
                <a:moveTo>
                  <a:pt x="0" y="1481625"/>
                </a:moveTo>
                <a:cubicBezTo>
                  <a:pt x="231589" y="742961"/>
                  <a:pt x="837233" y="193516"/>
                  <a:pt x="1576110" y="24177"/>
                </a:cubicBezTo>
                <a:lnTo>
                  <a:pt x="1736864" y="0"/>
                </a:ln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1" name="椭圆 10"/>
          <p:cNvSpPr>
            <a:spLocks noChangeAspect="1"/>
          </p:cNvSpPr>
          <p:nvPr userDrawn="1">
            <p:custDataLst>
              <p:tags r:id="rId6"/>
            </p:custDataLst>
          </p:nvPr>
        </p:nvSpPr>
        <p:spPr>
          <a:xfrm rot="16200000">
            <a:off x="11716140" y="1332452"/>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8" name="任意多边形: 形状 17"/>
          <p:cNvSpPr>
            <a:spLocks noChangeAspect="1"/>
          </p:cNvSpPr>
          <p:nvPr userDrawn="1">
            <p:custDataLst>
              <p:tags r:id="rId7"/>
            </p:custDataLst>
          </p:nvPr>
        </p:nvSpPr>
        <p:spPr>
          <a:xfrm rot="16200000">
            <a:off x="10791949" y="-474418"/>
            <a:ext cx="916108" cy="1883994"/>
          </a:xfrm>
          <a:custGeom>
            <a:avLst/>
            <a:gdLst>
              <a:gd name="connsiteX0" fmla="*/ 916108 w 916108"/>
              <a:gd name="connsiteY0" fmla="*/ 0 h 1883994"/>
              <a:gd name="connsiteX1" fmla="*/ 916108 w 916108"/>
              <a:gd name="connsiteY1" fmla="*/ 1883994 h 1883994"/>
              <a:gd name="connsiteX2" fmla="*/ 212597 w 916108"/>
              <a:gd name="connsiteY2" fmla="*/ 1883994 h 1883994"/>
              <a:gd name="connsiteX3" fmla="*/ 211412 w 916108"/>
              <a:gd name="connsiteY3" fmla="*/ 1882408 h 1883994"/>
              <a:gd name="connsiteX4" fmla="*/ 0 w 916108"/>
              <a:gd name="connsiteY4" fmla="*/ 1190294 h 1883994"/>
              <a:gd name="connsiteX5" fmla="*/ 756045 w 916108"/>
              <a:gd name="connsiteY5" fmla="*/ 49686 h 1883994"/>
              <a:gd name="connsiteX0-1" fmla="*/ 916108 w 916108"/>
              <a:gd name="connsiteY0-2" fmla="*/ 0 h 1909394"/>
              <a:gd name="connsiteX1-3" fmla="*/ 916108 w 916108"/>
              <a:gd name="connsiteY1-4" fmla="*/ 1883994 h 1909394"/>
              <a:gd name="connsiteX2-5" fmla="*/ 547808 w 916108"/>
              <a:gd name="connsiteY2-6" fmla="*/ 1909394 h 1909394"/>
              <a:gd name="connsiteX3-7" fmla="*/ 212597 w 916108"/>
              <a:gd name="connsiteY3-8" fmla="*/ 1883994 h 1909394"/>
              <a:gd name="connsiteX4-9" fmla="*/ 211412 w 916108"/>
              <a:gd name="connsiteY4-10" fmla="*/ 1882408 h 1909394"/>
              <a:gd name="connsiteX5-11" fmla="*/ 0 w 916108"/>
              <a:gd name="connsiteY5-12" fmla="*/ 1190294 h 1909394"/>
              <a:gd name="connsiteX6" fmla="*/ 756045 w 916108"/>
              <a:gd name="connsiteY6" fmla="*/ 49686 h 1909394"/>
              <a:gd name="connsiteX7" fmla="*/ 916108 w 916108"/>
              <a:gd name="connsiteY7" fmla="*/ 0 h 1909394"/>
              <a:gd name="connsiteX0-13" fmla="*/ 547808 w 916108"/>
              <a:gd name="connsiteY0-14" fmla="*/ 1909394 h 2000834"/>
              <a:gd name="connsiteX1-15" fmla="*/ 212597 w 916108"/>
              <a:gd name="connsiteY1-16" fmla="*/ 1883994 h 2000834"/>
              <a:gd name="connsiteX2-17" fmla="*/ 211412 w 916108"/>
              <a:gd name="connsiteY2-18" fmla="*/ 1882408 h 2000834"/>
              <a:gd name="connsiteX3-19" fmla="*/ 0 w 916108"/>
              <a:gd name="connsiteY3-20" fmla="*/ 1190294 h 2000834"/>
              <a:gd name="connsiteX4-21" fmla="*/ 756045 w 916108"/>
              <a:gd name="connsiteY4-22" fmla="*/ 49686 h 2000834"/>
              <a:gd name="connsiteX5-23" fmla="*/ 916108 w 916108"/>
              <a:gd name="connsiteY5-24" fmla="*/ 0 h 2000834"/>
              <a:gd name="connsiteX6-25" fmla="*/ 916108 w 916108"/>
              <a:gd name="connsiteY6-26" fmla="*/ 1883994 h 2000834"/>
              <a:gd name="connsiteX7-27" fmla="*/ 639248 w 916108"/>
              <a:gd name="connsiteY7-28" fmla="*/ 2000834 h 2000834"/>
              <a:gd name="connsiteX0-29" fmla="*/ 547808 w 916108"/>
              <a:gd name="connsiteY0-30" fmla="*/ 1909394 h 1909394"/>
              <a:gd name="connsiteX1-31" fmla="*/ 212597 w 916108"/>
              <a:gd name="connsiteY1-32" fmla="*/ 1883994 h 1909394"/>
              <a:gd name="connsiteX2-33" fmla="*/ 211412 w 916108"/>
              <a:gd name="connsiteY2-34" fmla="*/ 1882408 h 1909394"/>
              <a:gd name="connsiteX3-35" fmla="*/ 0 w 916108"/>
              <a:gd name="connsiteY3-36" fmla="*/ 1190294 h 1909394"/>
              <a:gd name="connsiteX4-37" fmla="*/ 756045 w 916108"/>
              <a:gd name="connsiteY4-38" fmla="*/ 49686 h 1909394"/>
              <a:gd name="connsiteX5-39" fmla="*/ 916108 w 916108"/>
              <a:gd name="connsiteY5-40" fmla="*/ 0 h 1909394"/>
              <a:gd name="connsiteX6-41" fmla="*/ 916108 w 916108"/>
              <a:gd name="connsiteY6-42" fmla="*/ 1883994 h 1909394"/>
              <a:gd name="connsiteX0-43" fmla="*/ 547808 w 916108"/>
              <a:gd name="connsiteY0-44" fmla="*/ 1909394 h 1909394"/>
              <a:gd name="connsiteX1-45" fmla="*/ 212597 w 916108"/>
              <a:gd name="connsiteY1-46" fmla="*/ 1883994 h 1909394"/>
              <a:gd name="connsiteX2-47" fmla="*/ 211412 w 916108"/>
              <a:gd name="connsiteY2-48" fmla="*/ 1882408 h 1909394"/>
              <a:gd name="connsiteX3-49" fmla="*/ 0 w 916108"/>
              <a:gd name="connsiteY3-50" fmla="*/ 1190294 h 1909394"/>
              <a:gd name="connsiteX4-51" fmla="*/ 756045 w 916108"/>
              <a:gd name="connsiteY4-52" fmla="*/ 49686 h 1909394"/>
              <a:gd name="connsiteX5-53" fmla="*/ 916108 w 916108"/>
              <a:gd name="connsiteY5-54" fmla="*/ 0 h 1909394"/>
              <a:gd name="connsiteX0-55" fmla="*/ 212597 w 916108"/>
              <a:gd name="connsiteY0-56" fmla="*/ 1883994 h 1883994"/>
              <a:gd name="connsiteX1-57" fmla="*/ 211412 w 916108"/>
              <a:gd name="connsiteY1-58" fmla="*/ 1882408 h 1883994"/>
              <a:gd name="connsiteX2-59" fmla="*/ 0 w 916108"/>
              <a:gd name="connsiteY2-60" fmla="*/ 1190294 h 1883994"/>
              <a:gd name="connsiteX3-61" fmla="*/ 756045 w 916108"/>
              <a:gd name="connsiteY3-62" fmla="*/ 49686 h 1883994"/>
              <a:gd name="connsiteX4-63" fmla="*/ 916108 w 916108"/>
              <a:gd name="connsiteY4-64" fmla="*/ 0 h 188399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6108" h="1883994">
                <a:moveTo>
                  <a:pt x="212597" y="1883994"/>
                </a:moveTo>
                <a:lnTo>
                  <a:pt x="211412" y="1882408"/>
                </a:lnTo>
                <a:cubicBezTo>
                  <a:pt x="77937" y="1684840"/>
                  <a:pt x="0" y="1446669"/>
                  <a:pt x="0" y="1190294"/>
                </a:cubicBezTo>
                <a:cubicBezTo>
                  <a:pt x="0" y="677544"/>
                  <a:pt x="311749" y="237608"/>
                  <a:pt x="756045" y="49686"/>
                </a:cubicBezTo>
                <a:lnTo>
                  <a:pt x="916108" y="0"/>
                </a:lnTo>
              </a:path>
            </a:pathLst>
          </a:custGeom>
          <a:noFill/>
          <a:ln w="19050">
            <a:solidFill>
              <a:schemeClr val="accent1">
                <a:lumMod val="40000"/>
                <a:lumOff val="60000"/>
                <a:alpha val="42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useBgFill="1">
        <p:nvSpPr>
          <p:cNvPr id="13" name="椭圆 12"/>
          <p:cNvSpPr>
            <a:spLocks noChangeAspect="1"/>
          </p:cNvSpPr>
          <p:nvPr userDrawn="1">
            <p:custDataLst>
              <p:tags r:id="rId8"/>
            </p:custDataLst>
          </p:nvPr>
        </p:nvSpPr>
        <p:spPr>
          <a:xfrm rot="16200000">
            <a:off x="9597937" y="720000"/>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2" name="标题 11"/>
          <p:cNvSpPr>
            <a:spLocks noGrp="1"/>
          </p:cNvSpPr>
          <p:nvPr>
            <p:ph type="ctrTitle" idx="16385" hasCustomPrompt="1"/>
            <p:custDataLst>
              <p:tags r:id="rId9"/>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4" name="文本占位符 13"/>
          <p:cNvSpPr>
            <a:spLocks noGrp="1"/>
          </p:cNvSpPr>
          <p:nvPr>
            <p:ph type="body" idx="16386" hasCustomPrompt="1"/>
            <p:custDataLst>
              <p:tags r:id="rId10"/>
            </p:custDataLst>
          </p:nvPr>
        </p:nvSpPr>
        <p:spPr>
          <a:xfrm>
            <a:off x="609600" y="2336800"/>
            <a:ext cx="53340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6" name="装饰  5"/>
          <p:cNvSpPr>
            <a:spLocks noGrp="1"/>
          </p:cNvSpPr>
          <p:nvPr>
            <p:ph type="body" idx="16390" hasCustomPrompt="1"/>
            <p:custDataLst>
              <p:tags r:id="rId11"/>
            </p:custDataLst>
          </p:nvPr>
        </p:nvSpPr>
        <p:spPr>
          <a:xfrm>
            <a:off x="609600" y="2895600"/>
            <a:ext cx="5334000" cy="2540000"/>
          </a:xfrm>
          <a:custGeom>
            <a:avLst/>
            <a:gdLst>
              <a:gd name="connisteX0" fmla="*/ 0 w 5334000"/>
              <a:gd name="connsiteY0" fmla="*/ 203200 h 2540000"/>
              <a:gd name="connisteX1" fmla="*/ 203200 w 5334000"/>
              <a:gd name="connsiteY1" fmla="*/ 0 h 2540000"/>
              <a:gd name="connisteX2" fmla="*/ 5130800 w 5334000"/>
              <a:gd name="connsiteY2" fmla="*/ 0 h 2540000"/>
              <a:gd name="connisteX3" fmla="*/ 5334000 w 5334000"/>
              <a:gd name="connsiteY3" fmla="*/ 203200 h 2540000"/>
              <a:gd name="connisteX4" fmla="*/ 5334000 w 5334000"/>
              <a:gd name="connsiteY4" fmla="*/ 2336800 h 2540000"/>
              <a:gd name="connisteX5" fmla="*/ 5130800 w 5334000"/>
              <a:gd name="connsiteY5" fmla="*/ 2540000 h 2540000"/>
              <a:gd name="connisteX6" fmla="*/ 203200 w 5334000"/>
              <a:gd name="connsiteY6" fmla="*/ 2540000 h 2540000"/>
              <a:gd name="connisteX7" fmla="*/ 0 w 5334000"/>
              <a:gd name="connsiteY7" fmla="*/ 2336800 h 2540000"/>
              <a:gd name="connisteX8" fmla="*/ 0 w 5334000"/>
              <a:gd name="connsiteY8" fmla="*/ 203200 h 2540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2540000">
                <a:moveTo>
                  <a:pt x="0" y="203200"/>
                </a:moveTo>
                <a:cubicBezTo>
                  <a:pt x="0" y="90976"/>
                  <a:pt x="90976" y="0"/>
                  <a:pt x="203200" y="0"/>
                </a:cubicBezTo>
                <a:lnTo>
                  <a:pt x="5130800" y="0"/>
                </a:lnTo>
                <a:cubicBezTo>
                  <a:pt x="5243024" y="0"/>
                  <a:pt x="5334000" y="90976"/>
                  <a:pt x="5334000" y="203200"/>
                </a:cubicBezTo>
                <a:lnTo>
                  <a:pt x="5334000" y="2336800"/>
                </a:lnTo>
                <a:cubicBezTo>
                  <a:pt x="5334000" y="2449024"/>
                  <a:pt x="5243024" y="2540000"/>
                  <a:pt x="5130800" y="2540000"/>
                </a:cubicBezTo>
                <a:lnTo>
                  <a:pt x="203200" y="2540000"/>
                </a:lnTo>
                <a:cubicBezTo>
                  <a:pt x="90976" y="2540000"/>
                  <a:pt x="0" y="2449024"/>
                  <a:pt x="0" y="23368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文本占位符 16"/>
          <p:cNvSpPr>
            <a:spLocks noGrp="1"/>
          </p:cNvSpPr>
          <p:nvPr>
            <p:ph type="body" idx="16387" hasCustomPrompt="1"/>
            <p:custDataLst>
              <p:tags r:id="rId12"/>
            </p:custDataLst>
          </p:nvPr>
        </p:nvSpPr>
        <p:spPr>
          <a:xfrm>
            <a:off x="914400" y="3860800"/>
            <a:ext cx="472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9" name="文本占位符 18"/>
          <p:cNvSpPr>
            <a:spLocks noGrp="1"/>
          </p:cNvSpPr>
          <p:nvPr>
            <p:ph type="body" idx="16388" hasCustomPrompt="1"/>
            <p:custDataLst>
              <p:tags r:id="rId13"/>
            </p:custDataLst>
          </p:nvPr>
        </p:nvSpPr>
        <p:spPr>
          <a:xfrm>
            <a:off x="6248400" y="2336800"/>
            <a:ext cx="53340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0" name="装饰  9"/>
          <p:cNvSpPr>
            <a:spLocks noGrp="1"/>
          </p:cNvSpPr>
          <p:nvPr>
            <p:ph type="body" idx="16391" hasCustomPrompt="1"/>
            <p:custDataLst>
              <p:tags r:id="rId14"/>
            </p:custDataLst>
          </p:nvPr>
        </p:nvSpPr>
        <p:spPr>
          <a:xfrm>
            <a:off x="6248400" y="2895600"/>
            <a:ext cx="5334000" cy="2540000"/>
          </a:xfrm>
          <a:custGeom>
            <a:avLst/>
            <a:gdLst>
              <a:gd name="connisteX0" fmla="*/ 0 w 5334000"/>
              <a:gd name="connsiteY0" fmla="*/ 203200 h 2540000"/>
              <a:gd name="connisteX1" fmla="*/ 203200 w 5334000"/>
              <a:gd name="connsiteY1" fmla="*/ 0 h 2540000"/>
              <a:gd name="connisteX2" fmla="*/ 5130800 w 5334000"/>
              <a:gd name="connsiteY2" fmla="*/ 0 h 2540000"/>
              <a:gd name="connisteX3" fmla="*/ 5334000 w 5334000"/>
              <a:gd name="connsiteY3" fmla="*/ 203200 h 2540000"/>
              <a:gd name="connisteX4" fmla="*/ 5334000 w 5334000"/>
              <a:gd name="connsiteY4" fmla="*/ 2336800 h 2540000"/>
              <a:gd name="connisteX5" fmla="*/ 5130800 w 5334000"/>
              <a:gd name="connsiteY5" fmla="*/ 2540000 h 2540000"/>
              <a:gd name="connisteX6" fmla="*/ 203200 w 5334000"/>
              <a:gd name="connsiteY6" fmla="*/ 2540000 h 2540000"/>
              <a:gd name="connisteX7" fmla="*/ 0 w 5334000"/>
              <a:gd name="connsiteY7" fmla="*/ 2336800 h 2540000"/>
              <a:gd name="connisteX8" fmla="*/ 0 w 5334000"/>
              <a:gd name="connsiteY8" fmla="*/ 203200 h 2540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2540000">
                <a:moveTo>
                  <a:pt x="0" y="203200"/>
                </a:moveTo>
                <a:cubicBezTo>
                  <a:pt x="0" y="90976"/>
                  <a:pt x="90976" y="0"/>
                  <a:pt x="203200" y="0"/>
                </a:cubicBezTo>
                <a:lnTo>
                  <a:pt x="5130800" y="0"/>
                </a:lnTo>
                <a:cubicBezTo>
                  <a:pt x="5243024" y="0"/>
                  <a:pt x="5334000" y="90976"/>
                  <a:pt x="5334000" y="203200"/>
                </a:cubicBezTo>
                <a:lnTo>
                  <a:pt x="5334000" y="2336800"/>
                </a:lnTo>
                <a:cubicBezTo>
                  <a:pt x="5334000" y="2449024"/>
                  <a:pt x="5243024" y="2540000"/>
                  <a:pt x="5130800" y="2540000"/>
                </a:cubicBezTo>
                <a:lnTo>
                  <a:pt x="203200" y="2540000"/>
                </a:lnTo>
                <a:cubicBezTo>
                  <a:pt x="90976" y="2540000"/>
                  <a:pt x="0" y="2449024"/>
                  <a:pt x="0" y="23368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文本占位符 20"/>
          <p:cNvSpPr>
            <a:spLocks noGrp="1"/>
          </p:cNvSpPr>
          <p:nvPr>
            <p:ph type="body" idx="16389" hasCustomPrompt="1"/>
            <p:custDataLst>
              <p:tags r:id="rId15"/>
            </p:custDataLst>
          </p:nvPr>
        </p:nvSpPr>
        <p:spPr>
          <a:xfrm>
            <a:off x="6553200" y="3860800"/>
            <a:ext cx="472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正文页-34_20">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2025/7/4</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5" name="任意多边形: 形状 14"/>
          <p:cNvSpPr>
            <a:spLocks noChangeAspect="1"/>
          </p:cNvSpPr>
          <p:nvPr userDrawn="1">
            <p:custDataLst>
              <p:tags r:id="rId4"/>
            </p:custDataLst>
          </p:nvPr>
        </p:nvSpPr>
        <p:spPr>
          <a:xfrm rot="16200000">
            <a:off x="10844781" y="59657"/>
            <a:ext cx="649963" cy="2044477"/>
          </a:xfrm>
          <a:custGeom>
            <a:avLst/>
            <a:gdLst>
              <a:gd name="connsiteX0" fmla="*/ 1406877 w 1406877"/>
              <a:gd name="connsiteY0" fmla="*/ 947834 h 2044477"/>
              <a:gd name="connsiteX1" fmla="*/ 1406877 w 1406877"/>
              <a:gd name="connsiteY1" fmla="*/ 2034781 h 2044477"/>
              <a:gd name="connsiteX2" fmla="*/ 1402315 w 1406877"/>
              <a:gd name="connsiteY2" fmla="*/ 2044477 h 2044477"/>
              <a:gd name="connsiteX3" fmla="*/ 148584 w 1406877"/>
              <a:gd name="connsiteY3" fmla="*/ 2044477 h 2044477"/>
              <a:gd name="connsiteX4" fmla="*/ 118571 w 1406877"/>
              <a:gd name="connsiteY4" fmla="*/ 1979996 h 2044477"/>
              <a:gd name="connsiteX5" fmla="*/ 11855 w 1406877"/>
              <a:gd name="connsiteY5" fmla="*/ 1552698 h 2044477"/>
              <a:gd name="connsiteX6" fmla="*/ 649963 w 1406877"/>
              <a:gd name="connsiteY6" fmla="*/ 0 h 2044477"/>
              <a:gd name="connsiteX0-1" fmla="*/ 1406877 w 1406877"/>
              <a:gd name="connsiteY0-2" fmla="*/ 947834 h 2044477"/>
              <a:gd name="connsiteX1-3" fmla="*/ 1406877 w 1406877"/>
              <a:gd name="connsiteY1-4" fmla="*/ 2034781 h 2044477"/>
              <a:gd name="connsiteX2-5" fmla="*/ 1402315 w 1406877"/>
              <a:gd name="connsiteY2-6" fmla="*/ 2044477 h 2044477"/>
              <a:gd name="connsiteX3-7" fmla="*/ 390877 w 1406877"/>
              <a:gd name="connsiteY3-8" fmla="*/ 2044476 h 2044477"/>
              <a:gd name="connsiteX4-9" fmla="*/ 148584 w 1406877"/>
              <a:gd name="connsiteY4-10" fmla="*/ 2044477 h 2044477"/>
              <a:gd name="connsiteX5-11" fmla="*/ 118571 w 1406877"/>
              <a:gd name="connsiteY5-12" fmla="*/ 1979996 h 2044477"/>
              <a:gd name="connsiteX6-13" fmla="*/ 11855 w 1406877"/>
              <a:gd name="connsiteY6-14" fmla="*/ 1552698 h 2044477"/>
              <a:gd name="connsiteX7" fmla="*/ 649963 w 1406877"/>
              <a:gd name="connsiteY7" fmla="*/ 0 h 2044477"/>
              <a:gd name="connsiteX8" fmla="*/ 1406877 w 1406877"/>
              <a:gd name="connsiteY8" fmla="*/ 947834 h 2044477"/>
              <a:gd name="connsiteX0-15" fmla="*/ 390877 w 1406877"/>
              <a:gd name="connsiteY0-16" fmla="*/ 2044476 h 2135916"/>
              <a:gd name="connsiteX1-17" fmla="*/ 148584 w 1406877"/>
              <a:gd name="connsiteY1-18" fmla="*/ 2044477 h 2135916"/>
              <a:gd name="connsiteX2-19" fmla="*/ 118571 w 1406877"/>
              <a:gd name="connsiteY2-20" fmla="*/ 1979996 h 2135916"/>
              <a:gd name="connsiteX3-21" fmla="*/ 11855 w 1406877"/>
              <a:gd name="connsiteY3-22" fmla="*/ 1552698 h 2135916"/>
              <a:gd name="connsiteX4-23" fmla="*/ 649963 w 1406877"/>
              <a:gd name="connsiteY4-24" fmla="*/ 0 h 2135916"/>
              <a:gd name="connsiteX5-25" fmla="*/ 1406877 w 1406877"/>
              <a:gd name="connsiteY5-26" fmla="*/ 947834 h 2135916"/>
              <a:gd name="connsiteX6-27" fmla="*/ 1406877 w 1406877"/>
              <a:gd name="connsiteY6-28" fmla="*/ 2034781 h 2135916"/>
              <a:gd name="connsiteX7-29" fmla="*/ 1402315 w 1406877"/>
              <a:gd name="connsiteY7-30" fmla="*/ 2044477 h 2135916"/>
              <a:gd name="connsiteX8-31" fmla="*/ 482317 w 1406877"/>
              <a:gd name="connsiteY8-32" fmla="*/ 2135916 h 2135916"/>
              <a:gd name="connsiteX0-33" fmla="*/ 390877 w 1406877"/>
              <a:gd name="connsiteY0-34" fmla="*/ 2044476 h 2044477"/>
              <a:gd name="connsiteX1-35" fmla="*/ 148584 w 1406877"/>
              <a:gd name="connsiteY1-36" fmla="*/ 2044477 h 2044477"/>
              <a:gd name="connsiteX2-37" fmla="*/ 118571 w 1406877"/>
              <a:gd name="connsiteY2-38" fmla="*/ 1979996 h 2044477"/>
              <a:gd name="connsiteX3-39" fmla="*/ 11855 w 1406877"/>
              <a:gd name="connsiteY3-40" fmla="*/ 1552698 h 2044477"/>
              <a:gd name="connsiteX4-41" fmla="*/ 649963 w 1406877"/>
              <a:gd name="connsiteY4-42" fmla="*/ 0 h 2044477"/>
              <a:gd name="connsiteX5-43" fmla="*/ 1406877 w 1406877"/>
              <a:gd name="connsiteY5-44" fmla="*/ 947834 h 2044477"/>
              <a:gd name="connsiteX6-45" fmla="*/ 1406877 w 1406877"/>
              <a:gd name="connsiteY6-46" fmla="*/ 2034781 h 2044477"/>
              <a:gd name="connsiteX7-47" fmla="*/ 1402315 w 1406877"/>
              <a:gd name="connsiteY7-48" fmla="*/ 2044477 h 2044477"/>
              <a:gd name="connsiteX0-49" fmla="*/ 148584 w 1406877"/>
              <a:gd name="connsiteY0-50" fmla="*/ 2044477 h 2044477"/>
              <a:gd name="connsiteX1-51" fmla="*/ 118571 w 1406877"/>
              <a:gd name="connsiteY1-52" fmla="*/ 1979996 h 2044477"/>
              <a:gd name="connsiteX2-53" fmla="*/ 11855 w 1406877"/>
              <a:gd name="connsiteY2-54" fmla="*/ 1552698 h 2044477"/>
              <a:gd name="connsiteX3-55" fmla="*/ 649963 w 1406877"/>
              <a:gd name="connsiteY3-56" fmla="*/ 0 h 2044477"/>
              <a:gd name="connsiteX4-57" fmla="*/ 1406877 w 1406877"/>
              <a:gd name="connsiteY4-58" fmla="*/ 947834 h 2044477"/>
              <a:gd name="connsiteX5-59" fmla="*/ 1406877 w 1406877"/>
              <a:gd name="connsiteY5-60" fmla="*/ 2034781 h 2044477"/>
              <a:gd name="connsiteX6-61" fmla="*/ 1402315 w 1406877"/>
              <a:gd name="connsiteY6-62" fmla="*/ 2044477 h 2044477"/>
              <a:gd name="connsiteX0-63" fmla="*/ 148584 w 1406877"/>
              <a:gd name="connsiteY0-64" fmla="*/ 2044477 h 2044477"/>
              <a:gd name="connsiteX1-65" fmla="*/ 118571 w 1406877"/>
              <a:gd name="connsiteY1-66" fmla="*/ 1979996 h 2044477"/>
              <a:gd name="connsiteX2-67" fmla="*/ 11855 w 1406877"/>
              <a:gd name="connsiteY2-68" fmla="*/ 1552698 h 2044477"/>
              <a:gd name="connsiteX3-69" fmla="*/ 649963 w 1406877"/>
              <a:gd name="connsiteY3-70" fmla="*/ 0 h 2044477"/>
              <a:gd name="connsiteX4-71" fmla="*/ 1406877 w 1406877"/>
              <a:gd name="connsiteY4-72" fmla="*/ 947834 h 2044477"/>
              <a:gd name="connsiteX5-73" fmla="*/ 1406877 w 1406877"/>
              <a:gd name="connsiteY5-74" fmla="*/ 2034781 h 2044477"/>
              <a:gd name="connsiteX0-75" fmla="*/ 148584 w 1406877"/>
              <a:gd name="connsiteY0-76" fmla="*/ 2044477 h 2044477"/>
              <a:gd name="connsiteX1-77" fmla="*/ 118571 w 1406877"/>
              <a:gd name="connsiteY1-78" fmla="*/ 1979996 h 2044477"/>
              <a:gd name="connsiteX2-79" fmla="*/ 11855 w 1406877"/>
              <a:gd name="connsiteY2-80" fmla="*/ 1552698 h 2044477"/>
              <a:gd name="connsiteX3-81" fmla="*/ 649963 w 1406877"/>
              <a:gd name="connsiteY3-82" fmla="*/ 0 h 2044477"/>
              <a:gd name="connsiteX4-83" fmla="*/ 1406877 w 1406877"/>
              <a:gd name="connsiteY4-84" fmla="*/ 2034781 h 2044477"/>
              <a:gd name="connsiteX0-85" fmla="*/ 148584 w 649963"/>
              <a:gd name="connsiteY0-86" fmla="*/ 2044477 h 2044477"/>
              <a:gd name="connsiteX1-87" fmla="*/ 118571 w 649963"/>
              <a:gd name="connsiteY1-88" fmla="*/ 1979996 h 2044477"/>
              <a:gd name="connsiteX2-89" fmla="*/ 11855 w 649963"/>
              <a:gd name="connsiteY2-90" fmla="*/ 1552698 h 2044477"/>
              <a:gd name="connsiteX3-91" fmla="*/ 649963 w 649963"/>
              <a:gd name="connsiteY3-92" fmla="*/ 0 h 2044477"/>
            </a:gdLst>
            <a:ahLst/>
            <a:cxnLst>
              <a:cxn ang="0">
                <a:pos x="connsiteX0-1" y="connsiteY0-2"/>
              </a:cxn>
              <a:cxn ang="0">
                <a:pos x="connsiteX1-3" y="connsiteY1-4"/>
              </a:cxn>
              <a:cxn ang="0">
                <a:pos x="connsiteX2-5" y="connsiteY2-6"/>
              </a:cxn>
              <a:cxn ang="0">
                <a:pos x="connsiteX3-7" y="connsiteY3-8"/>
              </a:cxn>
            </a:cxnLst>
            <a:rect l="l" t="t" r="r" b="b"/>
            <a:pathLst>
              <a:path w="649963" h="2044477">
                <a:moveTo>
                  <a:pt x="148584" y="2044477"/>
                </a:moveTo>
                <a:lnTo>
                  <a:pt x="118571" y="1979996"/>
                </a:lnTo>
                <a:cubicBezTo>
                  <a:pt x="65551" y="1844343"/>
                  <a:pt x="29293" y="1700958"/>
                  <a:pt x="11855" y="1552698"/>
                </a:cubicBezTo>
                <a:cubicBezTo>
                  <a:pt x="-57895" y="959659"/>
                  <a:pt x="183361" y="372616"/>
                  <a:pt x="649963" y="0"/>
                </a:cubicBez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22" name="任意多边形: 形状 21"/>
          <p:cNvSpPr>
            <a:spLocks noChangeAspect="1"/>
          </p:cNvSpPr>
          <p:nvPr userDrawn="1">
            <p:custDataLst>
              <p:tags r:id="rId5"/>
            </p:custDataLst>
          </p:nvPr>
        </p:nvSpPr>
        <p:spPr>
          <a:xfrm rot="16200000">
            <a:off x="9243622" y="127619"/>
            <a:ext cx="1736864" cy="1481625"/>
          </a:xfrm>
          <a:custGeom>
            <a:avLst/>
            <a:gdLst>
              <a:gd name="connsiteX0" fmla="*/ 1736864 w 4216134"/>
              <a:gd name="connsiteY0" fmla="*/ 0 h 2483593"/>
              <a:gd name="connsiteX1" fmla="*/ 1736864 w 4216134"/>
              <a:gd name="connsiteY1" fmla="*/ 2483593 h 2483593"/>
              <a:gd name="connsiteX2" fmla="*/ 0 w 4216134"/>
              <a:gd name="connsiteY2" fmla="*/ 1481625 h 2483593"/>
              <a:gd name="connsiteX3" fmla="*/ 1576110 w 4216134"/>
              <a:gd name="connsiteY3" fmla="*/ 24177 h 2483593"/>
              <a:gd name="connsiteX4" fmla="*/ 4216134 w 4216134"/>
              <a:gd name="connsiteY4" fmla="*/ 2124236 h 2483593"/>
              <a:gd name="connsiteX5" fmla="*/ 4216093 w 4216134"/>
              <a:gd name="connsiteY5" fmla="*/ 2125372 h 2483593"/>
              <a:gd name="connsiteX6" fmla="*/ 4216093 w 4216134"/>
              <a:gd name="connsiteY6" fmla="*/ 2123168 h 2483593"/>
              <a:gd name="connsiteX0-1" fmla="*/ 1736864 w 4216134"/>
              <a:gd name="connsiteY0-2" fmla="*/ 0 h 2483593"/>
              <a:gd name="connsiteX1-3" fmla="*/ 1736864 w 4216134"/>
              <a:gd name="connsiteY1-4" fmla="*/ 2483593 h 2483593"/>
              <a:gd name="connsiteX2-5" fmla="*/ 885963 w 4216134"/>
              <a:gd name="connsiteY2-6" fmla="*/ 2007958 h 2483593"/>
              <a:gd name="connsiteX3-7" fmla="*/ 0 w 4216134"/>
              <a:gd name="connsiteY3-8" fmla="*/ 1481625 h 2483593"/>
              <a:gd name="connsiteX4-9" fmla="*/ 1576110 w 4216134"/>
              <a:gd name="connsiteY4-10" fmla="*/ 24177 h 2483593"/>
              <a:gd name="connsiteX5-11" fmla="*/ 1736864 w 4216134"/>
              <a:gd name="connsiteY5-12" fmla="*/ 0 h 2483593"/>
              <a:gd name="connsiteX6-13" fmla="*/ 4216134 w 4216134"/>
              <a:gd name="connsiteY6-14" fmla="*/ 2124236 h 2483593"/>
              <a:gd name="connsiteX7" fmla="*/ 4216093 w 4216134"/>
              <a:gd name="connsiteY7" fmla="*/ 2125372 h 2483593"/>
              <a:gd name="connsiteX8" fmla="*/ 4216093 w 4216134"/>
              <a:gd name="connsiteY8" fmla="*/ 2123168 h 2483593"/>
              <a:gd name="connsiteX9" fmla="*/ 4216134 w 4216134"/>
              <a:gd name="connsiteY9" fmla="*/ 2124236 h 2483593"/>
              <a:gd name="connsiteX0-15" fmla="*/ 885963 w 4216134"/>
              <a:gd name="connsiteY0-16" fmla="*/ 2007958 h 2483593"/>
              <a:gd name="connsiteX1-17" fmla="*/ 0 w 4216134"/>
              <a:gd name="connsiteY1-18" fmla="*/ 1481625 h 2483593"/>
              <a:gd name="connsiteX2-19" fmla="*/ 1576110 w 4216134"/>
              <a:gd name="connsiteY2-20" fmla="*/ 24177 h 2483593"/>
              <a:gd name="connsiteX3-21" fmla="*/ 1736864 w 4216134"/>
              <a:gd name="connsiteY3-22" fmla="*/ 0 h 2483593"/>
              <a:gd name="connsiteX4-23" fmla="*/ 4216134 w 4216134"/>
              <a:gd name="connsiteY4-24" fmla="*/ 2124236 h 2483593"/>
              <a:gd name="connsiteX5-25" fmla="*/ 4216093 w 4216134"/>
              <a:gd name="connsiteY5-26" fmla="*/ 2125372 h 2483593"/>
              <a:gd name="connsiteX6-27" fmla="*/ 4216093 w 4216134"/>
              <a:gd name="connsiteY6-28" fmla="*/ 2123168 h 2483593"/>
              <a:gd name="connsiteX7-29" fmla="*/ 4216134 w 4216134"/>
              <a:gd name="connsiteY7-30" fmla="*/ 2124236 h 2483593"/>
              <a:gd name="connsiteX8-31" fmla="*/ 1736864 w 4216134"/>
              <a:gd name="connsiteY8-32" fmla="*/ 2483593 h 2483593"/>
              <a:gd name="connsiteX9-33" fmla="*/ 977403 w 4216134"/>
              <a:gd name="connsiteY9-34" fmla="*/ 2099398 h 2483593"/>
              <a:gd name="connsiteX0-35" fmla="*/ 885963 w 4216134"/>
              <a:gd name="connsiteY0-36" fmla="*/ 2007958 h 2483593"/>
              <a:gd name="connsiteX1-37" fmla="*/ 0 w 4216134"/>
              <a:gd name="connsiteY1-38" fmla="*/ 1481625 h 2483593"/>
              <a:gd name="connsiteX2-39" fmla="*/ 1576110 w 4216134"/>
              <a:gd name="connsiteY2-40" fmla="*/ 24177 h 2483593"/>
              <a:gd name="connsiteX3-41" fmla="*/ 1736864 w 4216134"/>
              <a:gd name="connsiteY3-42" fmla="*/ 0 h 2483593"/>
              <a:gd name="connsiteX4-43" fmla="*/ 885963 w 4216134"/>
              <a:gd name="connsiteY4-44" fmla="*/ 2007958 h 2483593"/>
              <a:gd name="connsiteX5-45" fmla="*/ 4216134 w 4216134"/>
              <a:gd name="connsiteY5-46" fmla="*/ 2124236 h 2483593"/>
              <a:gd name="connsiteX6-47" fmla="*/ 4216093 w 4216134"/>
              <a:gd name="connsiteY6-48" fmla="*/ 2125372 h 2483593"/>
              <a:gd name="connsiteX7-49" fmla="*/ 4216093 w 4216134"/>
              <a:gd name="connsiteY7-50" fmla="*/ 2123168 h 2483593"/>
              <a:gd name="connsiteX8-51" fmla="*/ 4216134 w 4216134"/>
              <a:gd name="connsiteY8-52" fmla="*/ 2124236 h 2483593"/>
              <a:gd name="connsiteX9-53" fmla="*/ 1736864 w 4216134"/>
              <a:gd name="connsiteY9-54" fmla="*/ 2483593 h 2483593"/>
              <a:gd name="connsiteX0-55" fmla="*/ 885963 w 4216134"/>
              <a:gd name="connsiteY0-56" fmla="*/ 2007958 h 2125372"/>
              <a:gd name="connsiteX1-57" fmla="*/ 0 w 4216134"/>
              <a:gd name="connsiteY1-58" fmla="*/ 1481625 h 2125372"/>
              <a:gd name="connsiteX2-59" fmla="*/ 1576110 w 4216134"/>
              <a:gd name="connsiteY2-60" fmla="*/ 24177 h 2125372"/>
              <a:gd name="connsiteX3-61" fmla="*/ 1736864 w 4216134"/>
              <a:gd name="connsiteY3-62" fmla="*/ 0 h 2125372"/>
              <a:gd name="connsiteX4-63" fmla="*/ 885963 w 4216134"/>
              <a:gd name="connsiteY4-64" fmla="*/ 2007958 h 2125372"/>
              <a:gd name="connsiteX5-65" fmla="*/ 4216134 w 4216134"/>
              <a:gd name="connsiteY5-66" fmla="*/ 2124236 h 2125372"/>
              <a:gd name="connsiteX6-67" fmla="*/ 4216093 w 4216134"/>
              <a:gd name="connsiteY6-68" fmla="*/ 2125372 h 2125372"/>
              <a:gd name="connsiteX7-69" fmla="*/ 4216093 w 4216134"/>
              <a:gd name="connsiteY7-70" fmla="*/ 2123168 h 2125372"/>
              <a:gd name="connsiteX8-71" fmla="*/ 4216134 w 4216134"/>
              <a:gd name="connsiteY8-72" fmla="*/ 2124236 h 2125372"/>
              <a:gd name="connsiteX0-73" fmla="*/ 885963 w 4216134"/>
              <a:gd name="connsiteY0-74" fmla="*/ 2007958 h 2125372"/>
              <a:gd name="connsiteX1-75" fmla="*/ 0 w 4216134"/>
              <a:gd name="connsiteY1-76" fmla="*/ 1481625 h 2125372"/>
              <a:gd name="connsiteX2-77" fmla="*/ 1576110 w 4216134"/>
              <a:gd name="connsiteY2-78" fmla="*/ 24177 h 2125372"/>
              <a:gd name="connsiteX3-79" fmla="*/ 1736864 w 4216134"/>
              <a:gd name="connsiteY3-80" fmla="*/ 0 h 2125372"/>
              <a:gd name="connsiteX4-81" fmla="*/ 885963 w 4216134"/>
              <a:gd name="connsiteY4-82" fmla="*/ 2007958 h 2125372"/>
              <a:gd name="connsiteX5-83" fmla="*/ 4216134 w 4216134"/>
              <a:gd name="connsiteY5-84" fmla="*/ 2124236 h 2125372"/>
              <a:gd name="connsiteX6-85" fmla="*/ 4216093 w 4216134"/>
              <a:gd name="connsiteY6-86" fmla="*/ 2125372 h 2125372"/>
              <a:gd name="connsiteX7-87" fmla="*/ 4216093 w 4216134"/>
              <a:gd name="connsiteY7-88" fmla="*/ 2123168 h 2125372"/>
              <a:gd name="connsiteX0-89" fmla="*/ 885963 w 4216134"/>
              <a:gd name="connsiteY0-90" fmla="*/ 2007958 h 2125372"/>
              <a:gd name="connsiteX1-91" fmla="*/ 0 w 4216134"/>
              <a:gd name="connsiteY1-92" fmla="*/ 1481625 h 2125372"/>
              <a:gd name="connsiteX2-93" fmla="*/ 1576110 w 4216134"/>
              <a:gd name="connsiteY2-94" fmla="*/ 24177 h 2125372"/>
              <a:gd name="connsiteX3-95" fmla="*/ 1736864 w 4216134"/>
              <a:gd name="connsiteY3-96" fmla="*/ 0 h 2125372"/>
              <a:gd name="connsiteX4-97" fmla="*/ 885963 w 4216134"/>
              <a:gd name="connsiteY4-98" fmla="*/ 2007958 h 2125372"/>
              <a:gd name="connsiteX5-99" fmla="*/ 4216134 w 4216134"/>
              <a:gd name="connsiteY5-100" fmla="*/ 2124236 h 2125372"/>
              <a:gd name="connsiteX6-101" fmla="*/ 4216093 w 4216134"/>
              <a:gd name="connsiteY6-102" fmla="*/ 2125372 h 2125372"/>
              <a:gd name="connsiteX0-103" fmla="*/ 885963 w 1736864"/>
              <a:gd name="connsiteY0-104" fmla="*/ 2007958 h 2007958"/>
              <a:gd name="connsiteX1-105" fmla="*/ 0 w 1736864"/>
              <a:gd name="connsiteY1-106" fmla="*/ 1481625 h 2007958"/>
              <a:gd name="connsiteX2-107" fmla="*/ 1576110 w 1736864"/>
              <a:gd name="connsiteY2-108" fmla="*/ 24177 h 2007958"/>
              <a:gd name="connsiteX3-109" fmla="*/ 1736864 w 1736864"/>
              <a:gd name="connsiteY3-110" fmla="*/ 0 h 2007958"/>
              <a:gd name="connsiteX4-111" fmla="*/ 885963 w 1736864"/>
              <a:gd name="connsiteY4-112" fmla="*/ 2007958 h 2007958"/>
              <a:gd name="connsiteX0-113" fmla="*/ 0 w 1736864"/>
              <a:gd name="connsiteY0-114" fmla="*/ 1481625 h 2099398"/>
              <a:gd name="connsiteX1-115" fmla="*/ 1576110 w 1736864"/>
              <a:gd name="connsiteY1-116" fmla="*/ 24177 h 2099398"/>
              <a:gd name="connsiteX2-117" fmla="*/ 1736864 w 1736864"/>
              <a:gd name="connsiteY2-118" fmla="*/ 0 h 2099398"/>
              <a:gd name="connsiteX3-119" fmla="*/ 977403 w 1736864"/>
              <a:gd name="connsiteY3-120" fmla="*/ 2099398 h 2099398"/>
              <a:gd name="connsiteX0-121" fmla="*/ 0 w 1736864"/>
              <a:gd name="connsiteY0-122" fmla="*/ 1481625 h 1481625"/>
              <a:gd name="connsiteX1-123" fmla="*/ 1576110 w 1736864"/>
              <a:gd name="connsiteY1-124" fmla="*/ 24177 h 1481625"/>
              <a:gd name="connsiteX2-125" fmla="*/ 1736864 w 1736864"/>
              <a:gd name="connsiteY2-126" fmla="*/ 0 h 1481625"/>
            </a:gdLst>
            <a:ahLst/>
            <a:cxnLst>
              <a:cxn ang="0">
                <a:pos x="connsiteX0-1" y="connsiteY0-2"/>
              </a:cxn>
              <a:cxn ang="0">
                <a:pos x="connsiteX1-3" y="connsiteY1-4"/>
              </a:cxn>
              <a:cxn ang="0">
                <a:pos x="connsiteX2-5" y="connsiteY2-6"/>
              </a:cxn>
            </a:cxnLst>
            <a:rect l="l" t="t" r="r" b="b"/>
            <a:pathLst>
              <a:path w="1736864" h="1481625">
                <a:moveTo>
                  <a:pt x="0" y="1481625"/>
                </a:moveTo>
                <a:cubicBezTo>
                  <a:pt x="231589" y="742961"/>
                  <a:pt x="837233" y="193516"/>
                  <a:pt x="1576110" y="24177"/>
                </a:cubicBezTo>
                <a:lnTo>
                  <a:pt x="1736864" y="0"/>
                </a:ln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1" name="椭圆 10"/>
          <p:cNvSpPr>
            <a:spLocks noChangeAspect="1"/>
          </p:cNvSpPr>
          <p:nvPr userDrawn="1">
            <p:custDataLst>
              <p:tags r:id="rId6"/>
            </p:custDataLst>
          </p:nvPr>
        </p:nvSpPr>
        <p:spPr>
          <a:xfrm rot="16200000">
            <a:off x="11716140" y="1332452"/>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8" name="任意多边形: 形状 17"/>
          <p:cNvSpPr>
            <a:spLocks noChangeAspect="1"/>
          </p:cNvSpPr>
          <p:nvPr userDrawn="1">
            <p:custDataLst>
              <p:tags r:id="rId7"/>
            </p:custDataLst>
          </p:nvPr>
        </p:nvSpPr>
        <p:spPr>
          <a:xfrm rot="16200000">
            <a:off x="10791949" y="-474418"/>
            <a:ext cx="916108" cy="1883994"/>
          </a:xfrm>
          <a:custGeom>
            <a:avLst/>
            <a:gdLst>
              <a:gd name="connsiteX0" fmla="*/ 916108 w 916108"/>
              <a:gd name="connsiteY0" fmla="*/ 0 h 1883994"/>
              <a:gd name="connsiteX1" fmla="*/ 916108 w 916108"/>
              <a:gd name="connsiteY1" fmla="*/ 1883994 h 1883994"/>
              <a:gd name="connsiteX2" fmla="*/ 212597 w 916108"/>
              <a:gd name="connsiteY2" fmla="*/ 1883994 h 1883994"/>
              <a:gd name="connsiteX3" fmla="*/ 211412 w 916108"/>
              <a:gd name="connsiteY3" fmla="*/ 1882408 h 1883994"/>
              <a:gd name="connsiteX4" fmla="*/ 0 w 916108"/>
              <a:gd name="connsiteY4" fmla="*/ 1190294 h 1883994"/>
              <a:gd name="connsiteX5" fmla="*/ 756045 w 916108"/>
              <a:gd name="connsiteY5" fmla="*/ 49686 h 1883994"/>
              <a:gd name="connsiteX0-1" fmla="*/ 916108 w 916108"/>
              <a:gd name="connsiteY0-2" fmla="*/ 0 h 1909394"/>
              <a:gd name="connsiteX1-3" fmla="*/ 916108 w 916108"/>
              <a:gd name="connsiteY1-4" fmla="*/ 1883994 h 1909394"/>
              <a:gd name="connsiteX2-5" fmla="*/ 547808 w 916108"/>
              <a:gd name="connsiteY2-6" fmla="*/ 1909394 h 1909394"/>
              <a:gd name="connsiteX3-7" fmla="*/ 212597 w 916108"/>
              <a:gd name="connsiteY3-8" fmla="*/ 1883994 h 1909394"/>
              <a:gd name="connsiteX4-9" fmla="*/ 211412 w 916108"/>
              <a:gd name="connsiteY4-10" fmla="*/ 1882408 h 1909394"/>
              <a:gd name="connsiteX5-11" fmla="*/ 0 w 916108"/>
              <a:gd name="connsiteY5-12" fmla="*/ 1190294 h 1909394"/>
              <a:gd name="connsiteX6" fmla="*/ 756045 w 916108"/>
              <a:gd name="connsiteY6" fmla="*/ 49686 h 1909394"/>
              <a:gd name="connsiteX7" fmla="*/ 916108 w 916108"/>
              <a:gd name="connsiteY7" fmla="*/ 0 h 1909394"/>
              <a:gd name="connsiteX0-13" fmla="*/ 547808 w 916108"/>
              <a:gd name="connsiteY0-14" fmla="*/ 1909394 h 2000834"/>
              <a:gd name="connsiteX1-15" fmla="*/ 212597 w 916108"/>
              <a:gd name="connsiteY1-16" fmla="*/ 1883994 h 2000834"/>
              <a:gd name="connsiteX2-17" fmla="*/ 211412 w 916108"/>
              <a:gd name="connsiteY2-18" fmla="*/ 1882408 h 2000834"/>
              <a:gd name="connsiteX3-19" fmla="*/ 0 w 916108"/>
              <a:gd name="connsiteY3-20" fmla="*/ 1190294 h 2000834"/>
              <a:gd name="connsiteX4-21" fmla="*/ 756045 w 916108"/>
              <a:gd name="connsiteY4-22" fmla="*/ 49686 h 2000834"/>
              <a:gd name="connsiteX5-23" fmla="*/ 916108 w 916108"/>
              <a:gd name="connsiteY5-24" fmla="*/ 0 h 2000834"/>
              <a:gd name="connsiteX6-25" fmla="*/ 916108 w 916108"/>
              <a:gd name="connsiteY6-26" fmla="*/ 1883994 h 2000834"/>
              <a:gd name="connsiteX7-27" fmla="*/ 639248 w 916108"/>
              <a:gd name="connsiteY7-28" fmla="*/ 2000834 h 2000834"/>
              <a:gd name="connsiteX0-29" fmla="*/ 547808 w 916108"/>
              <a:gd name="connsiteY0-30" fmla="*/ 1909394 h 1909394"/>
              <a:gd name="connsiteX1-31" fmla="*/ 212597 w 916108"/>
              <a:gd name="connsiteY1-32" fmla="*/ 1883994 h 1909394"/>
              <a:gd name="connsiteX2-33" fmla="*/ 211412 w 916108"/>
              <a:gd name="connsiteY2-34" fmla="*/ 1882408 h 1909394"/>
              <a:gd name="connsiteX3-35" fmla="*/ 0 w 916108"/>
              <a:gd name="connsiteY3-36" fmla="*/ 1190294 h 1909394"/>
              <a:gd name="connsiteX4-37" fmla="*/ 756045 w 916108"/>
              <a:gd name="connsiteY4-38" fmla="*/ 49686 h 1909394"/>
              <a:gd name="connsiteX5-39" fmla="*/ 916108 w 916108"/>
              <a:gd name="connsiteY5-40" fmla="*/ 0 h 1909394"/>
              <a:gd name="connsiteX6-41" fmla="*/ 916108 w 916108"/>
              <a:gd name="connsiteY6-42" fmla="*/ 1883994 h 1909394"/>
              <a:gd name="connsiteX0-43" fmla="*/ 547808 w 916108"/>
              <a:gd name="connsiteY0-44" fmla="*/ 1909394 h 1909394"/>
              <a:gd name="connsiteX1-45" fmla="*/ 212597 w 916108"/>
              <a:gd name="connsiteY1-46" fmla="*/ 1883994 h 1909394"/>
              <a:gd name="connsiteX2-47" fmla="*/ 211412 w 916108"/>
              <a:gd name="connsiteY2-48" fmla="*/ 1882408 h 1909394"/>
              <a:gd name="connsiteX3-49" fmla="*/ 0 w 916108"/>
              <a:gd name="connsiteY3-50" fmla="*/ 1190294 h 1909394"/>
              <a:gd name="connsiteX4-51" fmla="*/ 756045 w 916108"/>
              <a:gd name="connsiteY4-52" fmla="*/ 49686 h 1909394"/>
              <a:gd name="connsiteX5-53" fmla="*/ 916108 w 916108"/>
              <a:gd name="connsiteY5-54" fmla="*/ 0 h 1909394"/>
              <a:gd name="connsiteX0-55" fmla="*/ 212597 w 916108"/>
              <a:gd name="connsiteY0-56" fmla="*/ 1883994 h 1883994"/>
              <a:gd name="connsiteX1-57" fmla="*/ 211412 w 916108"/>
              <a:gd name="connsiteY1-58" fmla="*/ 1882408 h 1883994"/>
              <a:gd name="connsiteX2-59" fmla="*/ 0 w 916108"/>
              <a:gd name="connsiteY2-60" fmla="*/ 1190294 h 1883994"/>
              <a:gd name="connsiteX3-61" fmla="*/ 756045 w 916108"/>
              <a:gd name="connsiteY3-62" fmla="*/ 49686 h 1883994"/>
              <a:gd name="connsiteX4-63" fmla="*/ 916108 w 916108"/>
              <a:gd name="connsiteY4-64" fmla="*/ 0 h 188399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6108" h="1883994">
                <a:moveTo>
                  <a:pt x="212597" y="1883994"/>
                </a:moveTo>
                <a:lnTo>
                  <a:pt x="211412" y="1882408"/>
                </a:lnTo>
                <a:cubicBezTo>
                  <a:pt x="77937" y="1684840"/>
                  <a:pt x="0" y="1446669"/>
                  <a:pt x="0" y="1190294"/>
                </a:cubicBezTo>
                <a:cubicBezTo>
                  <a:pt x="0" y="677544"/>
                  <a:pt x="311749" y="237608"/>
                  <a:pt x="756045" y="49686"/>
                </a:cubicBezTo>
                <a:lnTo>
                  <a:pt x="916108" y="0"/>
                </a:lnTo>
              </a:path>
            </a:pathLst>
          </a:custGeom>
          <a:noFill/>
          <a:ln w="19050">
            <a:solidFill>
              <a:schemeClr val="accent1">
                <a:lumMod val="40000"/>
                <a:lumOff val="60000"/>
                <a:alpha val="42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useBgFill="1">
        <p:nvSpPr>
          <p:cNvPr id="13" name="椭圆 12"/>
          <p:cNvSpPr>
            <a:spLocks noChangeAspect="1"/>
          </p:cNvSpPr>
          <p:nvPr userDrawn="1">
            <p:custDataLst>
              <p:tags r:id="rId8"/>
            </p:custDataLst>
          </p:nvPr>
        </p:nvSpPr>
        <p:spPr>
          <a:xfrm rot="16200000">
            <a:off x="9597937" y="720000"/>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2" name="标题 11"/>
          <p:cNvSpPr>
            <a:spLocks noGrp="1"/>
          </p:cNvSpPr>
          <p:nvPr>
            <p:ph type="ctrTitle" idx="16385" hasCustomPrompt="1"/>
            <p:custDataLst>
              <p:tags r:id="rId9"/>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4" name="图片占位符 13"/>
          <p:cNvSpPr>
            <a:spLocks noGrp="1"/>
          </p:cNvSpPr>
          <p:nvPr>
            <p:ph type="pic" idx="16392" hasCustomPrompt="1"/>
            <p:custDataLst>
              <p:tags r:id="rId10"/>
            </p:custDataLst>
          </p:nvPr>
        </p:nvSpPr>
        <p:spPr>
          <a:xfrm>
            <a:off x="609600" y="16002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6" name="文本占位符 15"/>
          <p:cNvSpPr>
            <a:spLocks noGrp="1"/>
          </p:cNvSpPr>
          <p:nvPr>
            <p:ph type="body" idx="16386" hasCustomPrompt="1"/>
            <p:custDataLst>
              <p:tags r:id="rId11"/>
            </p:custDataLst>
          </p:nvPr>
        </p:nvSpPr>
        <p:spPr>
          <a:xfrm>
            <a:off x="2082800" y="1651000"/>
            <a:ext cx="9499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7" name="文本占位符 16"/>
          <p:cNvSpPr>
            <a:spLocks noGrp="1"/>
          </p:cNvSpPr>
          <p:nvPr>
            <p:ph type="body" idx="16387" hasCustomPrompt="1"/>
            <p:custDataLst>
              <p:tags r:id="rId12"/>
            </p:custDataLst>
          </p:nvPr>
        </p:nvSpPr>
        <p:spPr>
          <a:xfrm>
            <a:off x="2082800" y="2159000"/>
            <a:ext cx="94996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9" name="图片占位符 18"/>
          <p:cNvSpPr>
            <a:spLocks noGrp="1"/>
          </p:cNvSpPr>
          <p:nvPr>
            <p:ph type="pic" idx="16393" hasCustomPrompt="1"/>
            <p:custDataLst>
              <p:tags r:id="rId13"/>
            </p:custDataLst>
          </p:nvPr>
        </p:nvSpPr>
        <p:spPr>
          <a:xfrm>
            <a:off x="609600" y="32766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0" name="文本占位符 19"/>
          <p:cNvSpPr>
            <a:spLocks noGrp="1"/>
          </p:cNvSpPr>
          <p:nvPr>
            <p:ph type="body" idx="16388" hasCustomPrompt="1"/>
            <p:custDataLst>
              <p:tags r:id="rId14"/>
            </p:custDataLst>
          </p:nvPr>
        </p:nvSpPr>
        <p:spPr>
          <a:xfrm>
            <a:off x="2082800" y="3327400"/>
            <a:ext cx="9499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1" name="文本占位符 20"/>
          <p:cNvSpPr>
            <a:spLocks noGrp="1"/>
          </p:cNvSpPr>
          <p:nvPr>
            <p:ph type="body" idx="16389" hasCustomPrompt="1"/>
            <p:custDataLst>
              <p:tags r:id="rId15"/>
            </p:custDataLst>
          </p:nvPr>
        </p:nvSpPr>
        <p:spPr>
          <a:xfrm>
            <a:off x="2082800" y="3835400"/>
            <a:ext cx="94996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3" name="图片占位符 22"/>
          <p:cNvSpPr>
            <a:spLocks noGrp="1"/>
          </p:cNvSpPr>
          <p:nvPr>
            <p:ph type="pic" idx="16394" hasCustomPrompt="1"/>
            <p:custDataLst>
              <p:tags r:id="rId16"/>
            </p:custDataLst>
          </p:nvPr>
        </p:nvSpPr>
        <p:spPr>
          <a:xfrm>
            <a:off x="609600" y="49530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4" name="文本占位符 23"/>
          <p:cNvSpPr>
            <a:spLocks noGrp="1"/>
          </p:cNvSpPr>
          <p:nvPr>
            <p:ph type="body" idx="16390" hasCustomPrompt="1"/>
            <p:custDataLst>
              <p:tags r:id="rId17"/>
            </p:custDataLst>
          </p:nvPr>
        </p:nvSpPr>
        <p:spPr>
          <a:xfrm>
            <a:off x="2082800" y="5003800"/>
            <a:ext cx="9499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5" name="文本占位符 24"/>
          <p:cNvSpPr>
            <a:spLocks noGrp="1"/>
          </p:cNvSpPr>
          <p:nvPr>
            <p:ph type="body" idx="16391" hasCustomPrompt="1"/>
            <p:custDataLst>
              <p:tags r:id="rId18"/>
            </p:custDataLst>
          </p:nvPr>
        </p:nvSpPr>
        <p:spPr>
          <a:xfrm>
            <a:off x="2082800" y="5511800"/>
            <a:ext cx="94996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正文页-31_13">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2025/7/4</a:t>
            </a:fld>
            <a:endParaRPr lang="zh-CN" altLang="en-US"/>
          </a:p>
        </p:txBody>
      </p:sp>
      <p:sp>
        <p:nvSpPr>
          <p:cNvPr id="9" name="页脚占位符 8"/>
          <p:cNvSpPr>
            <a:spLocks noGrp="1"/>
          </p:cNvSpPr>
          <p:nvPr>
            <p:ph type="ftr" sz="quarter" idx="11"/>
            <p:custDataLst>
              <p:tags r:id="rId2"/>
            </p:custDataLst>
          </p:nvPr>
        </p:nvSpPr>
        <p:spPr/>
        <p:txBody>
          <a:bodyPr/>
          <a:lstStyle/>
          <a:p>
            <a:endParaRPr lang="zh-CN" altLang="en-US"/>
          </a:p>
        </p:txBody>
      </p:sp>
      <p:sp>
        <p:nvSpPr>
          <p:cNvPr id="10" name="灯片编号占位符 9"/>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
        <p:nvSpPr>
          <p:cNvPr id="15" name="任意多边形: 形状 14"/>
          <p:cNvSpPr>
            <a:spLocks noChangeAspect="1"/>
          </p:cNvSpPr>
          <p:nvPr userDrawn="1">
            <p:custDataLst>
              <p:tags r:id="rId4"/>
            </p:custDataLst>
          </p:nvPr>
        </p:nvSpPr>
        <p:spPr>
          <a:xfrm rot="16200000">
            <a:off x="10844781" y="59657"/>
            <a:ext cx="649963" cy="2044477"/>
          </a:xfrm>
          <a:custGeom>
            <a:avLst/>
            <a:gdLst>
              <a:gd name="connsiteX0" fmla="*/ 1406877 w 1406877"/>
              <a:gd name="connsiteY0" fmla="*/ 947834 h 2044477"/>
              <a:gd name="connsiteX1" fmla="*/ 1406877 w 1406877"/>
              <a:gd name="connsiteY1" fmla="*/ 2034781 h 2044477"/>
              <a:gd name="connsiteX2" fmla="*/ 1402315 w 1406877"/>
              <a:gd name="connsiteY2" fmla="*/ 2044477 h 2044477"/>
              <a:gd name="connsiteX3" fmla="*/ 148584 w 1406877"/>
              <a:gd name="connsiteY3" fmla="*/ 2044477 h 2044477"/>
              <a:gd name="connsiteX4" fmla="*/ 118571 w 1406877"/>
              <a:gd name="connsiteY4" fmla="*/ 1979996 h 2044477"/>
              <a:gd name="connsiteX5" fmla="*/ 11855 w 1406877"/>
              <a:gd name="connsiteY5" fmla="*/ 1552698 h 2044477"/>
              <a:gd name="connsiteX6" fmla="*/ 649963 w 1406877"/>
              <a:gd name="connsiteY6" fmla="*/ 0 h 2044477"/>
              <a:gd name="connsiteX0-1" fmla="*/ 1406877 w 1406877"/>
              <a:gd name="connsiteY0-2" fmla="*/ 947834 h 2044477"/>
              <a:gd name="connsiteX1-3" fmla="*/ 1406877 w 1406877"/>
              <a:gd name="connsiteY1-4" fmla="*/ 2034781 h 2044477"/>
              <a:gd name="connsiteX2-5" fmla="*/ 1402315 w 1406877"/>
              <a:gd name="connsiteY2-6" fmla="*/ 2044477 h 2044477"/>
              <a:gd name="connsiteX3-7" fmla="*/ 390877 w 1406877"/>
              <a:gd name="connsiteY3-8" fmla="*/ 2044476 h 2044477"/>
              <a:gd name="connsiteX4-9" fmla="*/ 148584 w 1406877"/>
              <a:gd name="connsiteY4-10" fmla="*/ 2044477 h 2044477"/>
              <a:gd name="connsiteX5-11" fmla="*/ 118571 w 1406877"/>
              <a:gd name="connsiteY5-12" fmla="*/ 1979996 h 2044477"/>
              <a:gd name="connsiteX6-13" fmla="*/ 11855 w 1406877"/>
              <a:gd name="connsiteY6-14" fmla="*/ 1552698 h 2044477"/>
              <a:gd name="connsiteX7" fmla="*/ 649963 w 1406877"/>
              <a:gd name="connsiteY7" fmla="*/ 0 h 2044477"/>
              <a:gd name="connsiteX8" fmla="*/ 1406877 w 1406877"/>
              <a:gd name="connsiteY8" fmla="*/ 947834 h 2044477"/>
              <a:gd name="connsiteX0-15" fmla="*/ 390877 w 1406877"/>
              <a:gd name="connsiteY0-16" fmla="*/ 2044476 h 2135916"/>
              <a:gd name="connsiteX1-17" fmla="*/ 148584 w 1406877"/>
              <a:gd name="connsiteY1-18" fmla="*/ 2044477 h 2135916"/>
              <a:gd name="connsiteX2-19" fmla="*/ 118571 w 1406877"/>
              <a:gd name="connsiteY2-20" fmla="*/ 1979996 h 2135916"/>
              <a:gd name="connsiteX3-21" fmla="*/ 11855 w 1406877"/>
              <a:gd name="connsiteY3-22" fmla="*/ 1552698 h 2135916"/>
              <a:gd name="connsiteX4-23" fmla="*/ 649963 w 1406877"/>
              <a:gd name="connsiteY4-24" fmla="*/ 0 h 2135916"/>
              <a:gd name="connsiteX5-25" fmla="*/ 1406877 w 1406877"/>
              <a:gd name="connsiteY5-26" fmla="*/ 947834 h 2135916"/>
              <a:gd name="connsiteX6-27" fmla="*/ 1406877 w 1406877"/>
              <a:gd name="connsiteY6-28" fmla="*/ 2034781 h 2135916"/>
              <a:gd name="connsiteX7-29" fmla="*/ 1402315 w 1406877"/>
              <a:gd name="connsiteY7-30" fmla="*/ 2044477 h 2135916"/>
              <a:gd name="connsiteX8-31" fmla="*/ 482317 w 1406877"/>
              <a:gd name="connsiteY8-32" fmla="*/ 2135916 h 2135916"/>
              <a:gd name="connsiteX0-33" fmla="*/ 390877 w 1406877"/>
              <a:gd name="connsiteY0-34" fmla="*/ 2044476 h 2044477"/>
              <a:gd name="connsiteX1-35" fmla="*/ 148584 w 1406877"/>
              <a:gd name="connsiteY1-36" fmla="*/ 2044477 h 2044477"/>
              <a:gd name="connsiteX2-37" fmla="*/ 118571 w 1406877"/>
              <a:gd name="connsiteY2-38" fmla="*/ 1979996 h 2044477"/>
              <a:gd name="connsiteX3-39" fmla="*/ 11855 w 1406877"/>
              <a:gd name="connsiteY3-40" fmla="*/ 1552698 h 2044477"/>
              <a:gd name="connsiteX4-41" fmla="*/ 649963 w 1406877"/>
              <a:gd name="connsiteY4-42" fmla="*/ 0 h 2044477"/>
              <a:gd name="connsiteX5-43" fmla="*/ 1406877 w 1406877"/>
              <a:gd name="connsiteY5-44" fmla="*/ 947834 h 2044477"/>
              <a:gd name="connsiteX6-45" fmla="*/ 1406877 w 1406877"/>
              <a:gd name="connsiteY6-46" fmla="*/ 2034781 h 2044477"/>
              <a:gd name="connsiteX7-47" fmla="*/ 1402315 w 1406877"/>
              <a:gd name="connsiteY7-48" fmla="*/ 2044477 h 2044477"/>
              <a:gd name="connsiteX0-49" fmla="*/ 148584 w 1406877"/>
              <a:gd name="connsiteY0-50" fmla="*/ 2044477 h 2044477"/>
              <a:gd name="connsiteX1-51" fmla="*/ 118571 w 1406877"/>
              <a:gd name="connsiteY1-52" fmla="*/ 1979996 h 2044477"/>
              <a:gd name="connsiteX2-53" fmla="*/ 11855 w 1406877"/>
              <a:gd name="connsiteY2-54" fmla="*/ 1552698 h 2044477"/>
              <a:gd name="connsiteX3-55" fmla="*/ 649963 w 1406877"/>
              <a:gd name="connsiteY3-56" fmla="*/ 0 h 2044477"/>
              <a:gd name="connsiteX4-57" fmla="*/ 1406877 w 1406877"/>
              <a:gd name="connsiteY4-58" fmla="*/ 947834 h 2044477"/>
              <a:gd name="connsiteX5-59" fmla="*/ 1406877 w 1406877"/>
              <a:gd name="connsiteY5-60" fmla="*/ 2034781 h 2044477"/>
              <a:gd name="connsiteX6-61" fmla="*/ 1402315 w 1406877"/>
              <a:gd name="connsiteY6-62" fmla="*/ 2044477 h 2044477"/>
              <a:gd name="connsiteX0-63" fmla="*/ 148584 w 1406877"/>
              <a:gd name="connsiteY0-64" fmla="*/ 2044477 h 2044477"/>
              <a:gd name="connsiteX1-65" fmla="*/ 118571 w 1406877"/>
              <a:gd name="connsiteY1-66" fmla="*/ 1979996 h 2044477"/>
              <a:gd name="connsiteX2-67" fmla="*/ 11855 w 1406877"/>
              <a:gd name="connsiteY2-68" fmla="*/ 1552698 h 2044477"/>
              <a:gd name="connsiteX3-69" fmla="*/ 649963 w 1406877"/>
              <a:gd name="connsiteY3-70" fmla="*/ 0 h 2044477"/>
              <a:gd name="connsiteX4-71" fmla="*/ 1406877 w 1406877"/>
              <a:gd name="connsiteY4-72" fmla="*/ 947834 h 2044477"/>
              <a:gd name="connsiteX5-73" fmla="*/ 1406877 w 1406877"/>
              <a:gd name="connsiteY5-74" fmla="*/ 2034781 h 2044477"/>
              <a:gd name="connsiteX0-75" fmla="*/ 148584 w 1406877"/>
              <a:gd name="connsiteY0-76" fmla="*/ 2044477 h 2044477"/>
              <a:gd name="connsiteX1-77" fmla="*/ 118571 w 1406877"/>
              <a:gd name="connsiteY1-78" fmla="*/ 1979996 h 2044477"/>
              <a:gd name="connsiteX2-79" fmla="*/ 11855 w 1406877"/>
              <a:gd name="connsiteY2-80" fmla="*/ 1552698 h 2044477"/>
              <a:gd name="connsiteX3-81" fmla="*/ 649963 w 1406877"/>
              <a:gd name="connsiteY3-82" fmla="*/ 0 h 2044477"/>
              <a:gd name="connsiteX4-83" fmla="*/ 1406877 w 1406877"/>
              <a:gd name="connsiteY4-84" fmla="*/ 2034781 h 2044477"/>
              <a:gd name="connsiteX0-85" fmla="*/ 148584 w 649963"/>
              <a:gd name="connsiteY0-86" fmla="*/ 2044477 h 2044477"/>
              <a:gd name="connsiteX1-87" fmla="*/ 118571 w 649963"/>
              <a:gd name="connsiteY1-88" fmla="*/ 1979996 h 2044477"/>
              <a:gd name="connsiteX2-89" fmla="*/ 11855 w 649963"/>
              <a:gd name="connsiteY2-90" fmla="*/ 1552698 h 2044477"/>
              <a:gd name="connsiteX3-91" fmla="*/ 649963 w 649963"/>
              <a:gd name="connsiteY3-92" fmla="*/ 0 h 2044477"/>
            </a:gdLst>
            <a:ahLst/>
            <a:cxnLst>
              <a:cxn ang="0">
                <a:pos x="connsiteX0-1" y="connsiteY0-2"/>
              </a:cxn>
              <a:cxn ang="0">
                <a:pos x="connsiteX1-3" y="connsiteY1-4"/>
              </a:cxn>
              <a:cxn ang="0">
                <a:pos x="connsiteX2-5" y="connsiteY2-6"/>
              </a:cxn>
              <a:cxn ang="0">
                <a:pos x="connsiteX3-7" y="connsiteY3-8"/>
              </a:cxn>
            </a:cxnLst>
            <a:rect l="l" t="t" r="r" b="b"/>
            <a:pathLst>
              <a:path w="649963" h="2044477">
                <a:moveTo>
                  <a:pt x="148584" y="2044477"/>
                </a:moveTo>
                <a:lnTo>
                  <a:pt x="118571" y="1979996"/>
                </a:lnTo>
                <a:cubicBezTo>
                  <a:pt x="65551" y="1844343"/>
                  <a:pt x="29293" y="1700958"/>
                  <a:pt x="11855" y="1552698"/>
                </a:cubicBezTo>
                <a:cubicBezTo>
                  <a:pt x="-57895" y="959659"/>
                  <a:pt x="183361" y="372616"/>
                  <a:pt x="649963" y="0"/>
                </a:cubicBez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22" name="任意多边形: 形状 21"/>
          <p:cNvSpPr>
            <a:spLocks noChangeAspect="1"/>
          </p:cNvSpPr>
          <p:nvPr userDrawn="1">
            <p:custDataLst>
              <p:tags r:id="rId5"/>
            </p:custDataLst>
          </p:nvPr>
        </p:nvSpPr>
        <p:spPr>
          <a:xfrm rot="16200000">
            <a:off x="9243622" y="127619"/>
            <a:ext cx="1736864" cy="1481625"/>
          </a:xfrm>
          <a:custGeom>
            <a:avLst/>
            <a:gdLst>
              <a:gd name="connsiteX0" fmla="*/ 1736864 w 4216134"/>
              <a:gd name="connsiteY0" fmla="*/ 0 h 2483593"/>
              <a:gd name="connsiteX1" fmla="*/ 1736864 w 4216134"/>
              <a:gd name="connsiteY1" fmla="*/ 2483593 h 2483593"/>
              <a:gd name="connsiteX2" fmla="*/ 0 w 4216134"/>
              <a:gd name="connsiteY2" fmla="*/ 1481625 h 2483593"/>
              <a:gd name="connsiteX3" fmla="*/ 1576110 w 4216134"/>
              <a:gd name="connsiteY3" fmla="*/ 24177 h 2483593"/>
              <a:gd name="connsiteX4" fmla="*/ 4216134 w 4216134"/>
              <a:gd name="connsiteY4" fmla="*/ 2124236 h 2483593"/>
              <a:gd name="connsiteX5" fmla="*/ 4216093 w 4216134"/>
              <a:gd name="connsiteY5" fmla="*/ 2125372 h 2483593"/>
              <a:gd name="connsiteX6" fmla="*/ 4216093 w 4216134"/>
              <a:gd name="connsiteY6" fmla="*/ 2123168 h 2483593"/>
              <a:gd name="connsiteX0-1" fmla="*/ 1736864 w 4216134"/>
              <a:gd name="connsiteY0-2" fmla="*/ 0 h 2483593"/>
              <a:gd name="connsiteX1-3" fmla="*/ 1736864 w 4216134"/>
              <a:gd name="connsiteY1-4" fmla="*/ 2483593 h 2483593"/>
              <a:gd name="connsiteX2-5" fmla="*/ 885963 w 4216134"/>
              <a:gd name="connsiteY2-6" fmla="*/ 2007958 h 2483593"/>
              <a:gd name="connsiteX3-7" fmla="*/ 0 w 4216134"/>
              <a:gd name="connsiteY3-8" fmla="*/ 1481625 h 2483593"/>
              <a:gd name="connsiteX4-9" fmla="*/ 1576110 w 4216134"/>
              <a:gd name="connsiteY4-10" fmla="*/ 24177 h 2483593"/>
              <a:gd name="connsiteX5-11" fmla="*/ 1736864 w 4216134"/>
              <a:gd name="connsiteY5-12" fmla="*/ 0 h 2483593"/>
              <a:gd name="connsiteX6-13" fmla="*/ 4216134 w 4216134"/>
              <a:gd name="connsiteY6-14" fmla="*/ 2124236 h 2483593"/>
              <a:gd name="connsiteX7" fmla="*/ 4216093 w 4216134"/>
              <a:gd name="connsiteY7" fmla="*/ 2125372 h 2483593"/>
              <a:gd name="connsiteX8" fmla="*/ 4216093 w 4216134"/>
              <a:gd name="connsiteY8" fmla="*/ 2123168 h 2483593"/>
              <a:gd name="connsiteX9" fmla="*/ 4216134 w 4216134"/>
              <a:gd name="connsiteY9" fmla="*/ 2124236 h 2483593"/>
              <a:gd name="connsiteX0-15" fmla="*/ 885963 w 4216134"/>
              <a:gd name="connsiteY0-16" fmla="*/ 2007958 h 2483593"/>
              <a:gd name="connsiteX1-17" fmla="*/ 0 w 4216134"/>
              <a:gd name="connsiteY1-18" fmla="*/ 1481625 h 2483593"/>
              <a:gd name="connsiteX2-19" fmla="*/ 1576110 w 4216134"/>
              <a:gd name="connsiteY2-20" fmla="*/ 24177 h 2483593"/>
              <a:gd name="connsiteX3-21" fmla="*/ 1736864 w 4216134"/>
              <a:gd name="connsiteY3-22" fmla="*/ 0 h 2483593"/>
              <a:gd name="connsiteX4-23" fmla="*/ 4216134 w 4216134"/>
              <a:gd name="connsiteY4-24" fmla="*/ 2124236 h 2483593"/>
              <a:gd name="connsiteX5-25" fmla="*/ 4216093 w 4216134"/>
              <a:gd name="connsiteY5-26" fmla="*/ 2125372 h 2483593"/>
              <a:gd name="connsiteX6-27" fmla="*/ 4216093 w 4216134"/>
              <a:gd name="connsiteY6-28" fmla="*/ 2123168 h 2483593"/>
              <a:gd name="connsiteX7-29" fmla="*/ 4216134 w 4216134"/>
              <a:gd name="connsiteY7-30" fmla="*/ 2124236 h 2483593"/>
              <a:gd name="connsiteX8-31" fmla="*/ 1736864 w 4216134"/>
              <a:gd name="connsiteY8-32" fmla="*/ 2483593 h 2483593"/>
              <a:gd name="connsiteX9-33" fmla="*/ 977403 w 4216134"/>
              <a:gd name="connsiteY9-34" fmla="*/ 2099398 h 2483593"/>
              <a:gd name="connsiteX0-35" fmla="*/ 885963 w 4216134"/>
              <a:gd name="connsiteY0-36" fmla="*/ 2007958 h 2483593"/>
              <a:gd name="connsiteX1-37" fmla="*/ 0 w 4216134"/>
              <a:gd name="connsiteY1-38" fmla="*/ 1481625 h 2483593"/>
              <a:gd name="connsiteX2-39" fmla="*/ 1576110 w 4216134"/>
              <a:gd name="connsiteY2-40" fmla="*/ 24177 h 2483593"/>
              <a:gd name="connsiteX3-41" fmla="*/ 1736864 w 4216134"/>
              <a:gd name="connsiteY3-42" fmla="*/ 0 h 2483593"/>
              <a:gd name="connsiteX4-43" fmla="*/ 885963 w 4216134"/>
              <a:gd name="connsiteY4-44" fmla="*/ 2007958 h 2483593"/>
              <a:gd name="connsiteX5-45" fmla="*/ 4216134 w 4216134"/>
              <a:gd name="connsiteY5-46" fmla="*/ 2124236 h 2483593"/>
              <a:gd name="connsiteX6-47" fmla="*/ 4216093 w 4216134"/>
              <a:gd name="connsiteY6-48" fmla="*/ 2125372 h 2483593"/>
              <a:gd name="connsiteX7-49" fmla="*/ 4216093 w 4216134"/>
              <a:gd name="connsiteY7-50" fmla="*/ 2123168 h 2483593"/>
              <a:gd name="connsiteX8-51" fmla="*/ 4216134 w 4216134"/>
              <a:gd name="connsiteY8-52" fmla="*/ 2124236 h 2483593"/>
              <a:gd name="connsiteX9-53" fmla="*/ 1736864 w 4216134"/>
              <a:gd name="connsiteY9-54" fmla="*/ 2483593 h 2483593"/>
              <a:gd name="connsiteX0-55" fmla="*/ 885963 w 4216134"/>
              <a:gd name="connsiteY0-56" fmla="*/ 2007958 h 2125372"/>
              <a:gd name="connsiteX1-57" fmla="*/ 0 w 4216134"/>
              <a:gd name="connsiteY1-58" fmla="*/ 1481625 h 2125372"/>
              <a:gd name="connsiteX2-59" fmla="*/ 1576110 w 4216134"/>
              <a:gd name="connsiteY2-60" fmla="*/ 24177 h 2125372"/>
              <a:gd name="connsiteX3-61" fmla="*/ 1736864 w 4216134"/>
              <a:gd name="connsiteY3-62" fmla="*/ 0 h 2125372"/>
              <a:gd name="connsiteX4-63" fmla="*/ 885963 w 4216134"/>
              <a:gd name="connsiteY4-64" fmla="*/ 2007958 h 2125372"/>
              <a:gd name="connsiteX5-65" fmla="*/ 4216134 w 4216134"/>
              <a:gd name="connsiteY5-66" fmla="*/ 2124236 h 2125372"/>
              <a:gd name="connsiteX6-67" fmla="*/ 4216093 w 4216134"/>
              <a:gd name="connsiteY6-68" fmla="*/ 2125372 h 2125372"/>
              <a:gd name="connsiteX7-69" fmla="*/ 4216093 w 4216134"/>
              <a:gd name="connsiteY7-70" fmla="*/ 2123168 h 2125372"/>
              <a:gd name="connsiteX8-71" fmla="*/ 4216134 w 4216134"/>
              <a:gd name="connsiteY8-72" fmla="*/ 2124236 h 2125372"/>
              <a:gd name="connsiteX0-73" fmla="*/ 885963 w 4216134"/>
              <a:gd name="connsiteY0-74" fmla="*/ 2007958 h 2125372"/>
              <a:gd name="connsiteX1-75" fmla="*/ 0 w 4216134"/>
              <a:gd name="connsiteY1-76" fmla="*/ 1481625 h 2125372"/>
              <a:gd name="connsiteX2-77" fmla="*/ 1576110 w 4216134"/>
              <a:gd name="connsiteY2-78" fmla="*/ 24177 h 2125372"/>
              <a:gd name="connsiteX3-79" fmla="*/ 1736864 w 4216134"/>
              <a:gd name="connsiteY3-80" fmla="*/ 0 h 2125372"/>
              <a:gd name="connsiteX4-81" fmla="*/ 885963 w 4216134"/>
              <a:gd name="connsiteY4-82" fmla="*/ 2007958 h 2125372"/>
              <a:gd name="connsiteX5-83" fmla="*/ 4216134 w 4216134"/>
              <a:gd name="connsiteY5-84" fmla="*/ 2124236 h 2125372"/>
              <a:gd name="connsiteX6-85" fmla="*/ 4216093 w 4216134"/>
              <a:gd name="connsiteY6-86" fmla="*/ 2125372 h 2125372"/>
              <a:gd name="connsiteX7-87" fmla="*/ 4216093 w 4216134"/>
              <a:gd name="connsiteY7-88" fmla="*/ 2123168 h 2125372"/>
              <a:gd name="connsiteX0-89" fmla="*/ 885963 w 4216134"/>
              <a:gd name="connsiteY0-90" fmla="*/ 2007958 h 2125372"/>
              <a:gd name="connsiteX1-91" fmla="*/ 0 w 4216134"/>
              <a:gd name="connsiteY1-92" fmla="*/ 1481625 h 2125372"/>
              <a:gd name="connsiteX2-93" fmla="*/ 1576110 w 4216134"/>
              <a:gd name="connsiteY2-94" fmla="*/ 24177 h 2125372"/>
              <a:gd name="connsiteX3-95" fmla="*/ 1736864 w 4216134"/>
              <a:gd name="connsiteY3-96" fmla="*/ 0 h 2125372"/>
              <a:gd name="connsiteX4-97" fmla="*/ 885963 w 4216134"/>
              <a:gd name="connsiteY4-98" fmla="*/ 2007958 h 2125372"/>
              <a:gd name="connsiteX5-99" fmla="*/ 4216134 w 4216134"/>
              <a:gd name="connsiteY5-100" fmla="*/ 2124236 h 2125372"/>
              <a:gd name="connsiteX6-101" fmla="*/ 4216093 w 4216134"/>
              <a:gd name="connsiteY6-102" fmla="*/ 2125372 h 2125372"/>
              <a:gd name="connsiteX0-103" fmla="*/ 885963 w 1736864"/>
              <a:gd name="connsiteY0-104" fmla="*/ 2007958 h 2007958"/>
              <a:gd name="connsiteX1-105" fmla="*/ 0 w 1736864"/>
              <a:gd name="connsiteY1-106" fmla="*/ 1481625 h 2007958"/>
              <a:gd name="connsiteX2-107" fmla="*/ 1576110 w 1736864"/>
              <a:gd name="connsiteY2-108" fmla="*/ 24177 h 2007958"/>
              <a:gd name="connsiteX3-109" fmla="*/ 1736864 w 1736864"/>
              <a:gd name="connsiteY3-110" fmla="*/ 0 h 2007958"/>
              <a:gd name="connsiteX4-111" fmla="*/ 885963 w 1736864"/>
              <a:gd name="connsiteY4-112" fmla="*/ 2007958 h 2007958"/>
              <a:gd name="connsiteX0-113" fmla="*/ 0 w 1736864"/>
              <a:gd name="connsiteY0-114" fmla="*/ 1481625 h 2099398"/>
              <a:gd name="connsiteX1-115" fmla="*/ 1576110 w 1736864"/>
              <a:gd name="connsiteY1-116" fmla="*/ 24177 h 2099398"/>
              <a:gd name="connsiteX2-117" fmla="*/ 1736864 w 1736864"/>
              <a:gd name="connsiteY2-118" fmla="*/ 0 h 2099398"/>
              <a:gd name="connsiteX3-119" fmla="*/ 977403 w 1736864"/>
              <a:gd name="connsiteY3-120" fmla="*/ 2099398 h 2099398"/>
              <a:gd name="connsiteX0-121" fmla="*/ 0 w 1736864"/>
              <a:gd name="connsiteY0-122" fmla="*/ 1481625 h 1481625"/>
              <a:gd name="connsiteX1-123" fmla="*/ 1576110 w 1736864"/>
              <a:gd name="connsiteY1-124" fmla="*/ 24177 h 1481625"/>
              <a:gd name="connsiteX2-125" fmla="*/ 1736864 w 1736864"/>
              <a:gd name="connsiteY2-126" fmla="*/ 0 h 1481625"/>
            </a:gdLst>
            <a:ahLst/>
            <a:cxnLst>
              <a:cxn ang="0">
                <a:pos x="connsiteX0-1" y="connsiteY0-2"/>
              </a:cxn>
              <a:cxn ang="0">
                <a:pos x="connsiteX1-3" y="connsiteY1-4"/>
              </a:cxn>
              <a:cxn ang="0">
                <a:pos x="connsiteX2-5" y="connsiteY2-6"/>
              </a:cxn>
            </a:cxnLst>
            <a:rect l="l" t="t" r="r" b="b"/>
            <a:pathLst>
              <a:path w="1736864" h="1481625">
                <a:moveTo>
                  <a:pt x="0" y="1481625"/>
                </a:moveTo>
                <a:cubicBezTo>
                  <a:pt x="231589" y="742961"/>
                  <a:pt x="837233" y="193516"/>
                  <a:pt x="1576110" y="24177"/>
                </a:cubicBezTo>
                <a:lnTo>
                  <a:pt x="1736864" y="0"/>
                </a:lnTo>
              </a:path>
            </a:pathLst>
          </a:custGeom>
          <a:noFill/>
          <a:ln>
            <a:gradFill flip="none" rotWithShape="1">
              <a:gsLst>
                <a:gs pos="0">
                  <a:schemeClr val="accent1">
                    <a:lumMod val="40000"/>
                    <a:lumOff val="60000"/>
                    <a:alpha val="60000"/>
                  </a:schemeClr>
                </a:gs>
                <a:gs pos="100000">
                  <a:schemeClr val="accent1">
                    <a:lumMod val="40000"/>
                    <a:lumOff val="60000"/>
                    <a:alpha val="20000"/>
                  </a:schemeClr>
                </a:gs>
              </a:gsLst>
              <a:lin ang="27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1" name="椭圆 10"/>
          <p:cNvSpPr>
            <a:spLocks noChangeAspect="1"/>
          </p:cNvSpPr>
          <p:nvPr userDrawn="1">
            <p:custDataLst>
              <p:tags r:id="rId6"/>
            </p:custDataLst>
          </p:nvPr>
        </p:nvSpPr>
        <p:spPr>
          <a:xfrm rot="16200000">
            <a:off x="11716140" y="1332452"/>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8" name="任意多边形: 形状 17"/>
          <p:cNvSpPr>
            <a:spLocks noChangeAspect="1"/>
          </p:cNvSpPr>
          <p:nvPr userDrawn="1">
            <p:custDataLst>
              <p:tags r:id="rId7"/>
            </p:custDataLst>
          </p:nvPr>
        </p:nvSpPr>
        <p:spPr>
          <a:xfrm rot="16200000">
            <a:off x="10791949" y="-474418"/>
            <a:ext cx="916108" cy="1883994"/>
          </a:xfrm>
          <a:custGeom>
            <a:avLst/>
            <a:gdLst>
              <a:gd name="connsiteX0" fmla="*/ 916108 w 916108"/>
              <a:gd name="connsiteY0" fmla="*/ 0 h 1883994"/>
              <a:gd name="connsiteX1" fmla="*/ 916108 w 916108"/>
              <a:gd name="connsiteY1" fmla="*/ 1883994 h 1883994"/>
              <a:gd name="connsiteX2" fmla="*/ 212597 w 916108"/>
              <a:gd name="connsiteY2" fmla="*/ 1883994 h 1883994"/>
              <a:gd name="connsiteX3" fmla="*/ 211412 w 916108"/>
              <a:gd name="connsiteY3" fmla="*/ 1882408 h 1883994"/>
              <a:gd name="connsiteX4" fmla="*/ 0 w 916108"/>
              <a:gd name="connsiteY4" fmla="*/ 1190294 h 1883994"/>
              <a:gd name="connsiteX5" fmla="*/ 756045 w 916108"/>
              <a:gd name="connsiteY5" fmla="*/ 49686 h 1883994"/>
              <a:gd name="connsiteX0-1" fmla="*/ 916108 w 916108"/>
              <a:gd name="connsiteY0-2" fmla="*/ 0 h 1909394"/>
              <a:gd name="connsiteX1-3" fmla="*/ 916108 w 916108"/>
              <a:gd name="connsiteY1-4" fmla="*/ 1883994 h 1909394"/>
              <a:gd name="connsiteX2-5" fmla="*/ 547808 w 916108"/>
              <a:gd name="connsiteY2-6" fmla="*/ 1909394 h 1909394"/>
              <a:gd name="connsiteX3-7" fmla="*/ 212597 w 916108"/>
              <a:gd name="connsiteY3-8" fmla="*/ 1883994 h 1909394"/>
              <a:gd name="connsiteX4-9" fmla="*/ 211412 w 916108"/>
              <a:gd name="connsiteY4-10" fmla="*/ 1882408 h 1909394"/>
              <a:gd name="connsiteX5-11" fmla="*/ 0 w 916108"/>
              <a:gd name="connsiteY5-12" fmla="*/ 1190294 h 1909394"/>
              <a:gd name="connsiteX6" fmla="*/ 756045 w 916108"/>
              <a:gd name="connsiteY6" fmla="*/ 49686 h 1909394"/>
              <a:gd name="connsiteX7" fmla="*/ 916108 w 916108"/>
              <a:gd name="connsiteY7" fmla="*/ 0 h 1909394"/>
              <a:gd name="connsiteX0-13" fmla="*/ 547808 w 916108"/>
              <a:gd name="connsiteY0-14" fmla="*/ 1909394 h 2000834"/>
              <a:gd name="connsiteX1-15" fmla="*/ 212597 w 916108"/>
              <a:gd name="connsiteY1-16" fmla="*/ 1883994 h 2000834"/>
              <a:gd name="connsiteX2-17" fmla="*/ 211412 w 916108"/>
              <a:gd name="connsiteY2-18" fmla="*/ 1882408 h 2000834"/>
              <a:gd name="connsiteX3-19" fmla="*/ 0 w 916108"/>
              <a:gd name="connsiteY3-20" fmla="*/ 1190294 h 2000834"/>
              <a:gd name="connsiteX4-21" fmla="*/ 756045 w 916108"/>
              <a:gd name="connsiteY4-22" fmla="*/ 49686 h 2000834"/>
              <a:gd name="connsiteX5-23" fmla="*/ 916108 w 916108"/>
              <a:gd name="connsiteY5-24" fmla="*/ 0 h 2000834"/>
              <a:gd name="connsiteX6-25" fmla="*/ 916108 w 916108"/>
              <a:gd name="connsiteY6-26" fmla="*/ 1883994 h 2000834"/>
              <a:gd name="connsiteX7-27" fmla="*/ 639248 w 916108"/>
              <a:gd name="connsiteY7-28" fmla="*/ 2000834 h 2000834"/>
              <a:gd name="connsiteX0-29" fmla="*/ 547808 w 916108"/>
              <a:gd name="connsiteY0-30" fmla="*/ 1909394 h 1909394"/>
              <a:gd name="connsiteX1-31" fmla="*/ 212597 w 916108"/>
              <a:gd name="connsiteY1-32" fmla="*/ 1883994 h 1909394"/>
              <a:gd name="connsiteX2-33" fmla="*/ 211412 w 916108"/>
              <a:gd name="connsiteY2-34" fmla="*/ 1882408 h 1909394"/>
              <a:gd name="connsiteX3-35" fmla="*/ 0 w 916108"/>
              <a:gd name="connsiteY3-36" fmla="*/ 1190294 h 1909394"/>
              <a:gd name="connsiteX4-37" fmla="*/ 756045 w 916108"/>
              <a:gd name="connsiteY4-38" fmla="*/ 49686 h 1909394"/>
              <a:gd name="connsiteX5-39" fmla="*/ 916108 w 916108"/>
              <a:gd name="connsiteY5-40" fmla="*/ 0 h 1909394"/>
              <a:gd name="connsiteX6-41" fmla="*/ 916108 w 916108"/>
              <a:gd name="connsiteY6-42" fmla="*/ 1883994 h 1909394"/>
              <a:gd name="connsiteX0-43" fmla="*/ 547808 w 916108"/>
              <a:gd name="connsiteY0-44" fmla="*/ 1909394 h 1909394"/>
              <a:gd name="connsiteX1-45" fmla="*/ 212597 w 916108"/>
              <a:gd name="connsiteY1-46" fmla="*/ 1883994 h 1909394"/>
              <a:gd name="connsiteX2-47" fmla="*/ 211412 w 916108"/>
              <a:gd name="connsiteY2-48" fmla="*/ 1882408 h 1909394"/>
              <a:gd name="connsiteX3-49" fmla="*/ 0 w 916108"/>
              <a:gd name="connsiteY3-50" fmla="*/ 1190294 h 1909394"/>
              <a:gd name="connsiteX4-51" fmla="*/ 756045 w 916108"/>
              <a:gd name="connsiteY4-52" fmla="*/ 49686 h 1909394"/>
              <a:gd name="connsiteX5-53" fmla="*/ 916108 w 916108"/>
              <a:gd name="connsiteY5-54" fmla="*/ 0 h 1909394"/>
              <a:gd name="connsiteX0-55" fmla="*/ 212597 w 916108"/>
              <a:gd name="connsiteY0-56" fmla="*/ 1883994 h 1883994"/>
              <a:gd name="connsiteX1-57" fmla="*/ 211412 w 916108"/>
              <a:gd name="connsiteY1-58" fmla="*/ 1882408 h 1883994"/>
              <a:gd name="connsiteX2-59" fmla="*/ 0 w 916108"/>
              <a:gd name="connsiteY2-60" fmla="*/ 1190294 h 1883994"/>
              <a:gd name="connsiteX3-61" fmla="*/ 756045 w 916108"/>
              <a:gd name="connsiteY3-62" fmla="*/ 49686 h 1883994"/>
              <a:gd name="connsiteX4-63" fmla="*/ 916108 w 916108"/>
              <a:gd name="connsiteY4-64" fmla="*/ 0 h 188399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6108" h="1883994">
                <a:moveTo>
                  <a:pt x="212597" y="1883994"/>
                </a:moveTo>
                <a:lnTo>
                  <a:pt x="211412" y="1882408"/>
                </a:lnTo>
                <a:cubicBezTo>
                  <a:pt x="77937" y="1684840"/>
                  <a:pt x="0" y="1446669"/>
                  <a:pt x="0" y="1190294"/>
                </a:cubicBezTo>
                <a:cubicBezTo>
                  <a:pt x="0" y="677544"/>
                  <a:pt x="311749" y="237608"/>
                  <a:pt x="756045" y="49686"/>
                </a:cubicBezTo>
                <a:lnTo>
                  <a:pt x="916108" y="0"/>
                </a:lnTo>
              </a:path>
            </a:pathLst>
          </a:custGeom>
          <a:noFill/>
          <a:ln w="19050">
            <a:solidFill>
              <a:schemeClr val="accent1">
                <a:lumMod val="40000"/>
                <a:lumOff val="60000"/>
                <a:alpha val="42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useBgFill="1">
        <p:nvSpPr>
          <p:cNvPr id="13" name="椭圆 12"/>
          <p:cNvSpPr>
            <a:spLocks noChangeAspect="1"/>
          </p:cNvSpPr>
          <p:nvPr userDrawn="1">
            <p:custDataLst>
              <p:tags r:id="rId8"/>
            </p:custDataLst>
          </p:nvPr>
        </p:nvSpPr>
        <p:spPr>
          <a:xfrm rot="16200000">
            <a:off x="9597937" y="720000"/>
            <a:ext cx="100000" cy="100000"/>
          </a:xfrm>
          <a:prstGeom prst="ellipse">
            <a:avLst/>
          </a:prstGeom>
          <a:ln w="19050">
            <a:gradFill>
              <a:gsLst>
                <a:gs pos="0">
                  <a:schemeClr val="accent1">
                    <a:lumMod val="40000"/>
                    <a:lumOff val="60000"/>
                    <a:alpha val="10000"/>
                  </a:schemeClr>
                </a:gs>
                <a:gs pos="100000">
                  <a:schemeClr val="accent1">
                    <a:lumMod val="40000"/>
                    <a:lumOff val="60000"/>
                    <a:alpha val="85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2" name="标题 11"/>
          <p:cNvSpPr>
            <a:spLocks noGrp="1"/>
          </p:cNvSpPr>
          <p:nvPr>
            <p:ph type="ctrTitle" idx="16385" hasCustomPrompt="1"/>
            <p:custDataLst>
              <p:tags r:id="rId9"/>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14" name="装饰  3"/>
          <p:cNvSpPr>
            <a:spLocks noGrp="1"/>
          </p:cNvSpPr>
          <p:nvPr>
            <p:ph type="body" idx="16392" hasCustomPrompt="1"/>
            <p:custDataLst>
              <p:tags r:id="rId10"/>
            </p:custDataLst>
          </p:nvPr>
        </p:nvSpPr>
        <p:spPr>
          <a:xfrm>
            <a:off x="609600" y="1524000"/>
            <a:ext cx="10972800" cy="1473200"/>
          </a:xfrm>
          <a:custGeom>
            <a:avLst/>
            <a:gdLst>
              <a:gd name="connisteX0" fmla="*/ 0 w 10972800"/>
              <a:gd name="connsiteY0" fmla="*/ 203200 h 1473200"/>
              <a:gd name="connisteX1" fmla="*/ 203200 w 10972800"/>
              <a:gd name="connsiteY1" fmla="*/ 0 h 1473200"/>
              <a:gd name="connisteX2" fmla="*/ 10769600 w 10972800"/>
              <a:gd name="connsiteY2" fmla="*/ 0 h 1473200"/>
              <a:gd name="connisteX3" fmla="*/ 10972800 w 10972800"/>
              <a:gd name="connsiteY3" fmla="*/ 203200 h 1473200"/>
              <a:gd name="connisteX4" fmla="*/ 10972800 w 10972800"/>
              <a:gd name="connsiteY4" fmla="*/ 1270000 h 1473200"/>
              <a:gd name="connisteX5" fmla="*/ 10769600 w 10972800"/>
              <a:gd name="connsiteY5" fmla="*/ 1473200 h 1473200"/>
              <a:gd name="connisteX6" fmla="*/ 203200 w 10972800"/>
              <a:gd name="connsiteY6" fmla="*/ 1473200 h 1473200"/>
              <a:gd name="connisteX7" fmla="*/ 0 w 10972800"/>
              <a:gd name="connsiteY7" fmla="*/ 1270000 h 1473200"/>
              <a:gd name="connisteX8" fmla="*/ 0 w 10972800"/>
              <a:gd name="connsiteY8" fmla="*/ 203200 h 1473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1473200">
                <a:moveTo>
                  <a:pt x="0" y="203200"/>
                </a:moveTo>
                <a:cubicBezTo>
                  <a:pt x="0" y="90976"/>
                  <a:pt x="90976" y="0"/>
                  <a:pt x="203200" y="0"/>
                </a:cubicBezTo>
                <a:lnTo>
                  <a:pt x="10769600" y="0"/>
                </a:lnTo>
                <a:cubicBezTo>
                  <a:pt x="10881824" y="0"/>
                  <a:pt x="10972800" y="90976"/>
                  <a:pt x="10972800" y="203200"/>
                </a:cubicBezTo>
                <a:lnTo>
                  <a:pt x="10972800" y="1270000"/>
                </a:lnTo>
                <a:cubicBezTo>
                  <a:pt x="10972800" y="1382224"/>
                  <a:pt x="10881824" y="1473200"/>
                  <a:pt x="10769600" y="1473200"/>
                </a:cubicBezTo>
                <a:lnTo>
                  <a:pt x="203200" y="1473200"/>
                </a:lnTo>
                <a:cubicBezTo>
                  <a:pt x="90976" y="1473200"/>
                  <a:pt x="0" y="1382224"/>
                  <a:pt x="0" y="12700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6" name="图片占位符 15"/>
          <p:cNvSpPr>
            <a:spLocks noGrp="1"/>
          </p:cNvSpPr>
          <p:nvPr>
            <p:ph type="pic" idx="16393" hasCustomPrompt="1"/>
            <p:custDataLst>
              <p:tags r:id="rId11"/>
            </p:custDataLst>
          </p:nvPr>
        </p:nvSpPr>
        <p:spPr>
          <a:xfrm>
            <a:off x="914400" y="18034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7" name="文本占位符 16"/>
          <p:cNvSpPr>
            <a:spLocks noGrp="1"/>
          </p:cNvSpPr>
          <p:nvPr>
            <p:ph type="body" idx="16386" hasCustomPrompt="1"/>
            <p:custDataLst>
              <p:tags r:id="rId12"/>
            </p:custDataLst>
          </p:nvPr>
        </p:nvSpPr>
        <p:spPr>
          <a:xfrm>
            <a:off x="2082800" y="1854200"/>
            <a:ext cx="9194800" cy="406400"/>
          </a:xfrm>
          <a:noFill/>
        </p:spPr>
        <p:txBody>
          <a:bodyPr lIns="0" tIns="0" rIns="0" bIns="0" anchor="ctr">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9" name="文本占位符 18"/>
          <p:cNvSpPr>
            <a:spLocks noGrp="1"/>
          </p:cNvSpPr>
          <p:nvPr>
            <p:ph type="body" idx="16387" hasCustomPrompt="1"/>
            <p:custDataLst>
              <p:tags r:id="rId13"/>
            </p:custDataLst>
          </p:nvPr>
        </p:nvSpPr>
        <p:spPr>
          <a:xfrm>
            <a:off x="2082800" y="2362200"/>
            <a:ext cx="9194800" cy="304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0" name="装饰  9"/>
          <p:cNvSpPr>
            <a:spLocks noGrp="1"/>
          </p:cNvSpPr>
          <p:nvPr>
            <p:ph type="body" idx="16394" hasCustomPrompt="1"/>
            <p:custDataLst>
              <p:tags r:id="rId14"/>
            </p:custDataLst>
          </p:nvPr>
        </p:nvSpPr>
        <p:spPr>
          <a:xfrm>
            <a:off x="609600" y="3149600"/>
            <a:ext cx="10972800" cy="1473200"/>
          </a:xfrm>
          <a:custGeom>
            <a:avLst/>
            <a:gdLst>
              <a:gd name="connisteX0" fmla="*/ 0 w 10972800"/>
              <a:gd name="connsiteY0" fmla="*/ 203200 h 1473200"/>
              <a:gd name="connisteX1" fmla="*/ 203200 w 10972800"/>
              <a:gd name="connsiteY1" fmla="*/ 0 h 1473200"/>
              <a:gd name="connisteX2" fmla="*/ 10769600 w 10972800"/>
              <a:gd name="connsiteY2" fmla="*/ 0 h 1473200"/>
              <a:gd name="connisteX3" fmla="*/ 10972800 w 10972800"/>
              <a:gd name="connsiteY3" fmla="*/ 203200 h 1473200"/>
              <a:gd name="connisteX4" fmla="*/ 10972800 w 10972800"/>
              <a:gd name="connsiteY4" fmla="*/ 1270000 h 1473200"/>
              <a:gd name="connisteX5" fmla="*/ 10769600 w 10972800"/>
              <a:gd name="connsiteY5" fmla="*/ 1473200 h 1473200"/>
              <a:gd name="connisteX6" fmla="*/ 203200 w 10972800"/>
              <a:gd name="connsiteY6" fmla="*/ 1473200 h 1473200"/>
              <a:gd name="connisteX7" fmla="*/ 0 w 10972800"/>
              <a:gd name="connsiteY7" fmla="*/ 1270000 h 1473200"/>
              <a:gd name="connisteX8" fmla="*/ 0 w 10972800"/>
              <a:gd name="connsiteY8" fmla="*/ 203200 h 1473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1473200">
                <a:moveTo>
                  <a:pt x="0" y="203200"/>
                </a:moveTo>
                <a:cubicBezTo>
                  <a:pt x="0" y="90976"/>
                  <a:pt x="90976" y="0"/>
                  <a:pt x="203200" y="0"/>
                </a:cubicBezTo>
                <a:lnTo>
                  <a:pt x="10769600" y="0"/>
                </a:lnTo>
                <a:cubicBezTo>
                  <a:pt x="10881824" y="0"/>
                  <a:pt x="10972800" y="90976"/>
                  <a:pt x="10972800" y="203200"/>
                </a:cubicBezTo>
                <a:lnTo>
                  <a:pt x="10972800" y="1270000"/>
                </a:lnTo>
                <a:cubicBezTo>
                  <a:pt x="10972800" y="1382224"/>
                  <a:pt x="10881824" y="1473200"/>
                  <a:pt x="10769600" y="1473200"/>
                </a:cubicBezTo>
                <a:lnTo>
                  <a:pt x="203200" y="1473200"/>
                </a:lnTo>
                <a:cubicBezTo>
                  <a:pt x="90976" y="1473200"/>
                  <a:pt x="0" y="1382224"/>
                  <a:pt x="0" y="12700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1" name="图片占位符 20"/>
          <p:cNvSpPr>
            <a:spLocks noGrp="1"/>
          </p:cNvSpPr>
          <p:nvPr>
            <p:ph type="pic" idx="16395" hasCustomPrompt="1"/>
            <p:custDataLst>
              <p:tags r:id="rId15"/>
            </p:custDataLst>
          </p:nvPr>
        </p:nvSpPr>
        <p:spPr>
          <a:xfrm>
            <a:off x="914400" y="34290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3" name="文本占位符 22"/>
          <p:cNvSpPr>
            <a:spLocks noGrp="1"/>
          </p:cNvSpPr>
          <p:nvPr>
            <p:ph type="body" idx="16388" hasCustomPrompt="1"/>
            <p:custDataLst>
              <p:tags r:id="rId16"/>
            </p:custDataLst>
          </p:nvPr>
        </p:nvSpPr>
        <p:spPr>
          <a:xfrm>
            <a:off x="2082800" y="3479800"/>
            <a:ext cx="9194800" cy="406400"/>
          </a:xfrm>
          <a:noFill/>
        </p:spPr>
        <p:txBody>
          <a:bodyPr lIns="0" tIns="0" rIns="0" bIns="0" anchor="ctr">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4" name="文本占位符 23"/>
          <p:cNvSpPr>
            <a:spLocks noGrp="1"/>
          </p:cNvSpPr>
          <p:nvPr>
            <p:ph type="body" idx="16389" hasCustomPrompt="1"/>
            <p:custDataLst>
              <p:tags r:id="rId17"/>
            </p:custDataLst>
          </p:nvPr>
        </p:nvSpPr>
        <p:spPr>
          <a:xfrm>
            <a:off x="2082800" y="3987800"/>
            <a:ext cx="9194800" cy="304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5" name="装饰  4"/>
          <p:cNvSpPr>
            <a:spLocks noGrp="1"/>
          </p:cNvSpPr>
          <p:nvPr>
            <p:ph type="body" idx="16396" hasCustomPrompt="1"/>
            <p:custDataLst>
              <p:tags r:id="rId18"/>
            </p:custDataLst>
          </p:nvPr>
        </p:nvSpPr>
        <p:spPr>
          <a:xfrm>
            <a:off x="609600" y="4775200"/>
            <a:ext cx="10972800" cy="1473200"/>
          </a:xfrm>
          <a:custGeom>
            <a:avLst/>
            <a:gdLst>
              <a:gd name="connisteX0" fmla="*/ 0 w 10972800"/>
              <a:gd name="connsiteY0" fmla="*/ 203200 h 1473200"/>
              <a:gd name="connisteX1" fmla="*/ 203200 w 10972800"/>
              <a:gd name="connsiteY1" fmla="*/ 0 h 1473200"/>
              <a:gd name="connisteX2" fmla="*/ 10769600 w 10972800"/>
              <a:gd name="connsiteY2" fmla="*/ 0 h 1473200"/>
              <a:gd name="connisteX3" fmla="*/ 10972800 w 10972800"/>
              <a:gd name="connsiteY3" fmla="*/ 203200 h 1473200"/>
              <a:gd name="connisteX4" fmla="*/ 10972800 w 10972800"/>
              <a:gd name="connsiteY4" fmla="*/ 1270000 h 1473200"/>
              <a:gd name="connisteX5" fmla="*/ 10769600 w 10972800"/>
              <a:gd name="connsiteY5" fmla="*/ 1473200 h 1473200"/>
              <a:gd name="connisteX6" fmla="*/ 203200 w 10972800"/>
              <a:gd name="connsiteY6" fmla="*/ 1473200 h 1473200"/>
              <a:gd name="connisteX7" fmla="*/ 0 w 10972800"/>
              <a:gd name="connsiteY7" fmla="*/ 1270000 h 1473200"/>
              <a:gd name="connisteX8" fmla="*/ 0 w 10972800"/>
              <a:gd name="connsiteY8" fmla="*/ 203200 h 1473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1473200">
                <a:moveTo>
                  <a:pt x="0" y="203200"/>
                </a:moveTo>
                <a:cubicBezTo>
                  <a:pt x="0" y="90976"/>
                  <a:pt x="90976" y="0"/>
                  <a:pt x="203200" y="0"/>
                </a:cubicBezTo>
                <a:lnTo>
                  <a:pt x="10769600" y="0"/>
                </a:lnTo>
                <a:cubicBezTo>
                  <a:pt x="10881824" y="0"/>
                  <a:pt x="10972800" y="90976"/>
                  <a:pt x="10972800" y="203200"/>
                </a:cubicBezTo>
                <a:lnTo>
                  <a:pt x="10972800" y="1270000"/>
                </a:lnTo>
                <a:cubicBezTo>
                  <a:pt x="10972800" y="1382224"/>
                  <a:pt x="10881824" y="1473200"/>
                  <a:pt x="10769600" y="1473200"/>
                </a:cubicBezTo>
                <a:lnTo>
                  <a:pt x="203200" y="1473200"/>
                </a:lnTo>
                <a:cubicBezTo>
                  <a:pt x="90976" y="1473200"/>
                  <a:pt x="0" y="1382224"/>
                  <a:pt x="0" y="12700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6" name="图片占位符 25"/>
          <p:cNvSpPr>
            <a:spLocks noGrp="1"/>
          </p:cNvSpPr>
          <p:nvPr>
            <p:ph type="pic" idx="16397" hasCustomPrompt="1"/>
            <p:custDataLst>
              <p:tags r:id="rId19"/>
            </p:custDataLst>
          </p:nvPr>
        </p:nvSpPr>
        <p:spPr>
          <a:xfrm>
            <a:off x="914400" y="50546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7" name="文本占位符 26"/>
          <p:cNvSpPr>
            <a:spLocks noGrp="1"/>
          </p:cNvSpPr>
          <p:nvPr>
            <p:ph type="body" idx="16390" hasCustomPrompt="1"/>
            <p:custDataLst>
              <p:tags r:id="rId20"/>
            </p:custDataLst>
          </p:nvPr>
        </p:nvSpPr>
        <p:spPr>
          <a:xfrm>
            <a:off x="2082800" y="5105400"/>
            <a:ext cx="9194800" cy="406400"/>
          </a:xfrm>
          <a:noFill/>
        </p:spPr>
        <p:txBody>
          <a:bodyPr lIns="0" tIns="0" rIns="0" bIns="0" anchor="ctr">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8" name="文本占位符 27"/>
          <p:cNvSpPr>
            <a:spLocks noGrp="1"/>
          </p:cNvSpPr>
          <p:nvPr>
            <p:ph type="body" idx="16391" hasCustomPrompt="1"/>
            <p:custDataLst>
              <p:tags r:id="rId21"/>
            </p:custDataLst>
          </p:nvPr>
        </p:nvSpPr>
        <p:spPr>
          <a:xfrm>
            <a:off x="2082800" y="5613400"/>
            <a:ext cx="9194800" cy="304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结束页_1_3">
    <p:bg>
      <p:bgRef idx="1001">
        <a:schemeClr val="bg1"/>
      </p:bgRef>
    </p:bg>
    <p:spTree>
      <p:nvGrpSpPr>
        <p:cNvPr id="1" name=""/>
        <p:cNvGrpSpPr/>
        <p:nvPr/>
      </p:nvGrpSpPr>
      <p:grpSpPr>
        <a:xfrm>
          <a:off x="0" y="0"/>
          <a:ext cx="0" cy="0"/>
          <a:chOff x="0" y="0"/>
          <a:chExt cx="0" cy="0"/>
        </a:xfrm>
      </p:grpSpPr>
      <p:sp>
        <p:nvSpPr>
          <p:cNvPr id="8" name="日期占位符 3"/>
          <p:cNvSpPr>
            <a:spLocks noGrp="1"/>
          </p:cNvSpPr>
          <p:nvPr>
            <p:ph type="dt" sz="half" idx="16385"/>
            <p:custDataLst>
              <p:tags r:id="rId1"/>
            </p:custDataLst>
          </p:nvPr>
        </p:nvSpPr>
        <p:spPr/>
        <p:txBody>
          <a:bodyPr wrap="square">
            <a:normAutofit/>
          </a:bodyPr>
          <a:lstStyle/>
          <a:p>
            <a:fld id="{5592522B-0F24-4480-B9DD-A9474A6880D6}" type="datetimeFigureOut">
              <a:rPr lang="zh-CN" altLang="en-US" smtClean="0"/>
              <a:t>2025/7/4</a:t>
            </a:fld>
            <a:endParaRPr lang="zh-CN" altLang="en-US"/>
          </a:p>
        </p:txBody>
      </p:sp>
      <p:sp>
        <p:nvSpPr>
          <p:cNvPr id="9" name="页脚占位符 4"/>
          <p:cNvSpPr>
            <a:spLocks noGrp="1"/>
          </p:cNvSpPr>
          <p:nvPr>
            <p:ph type="ftr" sz="quarter" idx="16386"/>
            <p:custDataLst>
              <p:tags r:id="rId2"/>
            </p:custDataLst>
          </p:nvPr>
        </p:nvSpPr>
        <p:spPr/>
        <p:txBody>
          <a:bodyPr/>
          <a:lstStyle/>
          <a:p>
            <a:endParaRPr lang="zh-CN" altLang="en-US"/>
          </a:p>
        </p:txBody>
      </p:sp>
      <p:sp>
        <p:nvSpPr>
          <p:cNvPr id="10" name="灯片编号占位符 5"/>
          <p:cNvSpPr>
            <a:spLocks noGrp="1"/>
          </p:cNvSpPr>
          <p:nvPr>
            <p:ph type="sldNum" sz="quarter" idx="16387"/>
            <p:custDataLst>
              <p:tags r:id="rId3"/>
            </p:custDataLst>
          </p:nvPr>
        </p:nvSpPr>
        <p:spPr>
          <a:xfrm>
            <a:off x="8610600" y="6356350"/>
            <a:ext cx="2743200" cy="365125"/>
          </a:xfrm>
        </p:spPr>
        <p:txBody>
          <a:bodyPr wrap="square">
            <a:normAutofit/>
          </a:bodyPr>
          <a:lstStyle/>
          <a:p>
            <a:fld id="{BE5F26B5-172A-4DC2-B0B7-181CFC56B87C}" type="slidenum">
              <a:rPr lang="zh-CN" altLang="en-US" smtClean="0"/>
              <a:t>‹#›</a:t>
            </a:fld>
            <a:endParaRPr lang="zh-CN" altLang="en-US"/>
          </a:p>
        </p:txBody>
      </p:sp>
      <p:sp>
        <p:nvSpPr>
          <p:cNvPr id="12" name="弧形 11"/>
          <p:cNvSpPr>
            <a:spLocks noChangeAspect="1"/>
          </p:cNvSpPr>
          <p:nvPr userDrawn="1">
            <p:custDataLst>
              <p:tags r:id="rId4"/>
            </p:custDataLst>
          </p:nvPr>
        </p:nvSpPr>
        <p:spPr>
          <a:xfrm rot="16200000">
            <a:off x="6948696" y="1197000"/>
            <a:ext cx="4464000" cy="4464000"/>
          </a:xfrm>
          <a:prstGeom prst="arc">
            <a:avLst>
              <a:gd name="adj1" fmla="val 6911636"/>
              <a:gd name="adj2" fmla="val 13883405"/>
            </a:avLst>
          </a:prstGeom>
          <a:noFill/>
          <a:ln>
            <a:gradFill flip="none" rotWithShape="1">
              <a:gsLst>
                <a:gs pos="0">
                  <a:schemeClr val="accent1">
                    <a:lumMod val="70000"/>
                    <a:lumOff val="30000"/>
                    <a:alpha val="6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3" name="椭圆 12"/>
          <p:cNvSpPr>
            <a:spLocks noChangeAspect="1"/>
          </p:cNvSpPr>
          <p:nvPr userDrawn="1">
            <p:custDataLst>
              <p:tags r:id="rId5"/>
            </p:custDataLst>
          </p:nvPr>
        </p:nvSpPr>
        <p:spPr>
          <a:xfrm rot="16200000">
            <a:off x="9901127" y="5447746"/>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5" name="椭圆 14"/>
          <p:cNvSpPr>
            <a:spLocks noChangeAspect="1"/>
          </p:cNvSpPr>
          <p:nvPr userDrawn="1">
            <p:custDataLst>
              <p:tags r:id="rId6"/>
            </p:custDataLst>
          </p:nvPr>
        </p:nvSpPr>
        <p:spPr>
          <a:xfrm rot="16200000">
            <a:off x="7398696" y="1647000"/>
            <a:ext cx="3564000" cy="3564000"/>
          </a:xfrm>
          <a:prstGeom prst="ellipse">
            <a:avLst/>
          </a:prstGeom>
          <a:noFill/>
          <a:ln w="19050">
            <a:solidFill>
              <a:schemeClr val="accent1">
                <a:lumMod val="40000"/>
                <a:lumOff val="60000"/>
                <a:alpha val="7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弧形 15"/>
          <p:cNvSpPr>
            <a:spLocks noChangeAspect="1"/>
          </p:cNvSpPr>
          <p:nvPr userDrawn="1">
            <p:custDataLst>
              <p:tags r:id="rId7"/>
            </p:custDataLst>
          </p:nvPr>
        </p:nvSpPr>
        <p:spPr>
          <a:xfrm rot="16200000">
            <a:off x="6588696" y="837000"/>
            <a:ext cx="5184000" cy="5184000"/>
          </a:xfrm>
          <a:prstGeom prst="arc">
            <a:avLst>
              <a:gd name="adj1" fmla="val 11844446"/>
              <a:gd name="adj2" fmla="val 2553147"/>
            </a:avLst>
          </a:prstGeom>
          <a:noFill/>
          <a:ln>
            <a:gradFill flip="none" rotWithShape="1">
              <a:gsLst>
                <a:gs pos="0">
                  <a:schemeClr val="accent1">
                    <a:lumMod val="70000"/>
                    <a:lumOff val="30000"/>
                    <a:alpha val="7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7" name="椭圆 16"/>
          <p:cNvSpPr>
            <a:spLocks noChangeAspect="1"/>
          </p:cNvSpPr>
          <p:nvPr userDrawn="1">
            <p:custDataLst>
              <p:tags r:id="rId8"/>
            </p:custDataLst>
          </p:nvPr>
        </p:nvSpPr>
        <p:spPr>
          <a:xfrm rot="16200000">
            <a:off x="7261348" y="1544325"/>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7" name="副标题 2"/>
          <p:cNvSpPr>
            <a:spLocks noGrp="1"/>
          </p:cNvSpPr>
          <p:nvPr>
            <p:ph type="body" idx="16389" hasCustomPrompt="1"/>
            <p:custDataLst>
              <p:tags r:id="rId9"/>
            </p:custDataLst>
          </p:nvPr>
        </p:nvSpPr>
        <p:spPr>
          <a:xfrm>
            <a:off x="1016000" y="2667000"/>
            <a:ext cx="5449358" cy="457200"/>
          </a:xfrm>
        </p:spPr>
        <p:txBody>
          <a:bodyPr vert="horz" wrap="square" lIns="0" tIns="0" rIns="0" bIns="0" anchor="t">
            <a:normAutofit/>
          </a:bodyPr>
          <a:lstStyle>
            <a:lvl1pPr marL="0" indent="0" algn="l">
              <a:lnSpc>
                <a:spcPct val="125000"/>
              </a:lnSpc>
              <a:spcBef>
                <a:spcPct val="0"/>
              </a:spcBef>
              <a:spcAft>
                <a:spcPct val="0"/>
              </a:spcAft>
              <a:buNone/>
              <a:defRPr sz="2400" b="1" spc="0">
                <a:solidFill>
                  <a:schemeClr val="tx1">
                    <a:alpha val="7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THE END</a:t>
            </a:r>
          </a:p>
        </p:txBody>
      </p:sp>
      <p:sp>
        <p:nvSpPr>
          <p:cNvPr id="6" name="标题 1"/>
          <p:cNvSpPr>
            <a:spLocks noGrp="1"/>
          </p:cNvSpPr>
          <p:nvPr>
            <p:ph type="ctrTitle" idx="16388" hasCustomPrompt="1"/>
            <p:custDataLst>
              <p:tags r:id="rId10"/>
            </p:custDataLst>
          </p:nvPr>
        </p:nvSpPr>
        <p:spPr>
          <a:xfrm>
            <a:off x="1016000" y="3175000"/>
            <a:ext cx="5451122" cy="1016000"/>
          </a:xfrm>
        </p:spPr>
        <p:txBody>
          <a:bodyPr vert="horz" wrap="square" lIns="0" tIns="0" rIns="0" bIns="0" anchor="t">
            <a:normAutofit/>
          </a:bodyPr>
          <a:lstStyle>
            <a:lvl1pPr marL="0" indent="0" algn="l">
              <a:lnSpc>
                <a:spcPct val="100000"/>
              </a:lnSpc>
              <a:spcBef>
                <a:spcPct val="0"/>
              </a:spcBef>
              <a:spcAft>
                <a:spcPct val="0"/>
              </a:spcAft>
              <a:buNone/>
              <a:defRPr sz="6400" spc="0"/>
            </a:lvl1pPr>
          </a:lstStyle>
          <a:p>
            <a:r>
              <a:rPr lang="zh-CN" altLang="en-US" dirty="0"/>
              <a:t>谢谢观看</a:t>
            </a: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18" Type="http://schemas.openxmlformats.org/officeDocument/2006/relationships/tags" Target="../tags/tag68.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ags" Target="../tags/tag67.xml"/><Relationship Id="rId2" Type="http://schemas.openxmlformats.org/officeDocument/2006/relationships/slideLayout" Target="../slideLayouts/slideLayout13.xml"/><Relationship Id="rId16" Type="http://schemas.openxmlformats.org/officeDocument/2006/relationships/tags" Target="../tags/tag66.xml"/><Relationship Id="rId20" Type="http://schemas.openxmlformats.org/officeDocument/2006/relationships/tags" Target="../tags/tag7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ags" Target="../tags/tag65.xml"/><Relationship Id="rId10" Type="http://schemas.openxmlformats.org/officeDocument/2006/relationships/slideLayout" Target="../slideLayouts/slideLayout21.xml"/><Relationship Id="rId19" Type="http://schemas.openxmlformats.org/officeDocument/2006/relationships/tags" Target="../tags/tag69.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64.xml"/></Relationships>
</file>

<file path=ppt/slideMasters/_rels/slideMaster3.xml.rels><?xml version="1.0" encoding="UTF-8" standalone="yes"?>
<Relationships xmlns="http://schemas.openxmlformats.org/package/2006/relationships"><Relationship Id="rId8" Type="http://schemas.openxmlformats.org/officeDocument/2006/relationships/tags" Target="../tags/tag214.xml"/><Relationship Id="rId3" Type="http://schemas.openxmlformats.org/officeDocument/2006/relationships/tags" Target="../tags/tag209.xml"/><Relationship Id="rId7" Type="http://schemas.openxmlformats.org/officeDocument/2006/relationships/tags" Target="../tags/tag213.xml"/><Relationship Id="rId2" Type="http://schemas.openxmlformats.org/officeDocument/2006/relationships/theme" Target="../theme/theme3.xml"/><Relationship Id="rId1" Type="http://schemas.openxmlformats.org/officeDocument/2006/relationships/slideLayout" Target="../slideLayouts/slideLayout24.xml"/><Relationship Id="rId6" Type="http://schemas.openxmlformats.org/officeDocument/2006/relationships/tags" Target="../tags/tag212.xml"/><Relationship Id="rId5" Type="http://schemas.openxmlformats.org/officeDocument/2006/relationships/tags" Target="../tags/tag211.xml"/><Relationship Id="rId4" Type="http://schemas.openxmlformats.org/officeDocument/2006/relationships/tags" Target="../tags/tag210.xml"/></Relationships>
</file>

<file path=ppt/slideMasters/_rels/slideMaster4.xml.rels><?xml version="1.0" encoding="UTF-8" standalone="yes"?>
<Relationships xmlns="http://schemas.openxmlformats.org/package/2006/relationships"><Relationship Id="rId8" Type="http://schemas.openxmlformats.org/officeDocument/2006/relationships/tags" Target="../tags/tag242.xml"/><Relationship Id="rId3" Type="http://schemas.openxmlformats.org/officeDocument/2006/relationships/tags" Target="../tags/tag237.xml"/><Relationship Id="rId7" Type="http://schemas.openxmlformats.org/officeDocument/2006/relationships/tags" Target="../tags/tag241.xml"/><Relationship Id="rId2" Type="http://schemas.openxmlformats.org/officeDocument/2006/relationships/theme" Target="../theme/theme4.xml"/><Relationship Id="rId1" Type="http://schemas.openxmlformats.org/officeDocument/2006/relationships/slideLayout" Target="../slideLayouts/slideLayout25.xml"/><Relationship Id="rId6" Type="http://schemas.openxmlformats.org/officeDocument/2006/relationships/tags" Target="../tags/tag240.xml"/><Relationship Id="rId5" Type="http://schemas.openxmlformats.org/officeDocument/2006/relationships/tags" Target="../tags/tag239.xml"/><Relationship Id="rId4" Type="http://schemas.openxmlformats.org/officeDocument/2006/relationships/tags" Target="../tags/tag238.xml"/><Relationship Id="rId9" Type="http://schemas.openxmlformats.org/officeDocument/2006/relationships/tags" Target="../tags/tag243.xml"/></Relationships>
</file>

<file path=ppt/slideMasters/_rels/slideMaster5.xml.rels><?xml version="1.0" encoding="UTF-8" standalone="yes"?>
<Relationships xmlns="http://schemas.openxmlformats.org/package/2006/relationships"><Relationship Id="rId8" Type="http://schemas.openxmlformats.org/officeDocument/2006/relationships/tags" Target="../tags/tag259.xml"/><Relationship Id="rId3" Type="http://schemas.openxmlformats.org/officeDocument/2006/relationships/tags" Target="../tags/tag254.xml"/><Relationship Id="rId7" Type="http://schemas.openxmlformats.org/officeDocument/2006/relationships/tags" Target="../tags/tag258.xml"/><Relationship Id="rId2" Type="http://schemas.openxmlformats.org/officeDocument/2006/relationships/theme" Target="../theme/theme5.xml"/><Relationship Id="rId1" Type="http://schemas.openxmlformats.org/officeDocument/2006/relationships/slideLayout" Target="../slideLayouts/slideLayout26.xml"/><Relationship Id="rId6" Type="http://schemas.openxmlformats.org/officeDocument/2006/relationships/tags" Target="../tags/tag257.xml"/><Relationship Id="rId5" Type="http://schemas.openxmlformats.org/officeDocument/2006/relationships/tags" Target="../tags/tag256.xml"/><Relationship Id="rId4" Type="http://schemas.openxmlformats.org/officeDocument/2006/relationships/tags" Target="../tags/tag255.xml"/></Relationships>
</file>

<file path=ppt/slideMasters/_rels/slideMaster6.xml.rels><?xml version="1.0" encoding="UTF-8" standalone="yes"?>
<Relationships xmlns="http://schemas.openxmlformats.org/package/2006/relationships"><Relationship Id="rId8" Type="http://schemas.openxmlformats.org/officeDocument/2006/relationships/tags" Target="../tags/tag281.xml"/><Relationship Id="rId3" Type="http://schemas.openxmlformats.org/officeDocument/2006/relationships/tags" Target="../tags/tag276.xml"/><Relationship Id="rId7" Type="http://schemas.openxmlformats.org/officeDocument/2006/relationships/tags" Target="../tags/tag280.xml"/><Relationship Id="rId2" Type="http://schemas.openxmlformats.org/officeDocument/2006/relationships/theme" Target="../theme/theme6.xml"/><Relationship Id="rId1" Type="http://schemas.openxmlformats.org/officeDocument/2006/relationships/slideLayout" Target="../slideLayouts/slideLayout27.xml"/><Relationship Id="rId6" Type="http://schemas.openxmlformats.org/officeDocument/2006/relationships/tags" Target="../tags/tag279.xml"/><Relationship Id="rId5" Type="http://schemas.openxmlformats.org/officeDocument/2006/relationships/tags" Target="../tags/tag278.xml"/><Relationship Id="rId4" Type="http://schemas.openxmlformats.org/officeDocument/2006/relationships/tags" Target="../tags/tag277.xml"/></Relationships>
</file>

<file path=ppt/slideMasters/_rels/slideMaster7.xml.rels><?xml version="1.0" encoding="UTF-8" standalone="yes"?>
<Relationships xmlns="http://schemas.openxmlformats.org/package/2006/relationships"><Relationship Id="rId8" Type="http://schemas.openxmlformats.org/officeDocument/2006/relationships/tags" Target="../tags/tag306.xml"/><Relationship Id="rId3" Type="http://schemas.openxmlformats.org/officeDocument/2006/relationships/tags" Target="../tags/tag301.xml"/><Relationship Id="rId7" Type="http://schemas.openxmlformats.org/officeDocument/2006/relationships/tags" Target="../tags/tag305.xml"/><Relationship Id="rId2" Type="http://schemas.openxmlformats.org/officeDocument/2006/relationships/theme" Target="../theme/theme7.xml"/><Relationship Id="rId1" Type="http://schemas.openxmlformats.org/officeDocument/2006/relationships/slideLayout" Target="../slideLayouts/slideLayout28.xml"/><Relationship Id="rId6" Type="http://schemas.openxmlformats.org/officeDocument/2006/relationships/tags" Target="../tags/tag304.xml"/><Relationship Id="rId5" Type="http://schemas.openxmlformats.org/officeDocument/2006/relationships/tags" Target="../tags/tag303.xml"/><Relationship Id="rId4" Type="http://schemas.openxmlformats.org/officeDocument/2006/relationships/tags" Target="../tags/tag302.xml"/></Relationships>
</file>

<file path=ppt/slideMasters/_rels/slideMaster8.xml.rels><?xml version="1.0" encoding="UTF-8" standalone="yes"?>
<Relationships xmlns="http://schemas.openxmlformats.org/package/2006/relationships"><Relationship Id="rId8" Type="http://schemas.openxmlformats.org/officeDocument/2006/relationships/tags" Target="../tags/tag329.xml"/><Relationship Id="rId3" Type="http://schemas.openxmlformats.org/officeDocument/2006/relationships/tags" Target="../tags/tag324.xml"/><Relationship Id="rId7" Type="http://schemas.openxmlformats.org/officeDocument/2006/relationships/tags" Target="../tags/tag328.xml"/><Relationship Id="rId2" Type="http://schemas.openxmlformats.org/officeDocument/2006/relationships/theme" Target="../theme/theme8.xml"/><Relationship Id="rId1" Type="http://schemas.openxmlformats.org/officeDocument/2006/relationships/slideLayout" Target="../slideLayouts/slideLayout29.xml"/><Relationship Id="rId6" Type="http://schemas.openxmlformats.org/officeDocument/2006/relationships/tags" Target="../tags/tag327.xml"/><Relationship Id="rId5" Type="http://schemas.openxmlformats.org/officeDocument/2006/relationships/tags" Target="../tags/tag326.xml"/><Relationship Id="rId4" Type="http://schemas.openxmlformats.org/officeDocument/2006/relationships/tags" Target="../tags/tag325.xml"/></Relationships>
</file>

<file path=ppt/slideMasters/_rels/slideMaster9.xml.rels><?xml version="1.0" encoding="UTF-8" standalone="yes"?>
<Relationships xmlns="http://schemas.openxmlformats.org/package/2006/relationships"><Relationship Id="rId8" Type="http://schemas.openxmlformats.org/officeDocument/2006/relationships/tags" Target="../tags/tag350.xml"/><Relationship Id="rId3" Type="http://schemas.openxmlformats.org/officeDocument/2006/relationships/tags" Target="../tags/tag345.xml"/><Relationship Id="rId7" Type="http://schemas.openxmlformats.org/officeDocument/2006/relationships/tags" Target="../tags/tag349.xml"/><Relationship Id="rId2" Type="http://schemas.openxmlformats.org/officeDocument/2006/relationships/theme" Target="../theme/theme9.xml"/><Relationship Id="rId1" Type="http://schemas.openxmlformats.org/officeDocument/2006/relationships/slideLayout" Target="../slideLayouts/slideLayout30.xml"/><Relationship Id="rId6" Type="http://schemas.openxmlformats.org/officeDocument/2006/relationships/tags" Target="../tags/tag348.xml"/><Relationship Id="rId5" Type="http://schemas.openxmlformats.org/officeDocument/2006/relationships/tags" Target="../tags/tag347.xml"/><Relationship Id="rId4" Type="http://schemas.openxmlformats.org/officeDocument/2006/relationships/tags" Target="../tags/tag346.xml"/></Relationships>
</file>

<file path=ppt/slideMasters/_rels/slideMaster10.xml.rels><?xml version="1.0" encoding="UTF-8" standalone="yes"?>
<Relationships xmlns="http://schemas.openxmlformats.org/package/2006/relationships"><Relationship Id="rId8" Type="http://schemas.openxmlformats.org/officeDocument/2006/relationships/tags" Target="../tags/tag372.xml"/><Relationship Id="rId3" Type="http://schemas.openxmlformats.org/officeDocument/2006/relationships/tags" Target="../tags/tag367.xml"/><Relationship Id="rId7" Type="http://schemas.openxmlformats.org/officeDocument/2006/relationships/tags" Target="../tags/tag371.xml"/><Relationship Id="rId2" Type="http://schemas.openxmlformats.org/officeDocument/2006/relationships/theme" Target="../theme/theme10.xml"/><Relationship Id="rId1" Type="http://schemas.openxmlformats.org/officeDocument/2006/relationships/slideLayout" Target="../slideLayouts/slideLayout31.xml"/><Relationship Id="rId6" Type="http://schemas.openxmlformats.org/officeDocument/2006/relationships/tags" Target="../tags/tag370.xml"/><Relationship Id="rId5" Type="http://schemas.openxmlformats.org/officeDocument/2006/relationships/tags" Target="../tags/tag369.xml"/><Relationship Id="rId4" Type="http://schemas.openxmlformats.org/officeDocument/2006/relationships/tags" Target="../tags/tag368.xml"/></Relationships>
</file>

<file path=ppt/slideMasters/_rels/slideMaster11.xml.rels><?xml version="1.0" encoding="UTF-8" standalone="yes"?>
<Relationships xmlns="http://schemas.openxmlformats.org/package/2006/relationships"><Relationship Id="rId8" Type="http://schemas.openxmlformats.org/officeDocument/2006/relationships/tags" Target="../tags/tag396.xml"/><Relationship Id="rId3" Type="http://schemas.openxmlformats.org/officeDocument/2006/relationships/tags" Target="../tags/tag391.xml"/><Relationship Id="rId7" Type="http://schemas.openxmlformats.org/officeDocument/2006/relationships/tags" Target="../tags/tag395.xml"/><Relationship Id="rId2" Type="http://schemas.openxmlformats.org/officeDocument/2006/relationships/theme" Target="../theme/theme11.xml"/><Relationship Id="rId1" Type="http://schemas.openxmlformats.org/officeDocument/2006/relationships/slideLayout" Target="../slideLayouts/slideLayout32.xml"/><Relationship Id="rId6" Type="http://schemas.openxmlformats.org/officeDocument/2006/relationships/tags" Target="../tags/tag394.xml"/><Relationship Id="rId5" Type="http://schemas.openxmlformats.org/officeDocument/2006/relationships/tags" Target="../tags/tag393.xml"/><Relationship Id="rId4" Type="http://schemas.openxmlformats.org/officeDocument/2006/relationships/tags" Target="../tags/tag392.xml"/></Relationships>
</file>

<file path=ppt/slideMasters/_rels/slideMaster12.xml.rels><?xml version="1.0" encoding="UTF-8" standalone="yes"?>
<Relationships xmlns="http://schemas.openxmlformats.org/package/2006/relationships"><Relationship Id="rId8" Type="http://schemas.openxmlformats.org/officeDocument/2006/relationships/tags" Target="../tags/tag418.xml"/><Relationship Id="rId3" Type="http://schemas.openxmlformats.org/officeDocument/2006/relationships/tags" Target="../tags/tag413.xml"/><Relationship Id="rId7" Type="http://schemas.openxmlformats.org/officeDocument/2006/relationships/tags" Target="../tags/tag417.xml"/><Relationship Id="rId2" Type="http://schemas.openxmlformats.org/officeDocument/2006/relationships/theme" Target="../theme/theme12.xml"/><Relationship Id="rId1" Type="http://schemas.openxmlformats.org/officeDocument/2006/relationships/slideLayout" Target="../slideLayouts/slideLayout33.xml"/><Relationship Id="rId6" Type="http://schemas.openxmlformats.org/officeDocument/2006/relationships/tags" Target="../tags/tag416.xml"/><Relationship Id="rId5" Type="http://schemas.openxmlformats.org/officeDocument/2006/relationships/tags" Target="../tags/tag415.xml"/><Relationship Id="rId4" Type="http://schemas.openxmlformats.org/officeDocument/2006/relationships/tags" Target="../tags/tag414.xml"/></Relationships>
</file>

<file path=ppt/slideMasters/_rels/slideMaster13.xml.rels><?xml version="1.0" encoding="UTF-8" standalone="yes"?>
<Relationships xmlns="http://schemas.openxmlformats.org/package/2006/relationships"><Relationship Id="rId8" Type="http://schemas.openxmlformats.org/officeDocument/2006/relationships/tags" Target="../tags/tag439.xml"/><Relationship Id="rId3" Type="http://schemas.openxmlformats.org/officeDocument/2006/relationships/tags" Target="../tags/tag434.xml"/><Relationship Id="rId7" Type="http://schemas.openxmlformats.org/officeDocument/2006/relationships/tags" Target="../tags/tag438.xml"/><Relationship Id="rId2" Type="http://schemas.openxmlformats.org/officeDocument/2006/relationships/theme" Target="../theme/theme13.xml"/><Relationship Id="rId1" Type="http://schemas.openxmlformats.org/officeDocument/2006/relationships/slideLayout" Target="../slideLayouts/slideLayout34.xml"/><Relationship Id="rId6" Type="http://schemas.openxmlformats.org/officeDocument/2006/relationships/tags" Target="../tags/tag437.xml"/><Relationship Id="rId5" Type="http://schemas.openxmlformats.org/officeDocument/2006/relationships/tags" Target="../tags/tag436.xml"/><Relationship Id="rId4" Type="http://schemas.openxmlformats.org/officeDocument/2006/relationships/tags" Target="../tags/tag435.xml"/></Relationships>
</file>

<file path=ppt/slideMasters/_rels/slideMaster14.xml.rels><?xml version="1.0" encoding="UTF-8" standalone="yes"?>
<Relationships xmlns="http://schemas.openxmlformats.org/package/2006/relationships"><Relationship Id="rId8" Type="http://schemas.openxmlformats.org/officeDocument/2006/relationships/tags" Target="../tags/tag463.xml"/><Relationship Id="rId3" Type="http://schemas.openxmlformats.org/officeDocument/2006/relationships/tags" Target="../tags/tag458.xml"/><Relationship Id="rId7" Type="http://schemas.openxmlformats.org/officeDocument/2006/relationships/tags" Target="../tags/tag462.xml"/><Relationship Id="rId2" Type="http://schemas.openxmlformats.org/officeDocument/2006/relationships/theme" Target="../theme/theme14.xml"/><Relationship Id="rId1" Type="http://schemas.openxmlformats.org/officeDocument/2006/relationships/slideLayout" Target="../slideLayouts/slideLayout35.xml"/><Relationship Id="rId6" Type="http://schemas.openxmlformats.org/officeDocument/2006/relationships/tags" Target="../tags/tag461.xml"/><Relationship Id="rId5" Type="http://schemas.openxmlformats.org/officeDocument/2006/relationships/tags" Target="../tags/tag460.xml"/><Relationship Id="rId4" Type="http://schemas.openxmlformats.org/officeDocument/2006/relationships/tags" Target="../tags/tag459.xml"/></Relationships>
</file>

<file path=ppt/slideMasters/_rels/slideMaster15.xml.rels><?xml version="1.0" encoding="UTF-8" standalone="yes"?>
<Relationships xmlns="http://schemas.openxmlformats.org/package/2006/relationships"><Relationship Id="rId8" Type="http://schemas.openxmlformats.org/officeDocument/2006/relationships/tags" Target="../tags/tag490.xml"/><Relationship Id="rId3" Type="http://schemas.openxmlformats.org/officeDocument/2006/relationships/tags" Target="../tags/tag485.xml"/><Relationship Id="rId7" Type="http://schemas.openxmlformats.org/officeDocument/2006/relationships/tags" Target="../tags/tag489.xml"/><Relationship Id="rId2" Type="http://schemas.openxmlformats.org/officeDocument/2006/relationships/theme" Target="../theme/theme15.xml"/><Relationship Id="rId1" Type="http://schemas.openxmlformats.org/officeDocument/2006/relationships/slideLayout" Target="../slideLayouts/slideLayout36.xml"/><Relationship Id="rId6" Type="http://schemas.openxmlformats.org/officeDocument/2006/relationships/tags" Target="../tags/tag488.xml"/><Relationship Id="rId5" Type="http://schemas.openxmlformats.org/officeDocument/2006/relationships/tags" Target="../tags/tag487.xml"/><Relationship Id="rId4" Type="http://schemas.openxmlformats.org/officeDocument/2006/relationships/tags" Target="../tags/tag486.xml"/><Relationship Id="rId9" Type="http://schemas.openxmlformats.org/officeDocument/2006/relationships/tags" Target="../tags/tag49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2025/7/4</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5"/>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p>
        </p:txBody>
      </p:sp>
      <p:sp>
        <p:nvSpPr>
          <p:cNvPr id="3" name="文本占位符 2"/>
          <p:cNvSpPr>
            <a:spLocks noGrp="1"/>
          </p:cNvSpPr>
          <p:nvPr>
            <p:ph type="body" idx="1"/>
            <p:custDataLst>
              <p:tags r:id="rId16"/>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3"/>
          <p:cNvSpPr>
            <a:spLocks noGrp="1"/>
          </p:cNvSpPr>
          <p:nvPr>
            <p:ph type="dt" sz="half" idx="2"/>
            <p:custDataLst>
              <p:tags r:id="rId17"/>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t>2025/7/4</a:t>
            </a:fld>
            <a:endParaRPr lang="zh-CN" altLang="en-US"/>
          </a:p>
        </p:txBody>
      </p:sp>
      <p:sp>
        <p:nvSpPr>
          <p:cNvPr id="5" name="页脚占位符 4"/>
          <p:cNvSpPr>
            <a:spLocks noGrp="1"/>
          </p:cNvSpPr>
          <p:nvPr>
            <p:ph type="ftr" sz="quarter" idx="3"/>
            <p:custDataLst>
              <p:tags r:id="rId18"/>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9"/>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t>‹#›</a:t>
            </a:fld>
            <a:endParaRPr lang="zh-CN" altLang="en-US"/>
          </a:p>
        </p:txBody>
      </p:sp>
      <p:sp>
        <p:nvSpPr>
          <p:cNvPr id="8" name="KSO_TEMPLATE" hidden="1"/>
          <p:cNvSpPr/>
          <p:nvPr userDrawn="1">
            <p:custDataLst>
              <p:tags r:id="rId2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4"/>
    </p:custData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3"/>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p>
        </p:txBody>
      </p:sp>
      <p:sp>
        <p:nvSpPr>
          <p:cNvPr id="3" name="文本占位符 2"/>
          <p:cNvSpPr>
            <a:spLocks noGrp="1"/>
          </p:cNvSpPr>
          <p:nvPr>
            <p:ph type="body" idx="1"/>
            <p:custDataLst>
              <p:tags r:id="rId4"/>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3"/>
          <p:cNvSpPr>
            <a:spLocks noGrp="1"/>
          </p:cNvSpPr>
          <p:nvPr>
            <p:ph type="dt" sz="half" idx="2"/>
            <p:custDataLst>
              <p:tags r:id="rId5"/>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t>2025/7/4</a:t>
            </a:fld>
            <a:endParaRPr lang="zh-CN" altLang="en-US"/>
          </a:p>
        </p:txBody>
      </p:sp>
      <p:sp>
        <p:nvSpPr>
          <p:cNvPr id="5" name="页脚占位符 4"/>
          <p:cNvSpPr>
            <a:spLocks noGrp="1"/>
          </p:cNvSpPr>
          <p:nvPr>
            <p:ph type="ftr" sz="quarter" idx="3"/>
            <p:custDataLst>
              <p:tags r:id="rId6"/>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7"/>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t>‹#›</a:t>
            </a:fld>
            <a:endParaRPr lang="zh-CN" altLang="en-US"/>
          </a:p>
        </p:txBody>
      </p:sp>
      <p:sp>
        <p:nvSpPr>
          <p:cNvPr id="8" name="KSO_TEMPLATE" hidden="1"/>
          <p:cNvSpPr/>
          <p:nvPr userDrawn="1">
            <p:custDataLst>
              <p:tags r:id="rId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74" r:id="rId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4"/>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p>
        </p:txBody>
      </p:sp>
      <p:sp>
        <p:nvSpPr>
          <p:cNvPr id="3" name="文本占位符 2"/>
          <p:cNvSpPr>
            <a:spLocks noGrp="1"/>
          </p:cNvSpPr>
          <p:nvPr>
            <p:ph type="body" idx="1"/>
            <p:custDataLst>
              <p:tags r:id="rId5"/>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3"/>
          <p:cNvSpPr>
            <a:spLocks noGrp="1"/>
          </p:cNvSpPr>
          <p:nvPr>
            <p:ph type="dt" sz="half" idx="2"/>
            <p:custDataLst>
              <p:tags r:id="rId6"/>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t>2025/7/4</a:t>
            </a:fld>
            <a:endParaRPr lang="zh-CN" altLang="en-US"/>
          </a:p>
        </p:txBody>
      </p:sp>
      <p:sp>
        <p:nvSpPr>
          <p:cNvPr id="5" name="页脚占位符 4"/>
          <p:cNvSpPr>
            <a:spLocks noGrp="1"/>
          </p:cNvSpPr>
          <p:nvPr>
            <p:ph type="ftr" sz="quarter" idx="3"/>
            <p:custDataLst>
              <p:tags r:id="rId7"/>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8"/>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t>‹#›</a:t>
            </a:fld>
            <a:endParaRPr lang="zh-CN" altLang="en-US"/>
          </a:p>
        </p:txBody>
      </p:sp>
      <p:sp>
        <p:nvSpPr>
          <p:cNvPr id="8" name="KSO_TEMPLATE" hidden="1"/>
          <p:cNvSpPr/>
          <p:nvPr userDrawn="1">
            <p:custDataLst>
              <p:tags r:id="rId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3"/>
    </p:custDataLst>
  </p:cSld>
  <p:clrMap bg1="lt1" tx1="dk1" bg2="lt2" tx2="dk2" accent1="accent1" accent2="accent2" accent3="accent3" accent4="accent4" accent5="accent5" accent6="accent6" hlink="hlink" folHlink="folHlink"/>
  <p:sldLayoutIdLst>
    <p:sldLayoutId id="2147483676" r:id="rId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3"/>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p>
        </p:txBody>
      </p:sp>
      <p:sp>
        <p:nvSpPr>
          <p:cNvPr id="3" name="文本占位符 2"/>
          <p:cNvSpPr>
            <a:spLocks noGrp="1"/>
          </p:cNvSpPr>
          <p:nvPr>
            <p:ph type="body" idx="1"/>
            <p:custDataLst>
              <p:tags r:id="rId4"/>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3"/>
          <p:cNvSpPr>
            <a:spLocks noGrp="1"/>
          </p:cNvSpPr>
          <p:nvPr>
            <p:ph type="dt" sz="half" idx="2"/>
            <p:custDataLst>
              <p:tags r:id="rId5"/>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t>2025/7/4</a:t>
            </a:fld>
            <a:endParaRPr lang="zh-CN" altLang="en-US"/>
          </a:p>
        </p:txBody>
      </p:sp>
      <p:sp>
        <p:nvSpPr>
          <p:cNvPr id="5" name="页脚占位符 4"/>
          <p:cNvSpPr>
            <a:spLocks noGrp="1"/>
          </p:cNvSpPr>
          <p:nvPr>
            <p:ph type="ftr" sz="quarter" idx="3"/>
            <p:custDataLst>
              <p:tags r:id="rId6"/>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7"/>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t>‹#›</a:t>
            </a:fld>
            <a:endParaRPr lang="zh-CN" altLang="en-US"/>
          </a:p>
        </p:txBody>
      </p:sp>
      <p:sp>
        <p:nvSpPr>
          <p:cNvPr id="8" name="KSO_TEMPLATE" hidden="1"/>
          <p:cNvSpPr/>
          <p:nvPr userDrawn="1">
            <p:custDataLst>
              <p:tags r:id="rId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78" r:id="rId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3"/>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p>
        </p:txBody>
      </p:sp>
      <p:sp>
        <p:nvSpPr>
          <p:cNvPr id="3" name="文本占位符 2"/>
          <p:cNvSpPr>
            <a:spLocks noGrp="1"/>
          </p:cNvSpPr>
          <p:nvPr>
            <p:ph type="body" idx="1"/>
            <p:custDataLst>
              <p:tags r:id="rId4"/>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3"/>
          <p:cNvSpPr>
            <a:spLocks noGrp="1"/>
          </p:cNvSpPr>
          <p:nvPr>
            <p:ph type="dt" sz="half" idx="2"/>
            <p:custDataLst>
              <p:tags r:id="rId5"/>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t>2025/7/4</a:t>
            </a:fld>
            <a:endParaRPr lang="zh-CN" altLang="en-US"/>
          </a:p>
        </p:txBody>
      </p:sp>
      <p:sp>
        <p:nvSpPr>
          <p:cNvPr id="5" name="页脚占位符 4"/>
          <p:cNvSpPr>
            <a:spLocks noGrp="1"/>
          </p:cNvSpPr>
          <p:nvPr>
            <p:ph type="ftr" sz="quarter" idx="3"/>
            <p:custDataLst>
              <p:tags r:id="rId6"/>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7"/>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t>‹#›</a:t>
            </a:fld>
            <a:endParaRPr lang="zh-CN" altLang="en-US"/>
          </a:p>
        </p:txBody>
      </p:sp>
      <p:sp>
        <p:nvSpPr>
          <p:cNvPr id="8" name="KSO_TEMPLATE" hidden="1"/>
          <p:cNvSpPr/>
          <p:nvPr userDrawn="1">
            <p:custDataLst>
              <p:tags r:id="rId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80" r:id="rId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3"/>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p>
        </p:txBody>
      </p:sp>
      <p:sp>
        <p:nvSpPr>
          <p:cNvPr id="3" name="文本占位符 2"/>
          <p:cNvSpPr>
            <a:spLocks noGrp="1"/>
          </p:cNvSpPr>
          <p:nvPr>
            <p:ph type="body" idx="1"/>
            <p:custDataLst>
              <p:tags r:id="rId4"/>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3"/>
          <p:cNvSpPr>
            <a:spLocks noGrp="1"/>
          </p:cNvSpPr>
          <p:nvPr>
            <p:ph type="dt" sz="half" idx="2"/>
            <p:custDataLst>
              <p:tags r:id="rId5"/>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t>2025/7/4</a:t>
            </a:fld>
            <a:endParaRPr lang="zh-CN" altLang="en-US"/>
          </a:p>
        </p:txBody>
      </p:sp>
      <p:sp>
        <p:nvSpPr>
          <p:cNvPr id="5" name="页脚占位符 4"/>
          <p:cNvSpPr>
            <a:spLocks noGrp="1"/>
          </p:cNvSpPr>
          <p:nvPr>
            <p:ph type="ftr" sz="quarter" idx="3"/>
            <p:custDataLst>
              <p:tags r:id="rId6"/>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7"/>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t>‹#›</a:t>
            </a:fld>
            <a:endParaRPr lang="zh-CN" altLang="en-US"/>
          </a:p>
        </p:txBody>
      </p:sp>
      <p:sp>
        <p:nvSpPr>
          <p:cNvPr id="8" name="KSO_TEMPLATE" hidden="1"/>
          <p:cNvSpPr/>
          <p:nvPr userDrawn="1">
            <p:custDataLst>
              <p:tags r:id="rId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82" r:id="rId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3"/>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p>
        </p:txBody>
      </p:sp>
      <p:sp>
        <p:nvSpPr>
          <p:cNvPr id="3" name="文本占位符 2"/>
          <p:cNvSpPr>
            <a:spLocks noGrp="1"/>
          </p:cNvSpPr>
          <p:nvPr>
            <p:ph type="body" idx="1"/>
            <p:custDataLst>
              <p:tags r:id="rId4"/>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3"/>
          <p:cNvSpPr>
            <a:spLocks noGrp="1"/>
          </p:cNvSpPr>
          <p:nvPr>
            <p:ph type="dt" sz="half" idx="2"/>
            <p:custDataLst>
              <p:tags r:id="rId5"/>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t>2025/7/4</a:t>
            </a:fld>
            <a:endParaRPr lang="zh-CN" altLang="en-US"/>
          </a:p>
        </p:txBody>
      </p:sp>
      <p:sp>
        <p:nvSpPr>
          <p:cNvPr id="5" name="页脚占位符 4"/>
          <p:cNvSpPr>
            <a:spLocks noGrp="1"/>
          </p:cNvSpPr>
          <p:nvPr>
            <p:ph type="ftr" sz="quarter" idx="3"/>
            <p:custDataLst>
              <p:tags r:id="rId6"/>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7"/>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t>‹#›</a:t>
            </a:fld>
            <a:endParaRPr lang="zh-CN" altLang="en-US"/>
          </a:p>
        </p:txBody>
      </p:sp>
      <p:sp>
        <p:nvSpPr>
          <p:cNvPr id="8" name="KSO_TEMPLATE" hidden="1"/>
          <p:cNvSpPr/>
          <p:nvPr userDrawn="1">
            <p:custDataLst>
              <p:tags r:id="rId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84" r:id="rId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3"/>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p>
        </p:txBody>
      </p:sp>
      <p:sp>
        <p:nvSpPr>
          <p:cNvPr id="3" name="文本占位符 2"/>
          <p:cNvSpPr>
            <a:spLocks noGrp="1"/>
          </p:cNvSpPr>
          <p:nvPr>
            <p:ph type="body" idx="1"/>
            <p:custDataLst>
              <p:tags r:id="rId4"/>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3"/>
          <p:cNvSpPr>
            <a:spLocks noGrp="1"/>
          </p:cNvSpPr>
          <p:nvPr>
            <p:ph type="dt" sz="half" idx="2"/>
            <p:custDataLst>
              <p:tags r:id="rId5"/>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t>2025/7/4</a:t>
            </a:fld>
            <a:endParaRPr lang="zh-CN" altLang="en-US"/>
          </a:p>
        </p:txBody>
      </p:sp>
      <p:sp>
        <p:nvSpPr>
          <p:cNvPr id="5" name="页脚占位符 4"/>
          <p:cNvSpPr>
            <a:spLocks noGrp="1"/>
          </p:cNvSpPr>
          <p:nvPr>
            <p:ph type="ftr" sz="quarter" idx="3"/>
            <p:custDataLst>
              <p:tags r:id="rId6"/>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7"/>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t>‹#›</a:t>
            </a:fld>
            <a:endParaRPr lang="zh-CN" altLang="en-US"/>
          </a:p>
        </p:txBody>
      </p:sp>
      <p:sp>
        <p:nvSpPr>
          <p:cNvPr id="8" name="KSO_TEMPLATE" hidden="1"/>
          <p:cNvSpPr/>
          <p:nvPr userDrawn="1">
            <p:custDataLst>
              <p:tags r:id="rId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86" r:id="rId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3"/>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p>
        </p:txBody>
      </p:sp>
      <p:sp>
        <p:nvSpPr>
          <p:cNvPr id="3" name="文本占位符 2"/>
          <p:cNvSpPr>
            <a:spLocks noGrp="1"/>
          </p:cNvSpPr>
          <p:nvPr>
            <p:ph type="body" idx="1"/>
            <p:custDataLst>
              <p:tags r:id="rId4"/>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3"/>
          <p:cNvSpPr>
            <a:spLocks noGrp="1"/>
          </p:cNvSpPr>
          <p:nvPr>
            <p:ph type="dt" sz="half" idx="2"/>
            <p:custDataLst>
              <p:tags r:id="rId5"/>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t>2025/7/4</a:t>
            </a:fld>
            <a:endParaRPr lang="zh-CN" altLang="en-US"/>
          </a:p>
        </p:txBody>
      </p:sp>
      <p:sp>
        <p:nvSpPr>
          <p:cNvPr id="5" name="页脚占位符 4"/>
          <p:cNvSpPr>
            <a:spLocks noGrp="1"/>
          </p:cNvSpPr>
          <p:nvPr>
            <p:ph type="ftr" sz="quarter" idx="3"/>
            <p:custDataLst>
              <p:tags r:id="rId6"/>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7"/>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t>‹#›</a:t>
            </a:fld>
            <a:endParaRPr lang="zh-CN" altLang="en-US"/>
          </a:p>
        </p:txBody>
      </p:sp>
      <p:sp>
        <p:nvSpPr>
          <p:cNvPr id="8" name="KSO_TEMPLATE" hidden="1"/>
          <p:cNvSpPr/>
          <p:nvPr userDrawn="1">
            <p:custDataLst>
              <p:tags r:id="rId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88" r:id="rId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3"/>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p>
        </p:txBody>
      </p:sp>
      <p:sp>
        <p:nvSpPr>
          <p:cNvPr id="3" name="文本占位符 2"/>
          <p:cNvSpPr>
            <a:spLocks noGrp="1"/>
          </p:cNvSpPr>
          <p:nvPr>
            <p:ph type="body" idx="1"/>
            <p:custDataLst>
              <p:tags r:id="rId4"/>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3"/>
          <p:cNvSpPr>
            <a:spLocks noGrp="1"/>
          </p:cNvSpPr>
          <p:nvPr>
            <p:ph type="dt" sz="half" idx="2"/>
            <p:custDataLst>
              <p:tags r:id="rId5"/>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t>2025/7/4</a:t>
            </a:fld>
            <a:endParaRPr lang="zh-CN" altLang="en-US"/>
          </a:p>
        </p:txBody>
      </p:sp>
      <p:sp>
        <p:nvSpPr>
          <p:cNvPr id="5" name="页脚占位符 4"/>
          <p:cNvSpPr>
            <a:spLocks noGrp="1"/>
          </p:cNvSpPr>
          <p:nvPr>
            <p:ph type="ftr" sz="quarter" idx="3"/>
            <p:custDataLst>
              <p:tags r:id="rId6"/>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7"/>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t>‹#›</a:t>
            </a:fld>
            <a:endParaRPr lang="zh-CN" altLang="en-US"/>
          </a:p>
        </p:txBody>
      </p:sp>
      <p:sp>
        <p:nvSpPr>
          <p:cNvPr id="8" name="KSO_TEMPLATE" hidden="1"/>
          <p:cNvSpPr/>
          <p:nvPr userDrawn="1">
            <p:custDataLst>
              <p:tags r:id="rId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90" r:id="rId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3"/>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p>
        </p:txBody>
      </p:sp>
      <p:sp>
        <p:nvSpPr>
          <p:cNvPr id="3" name="文本占位符 2"/>
          <p:cNvSpPr>
            <a:spLocks noGrp="1"/>
          </p:cNvSpPr>
          <p:nvPr>
            <p:ph type="body" idx="1"/>
            <p:custDataLst>
              <p:tags r:id="rId4"/>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3"/>
          <p:cNvSpPr>
            <a:spLocks noGrp="1"/>
          </p:cNvSpPr>
          <p:nvPr>
            <p:ph type="dt" sz="half" idx="2"/>
            <p:custDataLst>
              <p:tags r:id="rId5"/>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t>2025/7/4</a:t>
            </a:fld>
            <a:endParaRPr lang="zh-CN" altLang="en-US"/>
          </a:p>
        </p:txBody>
      </p:sp>
      <p:sp>
        <p:nvSpPr>
          <p:cNvPr id="5" name="页脚占位符 4"/>
          <p:cNvSpPr>
            <a:spLocks noGrp="1"/>
          </p:cNvSpPr>
          <p:nvPr>
            <p:ph type="ftr" sz="quarter" idx="3"/>
            <p:custDataLst>
              <p:tags r:id="rId6"/>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7"/>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t>‹#›</a:t>
            </a:fld>
            <a:endParaRPr lang="zh-CN" altLang="en-US"/>
          </a:p>
        </p:txBody>
      </p:sp>
      <p:sp>
        <p:nvSpPr>
          <p:cNvPr id="8" name="KSO_TEMPLATE" hidden="1"/>
          <p:cNvSpPr/>
          <p:nvPr userDrawn="1">
            <p:custDataLst>
              <p:tags r:id="rId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92" r:id="rId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3"/>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p>
        </p:txBody>
      </p:sp>
      <p:sp>
        <p:nvSpPr>
          <p:cNvPr id="3" name="文本占位符 2"/>
          <p:cNvSpPr>
            <a:spLocks noGrp="1"/>
          </p:cNvSpPr>
          <p:nvPr>
            <p:ph type="body" idx="1"/>
            <p:custDataLst>
              <p:tags r:id="rId4"/>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3"/>
          <p:cNvSpPr>
            <a:spLocks noGrp="1"/>
          </p:cNvSpPr>
          <p:nvPr>
            <p:ph type="dt" sz="half" idx="2"/>
            <p:custDataLst>
              <p:tags r:id="rId5"/>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t>2025/7/4</a:t>
            </a:fld>
            <a:endParaRPr lang="zh-CN" altLang="en-US"/>
          </a:p>
        </p:txBody>
      </p:sp>
      <p:sp>
        <p:nvSpPr>
          <p:cNvPr id="5" name="页脚占位符 4"/>
          <p:cNvSpPr>
            <a:spLocks noGrp="1"/>
          </p:cNvSpPr>
          <p:nvPr>
            <p:ph type="ftr" sz="quarter" idx="3"/>
            <p:custDataLst>
              <p:tags r:id="rId6"/>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7"/>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t>‹#›</a:t>
            </a:fld>
            <a:endParaRPr lang="zh-CN" altLang="en-US"/>
          </a:p>
        </p:txBody>
      </p:sp>
      <p:sp>
        <p:nvSpPr>
          <p:cNvPr id="8" name="KSO_TEMPLATE" hidden="1"/>
          <p:cNvSpPr/>
          <p:nvPr userDrawn="1">
            <p:custDataLst>
              <p:tags r:id="rId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94" r:id="rId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3"/>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p>
        </p:txBody>
      </p:sp>
      <p:sp>
        <p:nvSpPr>
          <p:cNvPr id="3" name="文本占位符 2"/>
          <p:cNvSpPr>
            <a:spLocks noGrp="1"/>
          </p:cNvSpPr>
          <p:nvPr>
            <p:ph type="body" idx="1"/>
            <p:custDataLst>
              <p:tags r:id="rId4"/>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3"/>
          <p:cNvSpPr>
            <a:spLocks noGrp="1"/>
          </p:cNvSpPr>
          <p:nvPr>
            <p:ph type="dt" sz="half" idx="2"/>
            <p:custDataLst>
              <p:tags r:id="rId5"/>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t>2025/7/4</a:t>
            </a:fld>
            <a:endParaRPr lang="zh-CN" altLang="en-US"/>
          </a:p>
        </p:txBody>
      </p:sp>
      <p:sp>
        <p:nvSpPr>
          <p:cNvPr id="5" name="页脚占位符 4"/>
          <p:cNvSpPr>
            <a:spLocks noGrp="1"/>
          </p:cNvSpPr>
          <p:nvPr>
            <p:ph type="ftr" sz="quarter" idx="3"/>
            <p:custDataLst>
              <p:tags r:id="rId6"/>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7"/>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t>‹#›</a:t>
            </a:fld>
            <a:endParaRPr lang="zh-CN" altLang="en-US"/>
          </a:p>
        </p:txBody>
      </p:sp>
      <p:sp>
        <p:nvSpPr>
          <p:cNvPr id="8" name="KSO_TEMPLATE" hidden="1"/>
          <p:cNvSpPr/>
          <p:nvPr userDrawn="1">
            <p:custDataLst>
              <p:tags r:id="rId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96" r:id="rId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4"/>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p>
        </p:txBody>
      </p:sp>
      <p:sp>
        <p:nvSpPr>
          <p:cNvPr id="3" name="文本占位符 2"/>
          <p:cNvSpPr>
            <a:spLocks noGrp="1"/>
          </p:cNvSpPr>
          <p:nvPr>
            <p:ph type="body" idx="1"/>
            <p:custDataLst>
              <p:tags r:id="rId5"/>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3"/>
          <p:cNvSpPr>
            <a:spLocks noGrp="1"/>
          </p:cNvSpPr>
          <p:nvPr>
            <p:ph type="dt" sz="half" idx="2"/>
            <p:custDataLst>
              <p:tags r:id="rId6"/>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t>2025/7/4</a:t>
            </a:fld>
            <a:endParaRPr lang="zh-CN" altLang="en-US"/>
          </a:p>
        </p:txBody>
      </p:sp>
      <p:sp>
        <p:nvSpPr>
          <p:cNvPr id="5" name="页脚占位符 4"/>
          <p:cNvSpPr>
            <a:spLocks noGrp="1"/>
          </p:cNvSpPr>
          <p:nvPr>
            <p:ph type="ftr" sz="quarter" idx="3"/>
            <p:custDataLst>
              <p:tags r:id="rId7"/>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8"/>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t>‹#›</a:t>
            </a:fld>
            <a:endParaRPr lang="zh-CN" altLang="en-US"/>
          </a:p>
        </p:txBody>
      </p:sp>
      <p:sp>
        <p:nvSpPr>
          <p:cNvPr id="8" name="KSO_TEMPLATE" hidden="1"/>
          <p:cNvSpPr/>
          <p:nvPr userDrawn="1">
            <p:custDataLst>
              <p:tags r:id="rId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3"/>
    </p:custDataLst>
  </p:cSld>
  <p:clrMap bg1="lt1" tx1="dk1" bg2="lt2" tx2="dk2" accent1="accent1" accent2="accent2" accent3="accent3" accent4="accent4" accent5="accent5" accent6="accent6" hlink="hlink" folHlink="folHlink"/>
  <p:sldLayoutIdLst>
    <p:sldLayoutId id="2147483700" r:id="rId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504.xml"/><Relationship Id="rId2" Type="http://schemas.openxmlformats.org/officeDocument/2006/relationships/tags" Target="../tags/tag503.xml"/><Relationship Id="rId1" Type="http://schemas.openxmlformats.org/officeDocument/2006/relationships/tags" Target="../tags/tag502.xml"/><Relationship Id="rId6" Type="http://schemas.openxmlformats.org/officeDocument/2006/relationships/notesSlide" Target="../notesSlides/notesSlide1.xml"/><Relationship Id="rId5" Type="http://schemas.openxmlformats.org/officeDocument/2006/relationships/slideLayout" Target="../slideLayouts/slideLayout20.xml"/><Relationship Id="rId4" Type="http://schemas.openxmlformats.org/officeDocument/2006/relationships/tags" Target="../tags/tag505.xml"/></Relationships>
</file>

<file path=ppt/slides/_rels/slide2.xml.rels><?xml version="1.0" encoding="UTF-8" standalone="yes"?>
<Relationships xmlns="http://schemas.openxmlformats.org/package/2006/relationships"><Relationship Id="rId8" Type="http://schemas.openxmlformats.org/officeDocument/2006/relationships/tags" Target="../tags/tag513.xml"/><Relationship Id="rId13" Type="http://schemas.openxmlformats.org/officeDocument/2006/relationships/tags" Target="../tags/tag518.xml"/><Relationship Id="rId3" Type="http://schemas.openxmlformats.org/officeDocument/2006/relationships/tags" Target="../tags/tag508.xml"/><Relationship Id="rId7" Type="http://schemas.openxmlformats.org/officeDocument/2006/relationships/tags" Target="../tags/tag512.xml"/><Relationship Id="rId12" Type="http://schemas.openxmlformats.org/officeDocument/2006/relationships/tags" Target="../tags/tag517.xml"/><Relationship Id="rId17" Type="http://schemas.openxmlformats.org/officeDocument/2006/relationships/notesSlide" Target="../notesSlides/notesSlide2.xml"/><Relationship Id="rId2" Type="http://schemas.openxmlformats.org/officeDocument/2006/relationships/tags" Target="../tags/tag507.xml"/><Relationship Id="rId16" Type="http://schemas.openxmlformats.org/officeDocument/2006/relationships/slideLayout" Target="../slideLayouts/slideLayout24.xml"/><Relationship Id="rId1" Type="http://schemas.openxmlformats.org/officeDocument/2006/relationships/tags" Target="../tags/tag506.xml"/><Relationship Id="rId6" Type="http://schemas.openxmlformats.org/officeDocument/2006/relationships/tags" Target="../tags/tag511.xml"/><Relationship Id="rId11" Type="http://schemas.openxmlformats.org/officeDocument/2006/relationships/tags" Target="../tags/tag516.xml"/><Relationship Id="rId5" Type="http://schemas.openxmlformats.org/officeDocument/2006/relationships/tags" Target="../tags/tag510.xml"/><Relationship Id="rId15" Type="http://schemas.openxmlformats.org/officeDocument/2006/relationships/tags" Target="../tags/tag520.xml"/><Relationship Id="rId10" Type="http://schemas.openxmlformats.org/officeDocument/2006/relationships/tags" Target="../tags/tag515.xml"/><Relationship Id="rId4" Type="http://schemas.openxmlformats.org/officeDocument/2006/relationships/tags" Target="../tags/tag509.xml"/><Relationship Id="rId9" Type="http://schemas.openxmlformats.org/officeDocument/2006/relationships/tags" Target="../tags/tag514.xml"/><Relationship Id="rId14" Type="http://schemas.openxmlformats.org/officeDocument/2006/relationships/tags" Target="../tags/tag519.xml"/></Relationships>
</file>

<file path=ppt/slides/_rels/slide3.xml.rels><?xml version="1.0" encoding="UTF-8" standalone="yes"?>
<Relationships xmlns="http://schemas.openxmlformats.org/package/2006/relationships"><Relationship Id="rId3" Type="http://schemas.openxmlformats.org/officeDocument/2006/relationships/tags" Target="../tags/tag523.xml"/><Relationship Id="rId2" Type="http://schemas.openxmlformats.org/officeDocument/2006/relationships/tags" Target="../tags/tag522.xml"/><Relationship Id="rId1" Type="http://schemas.openxmlformats.org/officeDocument/2006/relationships/tags" Target="../tags/tag521.xml"/><Relationship Id="rId5" Type="http://schemas.openxmlformats.org/officeDocument/2006/relationships/notesSlide" Target="../notesSlides/notesSlide3.xml"/><Relationship Id="rId4"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8" Type="http://schemas.openxmlformats.org/officeDocument/2006/relationships/tags" Target="../tags/tag531.xml"/><Relationship Id="rId13" Type="http://schemas.openxmlformats.org/officeDocument/2006/relationships/notesSlide" Target="../notesSlides/notesSlide4.xml"/><Relationship Id="rId3" Type="http://schemas.openxmlformats.org/officeDocument/2006/relationships/tags" Target="../tags/tag526.xml"/><Relationship Id="rId7" Type="http://schemas.openxmlformats.org/officeDocument/2006/relationships/tags" Target="../tags/tag530.xml"/><Relationship Id="rId12" Type="http://schemas.openxmlformats.org/officeDocument/2006/relationships/slideLayout" Target="../slideLayouts/slideLayout26.xml"/><Relationship Id="rId2" Type="http://schemas.openxmlformats.org/officeDocument/2006/relationships/tags" Target="../tags/tag525.xml"/><Relationship Id="rId16" Type="http://schemas.openxmlformats.org/officeDocument/2006/relationships/image" Target="../media/image2.jpeg"/><Relationship Id="rId1" Type="http://schemas.openxmlformats.org/officeDocument/2006/relationships/tags" Target="../tags/tag524.xml"/><Relationship Id="rId6" Type="http://schemas.openxmlformats.org/officeDocument/2006/relationships/tags" Target="../tags/tag529.xml"/><Relationship Id="rId11" Type="http://schemas.openxmlformats.org/officeDocument/2006/relationships/tags" Target="../tags/tag534.xml"/><Relationship Id="rId5" Type="http://schemas.openxmlformats.org/officeDocument/2006/relationships/tags" Target="../tags/tag528.xml"/><Relationship Id="rId15" Type="http://schemas.openxmlformats.org/officeDocument/2006/relationships/image" Target="NULL" TargetMode="External"/><Relationship Id="rId10" Type="http://schemas.openxmlformats.org/officeDocument/2006/relationships/tags" Target="../tags/tag533.xml"/><Relationship Id="rId4" Type="http://schemas.openxmlformats.org/officeDocument/2006/relationships/tags" Target="../tags/tag527.xml"/><Relationship Id="rId9" Type="http://schemas.openxmlformats.org/officeDocument/2006/relationships/tags" Target="../tags/tag532.xml"/><Relationship Id="rId14" Type="http://schemas.openxmlformats.org/officeDocument/2006/relationships/image" Target="../media/image1.svg"/></Relationships>
</file>

<file path=ppt/slides/_rels/slide5.xml.rels><?xml version="1.0" encoding="UTF-8" standalone="yes"?>
<Relationships xmlns="http://schemas.openxmlformats.org/package/2006/relationships"><Relationship Id="rId3" Type="http://schemas.openxmlformats.org/officeDocument/2006/relationships/tags" Target="../tags/tag537.xml"/><Relationship Id="rId2" Type="http://schemas.openxmlformats.org/officeDocument/2006/relationships/tags" Target="../tags/tag536.xml"/><Relationship Id="rId1" Type="http://schemas.openxmlformats.org/officeDocument/2006/relationships/tags" Target="../tags/tag535.xml"/><Relationship Id="rId4"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8" Type="http://schemas.openxmlformats.org/officeDocument/2006/relationships/tags" Target="../tags/tag545.xml"/><Relationship Id="rId13" Type="http://schemas.openxmlformats.org/officeDocument/2006/relationships/notesSlide" Target="../notesSlides/notesSlide5.xml"/><Relationship Id="rId3" Type="http://schemas.openxmlformats.org/officeDocument/2006/relationships/tags" Target="../tags/tag540.xml"/><Relationship Id="rId7" Type="http://schemas.openxmlformats.org/officeDocument/2006/relationships/tags" Target="../tags/tag544.xml"/><Relationship Id="rId12" Type="http://schemas.openxmlformats.org/officeDocument/2006/relationships/slideLayout" Target="../slideLayouts/slideLayout27.xml"/><Relationship Id="rId2" Type="http://schemas.openxmlformats.org/officeDocument/2006/relationships/tags" Target="../tags/tag539.xml"/><Relationship Id="rId1" Type="http://schemas.openxmlformats.org/officeDocument/2006/relationships/tags" Target="../tags/tag538.xml"/><Relationship Id="rId6" Type="http://schemas.openxmlformats.org/officeDocument/2006/relationships/tags" Target="../tags/tag543.xml"/><Relationship Id="rId11" Type="http://schemas.openxmlformats.org/officeDocument/2006/relationships/tags" Target="../tags/tag548.xml"/><Relationship Id="rId5" Type="http://schemas.openxmlformats.org/officeDocument/2006/relationships/tags" Target="../tags/tag542.xml"/><Relationship Id="rId10" Type="http://schemas.openxmlformats.org/officeDocument/2006/relationships/tags" Target="../tags/tag547.xml"/><Relationship Id="rId4" Type="http://schemas.openxmlformats.org/officeDocument/2006/relationships/tags" Target="../tags/tag541.xml"/><Relationship Id="rId9" Type="http://schemas.openxmlformats.org/officeDocument/2006/relationships/tags" Target="../tags/tag546.xml"/></Relationships>
</file>

<file path=ppt/slides/_rels/slide7.xml.rels><?xml version="1.0" encoding="UTF-8" standalone="yes"?>
<Relationships xmlns="http://schemas.openxmlformats.org/package/2006/relationships"><Relationship Id="rId8" Type="http://schemas.openxmlformats.org/officeDocument/2006/relationships/tags" Target="../tags/tag556.xml"/><Relationship Id="rId3" Type="http://schemas.openxmlformats.org/officeDocument/2006/relationships/tags" Target="../tags/tag551.xml"/><Relationship Id="rId7" Type="http://schemas.openxmlformats.org/officeDocument/2006/relationships/tags" Target="../tags/tag555.xml"/><Relationship Id="rId2" Type="http://schemas.openxmlformats.org/officeDocument/2006/relationships/tags" Target="../tags/tag550.xml"/><Relationship Id="rId1" Type="http://schemas.openxmlformats.org/officeDocument/2006/relationships/tags" Target="../tags/tag549.xml"/><Relationship Id="rId6" Type="http://schemas.openxmlformats.org/officeDocument/2006/relationships/tags" Target="../tags/tag554.xml"/><Relationship Id="rId5" Type="http://schemas.openxmlformats.org/officeDocument/2006/relationships/tags" Target="../tags/tag553.xml"/><Relationship Id="rId10" Type="http://schemas.openxmlformats.org/officeDocument/2006/relationships/notesSlide" Target="../notesSlides/notesSlide6.xml"/><Relationship Id="rId4" Type="http://schemas.openxmlformats.org/officeDocument/2006/relationships/tags" Target="../tags/tag552.xml"/><Relationship Id="rId9"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8" Type="http://schemas.openxmlformats.org/officeDocument/2006/relationships/tags" Target="../tags/tag564.xml"/><Relationship Id="rId3" Type="http://schemas.openxmlformats.org/officeDocument/2006/relationships/tags" Target="../tags/tag559.xml"/><Relationship Id="rId7" Type="http://schemas.openxmlformats.org/officeDocument/2006/relationships/tags" Target="../tags/tag563.xml"/><Relationship Id="rId2" Type="http://schemas.openxmlformats.org/officeDocument/2006/relationships/tags" Target="../tags/tag558.xml"/><Relationship Id="rId1" Type="http://schemas.openxmlformats.org/officeDocument/2006/relationships/tags" Target="../tags/tag557.xml"/><Relationship Id="rId6" Type="http://schemas.openxmlformats.org/officeDocument/2006/relationships/tags" Target="../tags/tag562.xml"/><Relationship Id="rId11" Type="http://schemas.openxmlformats.org/officeDocument/2006/relationships/image" Target="../media/image3.jpeg"/><Relationship Id="rId5" Type="http://schemas.openxmlformats.org/officeDocument/2006/relationships/tags" Target="../tags/tag561.xml"/><Relationship Id="rId10" Type="http://schemas.openxmlformats.org/officeDocument/2006/relationships/notesSlide" Target="../notesSlides/notesSlide7.xml"/><Relationship Id="rId4" Type="http://schemas.openxmlformats.org/officeDocument/2006/relationships/tags" Target="../tags/tag560.xml"/><Relationship Id="rId9"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3" Type="http://schemas.openxmlformats.org/officeDocument/2006/relationships/tags" Target="../tags/tag567.xml"/><Relationship Id="rId2" Type="http://schemas.openxmlformats.org/officeDocument/2006/relationships/tags" Target="../tags/tag566.xml"/><Relationship Id="rId1" Type="http://schemas.openxmlformats.org/officeDocument/2006/relationships/tags" Target="../tags/tag565.xml"/><Relationship Id="rId4"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tags" Target="../tags/tag569.xml"/><Relationship Id="rId1" Type="http://schemas.openxmlformats.org/officeDocument/2006/relationships/tags" Target="../tags/tag568.xml"/><Relationship Id="rId4"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tags" Target="../tags/tag571.xml"/><Relationship Id="rId1" Type="http://schemas.openxmlformats.org/officeDocument/2006/relationships/tags" Target="../tags/tag570.xml"/><Relationship Id="rId5" Type="http://schemas.openxmlformats.org/officeDocument/2006/relationships/image" Target="../media/image4.png"/><Relationship Id="rId4"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tags" Target="../tags/tag574.xml"/><Relationship Id="rId7" Type="http://schemas.openxmlformats.org/officeDocument/2006/relationships/notesSlide" Target="../notesSlides/notesSlide10.xml"/><Relationship Id="rId12" Type="http://schemas.openxmlformats.org/officeDocument/2006/relationships/image" Target="../media/image7.png"/><Relationship Id="rId2" Type="http://schemas.openxmlformats.org/officeDocument/2006/relationships/tags" Target="../tags/tag573.xml"/><Relationship Id="rId1" Type="http://schemas.openxmlformats.org/officeDocument/2006/relationships/tags" Target="../tags/tag572.xml"/><Relationship Id="rId6" Type="http://schemas.openxmlformats.org/officeDocument/2006/relationships/slideLayout" Target="../slideLayouts/slideLayout30.xml"/><Relationship Id="rId11" Type="http://schemas.openxmlformats.org/officeDocument/2006/relationships/image" Target="../media/image6.png"/><Relationship Id="rId5" Type="http://schemas.openxmlformats.org/officeDocument/2006/relationships/tags" Target="../tags/tag576.xml"/><Relationship Id="rId10" Type="http://schemas.openxmlformats.org/officeDocument/2006/relationships/image" Target="../media/image5.jpeg"/><Relationship Id="rId4" Type="http://schemas.openxmlformats.org/officeDocument/2006/relationships/tags" Target="../tags/tag575.xml"/><Relationship Id="rId9" Type="http://schemas.openxmlformats.org/officeDocument/2006/relationships/image" Target="NULL" TargetMode="Externa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tags" Target="../tags/tag578.xml"/><Relationship Id="rId1" Type="http://schemas.openxmlformats.org/officeDocument/2006/relationships/tags" Target="../tags/tag57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tags" Target="../tags/tag580.xml"/><Relationship Id="rId1" Type="http://schemas.openxmlformats.org/officeDocument/2006/relationships/tags" Target="../tags/tag579.xml"/><Relationship Id="rId5" Type="http://schemas.openxmlformats.org/officeDocument/2006/relationships/image" Target="../media/image10.png"/><Relationship Id="rId4"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tags" Target="../tags/tag582.xml"/><Relationship Id="rId1" Type="http://schemas.openxmlformats.org/officeDocument/2006/relationships/tags" Target="../tags/tag581.xml"/><Relationship Id="rId5" Type="http://schemas.openxmlformats.org/officeDocument/2006/relationships/image" Target="../media/image11.png"/><Relationship Id="rId4"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tags" Target="../tags/tag584.xml"/><Relationship Id="rId1" Type="http://schemas.openxmlformats.org/officeDocument/2006/relationships/tags" Target="../tags/tag583.xml"/><Relationship Id="rId5" Type="http://schemas.openxmlformats.org/officeDocument/2006/relationships/image" Target="../media/image12.png"/><Relationship Id="rId4"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8" Type="http://schemas.openxmlformats.org/officeDocument/2006/relationships/tags" Target="../tags/tag592.xml"/><Relationship Id="rId13" Type="http://schemas.openxmlformats.org/officeDocument/2006/relationships/tags" Target="../tags/tag597.xml"/><Relationship Id="rId3" Type="http://schemas.openxmlformats.org/officeDocument/2006/relationships/tags" Target="../tags/tag587.xml"/><Relationship Id="rId7" Type="http://schemas.openxmlformats.org/officeDocument/2006/relationships/tags" Target="../tags/tag591.xml"/><Relationship Id="rId12" Type="http://schemas.openxmlformats.org/officeDocument/2006/relationships/tags" Target="../tags/tag596.xml"/><Relationship Id="rId2" Type="http://schemas.openxmlformats.org/officeDocument/2006/relationships/tags" Target="../tags/tag586.xml"/><Relationship Id="rId16" Type="http://schemas.openxmlformats.org/officeDocument/2006/relationships/notesSlide" Target="../notesSlides/notesSlide15.xml"/><Relationship Id="rId1" Type="http://schemas.openxmlformats.org/officeDocument/2006/relationships/tags" Target="../tags/tag585.xml"/><Relationship Id="rId6" Type="http://schemas.openxmlformats.org/officeDocument/2006/relationships/tags" Target="../tags/tag590.xml"/><Relationship Id="rId11" Type="http://schemas.openxmlformats.org/officeDocument/2006/relationships/tags" Target="../tags/tag595.xml"/><Relationship Id="rId5" Type="http://schemas.openxmlformats.org/officeDocument/2006/relationships/tags" Target="../tags/tag589.xml"/><Relationship Id="rId15" Type="http://schemas.openxmlformats.org/officeDocument/2006/relationships/slideLayout" Target="../slideLayouts/slideLayout35.xml"/><Relationship Id="rId10" Type="http://schemas.openxmlformats.org/officeDocument/2006/relationships/tags" Target="../tags/tag594.xml"/><Relationship Id="rId4" Type="http://schemas.openxmlformats.org/officeDocument/2006/relationships/tags" Target="../tags/tag588.xml"/><Relationship Id="rId9" Type="http://schemas.openxmlformats.org/officeDocument/2006/relationships/tags" Target="../tags/tag593.xml"/><Relationship Id="rId14" Type="http://schemas.openxmlformats.org/officeDocument/2006/relationships/tags" Target="../tags/tag598.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6.xml"/><Relationship Id="rId2" Type="http://schemas.openxmlformats.org/officeDocument/2006/relationships/tags" Target="../tags/tag600.xml"/><Relationship Id="rId1" Type="http://schemas.openxmlformats.org/officeDocument/2006/relationships/tags" Target="../tags/tag599.xml"/><Relationship Id="rId4"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3" Type="http://schemas.openxmlformats.org/officeDocument/2006/relationships/tags" Target="../tags/tag603.xml"/><Relationship Id="rId2" Type="http://schemas.openxmlformats.org/officeDocument/2006/relationships/tags" Target="../tags/tag602.xml"/><Relationship Id="rId1" Type="http://schemas.openxmlformats.org/officeDocument/2006/relationships/tags" Target="../tags/tag601.xml"/><Relationship Id="rId5" Type="http://schemas.openxmlformats.org/officeDocument/2006/relationships/notesSlide" Target="../notesSlides/notesSlide17.xml"/><Relationship Id="rId4"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6389"/>
            <p:custDataLst>
              <p:tags r:id="rId2"/>
            </p:custDataLst>
          </p:nvPr>
        </p:nvSpPr>
        <p:spPr/>
        <p:txBody>
          <a:bodyPr/>
          <a:lstStyle/>
          <a:p>
            <a:r>
              <a:rPr lang="en-US" altLang="en-US"/>
              <a:t>2025/07/03</a:t>
            </a:r>
          </a:p>
        </p:txBody>
      </p:sp>
      <p:sp>
        <p:nvSpPr>
          <p:cNvPr id="3" name="标题 1"/>
          <p:cNvSpPr>
            <a:spLocks noGrp="1"/>
          </p:cNvSpPr>
          <p:nvPr>
            <p:ph type="ctrTitle" idx="16388"/>
            <p:custDataLst>
              <p:tags r:id="rId3"/>
            </p:custDataLst>
          </p:nvPr>
        </p:nvSpPr>
        <p:spPr/>
        <p:txBody>
          <a:bodyPr/>
          <a:lstStyle/>
          <a:p>
            <a:r>
              <a:rPr lang="en-US" altLang="en-US"/>
              <a:t> RAG-Based AI Pre-Diagnosis Chatbot</a:t>
            </a:r>
          </a:p>
        </p:txBody>
      </p:sp>
      <p:sp>
        <p:nvSpPr>
          <p:cNvPr id="4" name="署名占位符 10"/>
          <p:cNvSpPr>
            <a:spLocks noGrp="1"/>
          </p:cNvSpPr>
          <p:nvPr>
            <p:ph type="body" sz="quarter" idx="16390"/>
            <p:custDataLst>
              <p:tags r:id="rId4"/>
            </p:custDataLst>
          </p:nvPr>
        </p:nvSpPr>
        <p:spPr>
          <a:xfrm>
            <a:off x="4568190" y="4538980"/>
            <a:ext cx="3286760" cy="1301750"/>
          </a:xfrm>
        </p:spPr>
        <p:txBody>
          <a:bodyPr>
            <a:normAutofit/>
          </a:bodyPr>
          <a:lstStyle/>
          <a:p>
            <a:r>
              <a:rPr lang="en-US" altLang="en-US"/>
              <a:t>Reporter: </a:t>
            </a:r>
            <a:r>
              <a:rPr lang="en-US" altLang="zh-CN"/>
              <a:t>Fang Feige </a:t>
            </a:r>
          </a:p>
          <a:p>
            <a:r>
              <a:rPr lang="en-US" altLang="zh-CN"/>
              <a:t>Li Guanlin</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6386"/>
            <p:custDataLst>
              <p:tags r:id="rId2"/>
            </p:custDataLst>
          </p:nvPr>
        </p:nvSpPr>
        <p:spPr/>
        <p:txBody>
          <a:bodyPr/>
          <a:lstStyle/>
          <a:p>
            <a:r>
              <a:rPr lang="zh-CN" altLang="en-US"/>
              <a:t>CONTENTS</a:t>
            </a:r>
          </a:p>
        </p:txBody>
      </p:sp>
      <p:sp>
        <p:nvSpPr>
          <p:cNvPr id="3" name="标题 2"/>
          <p:cNvSpPr>
            <a:spLocks noGrp="1"/>
          </p:cNvSpPr>
          <p:nvPr>
            <p:ph type="ctrTitle" idx="16385"/>
            <p:custDataLst>
              <p:tags r:id="rId3"/>
            </p:custDataLst>
          </p:nvPr>
        </p:nvSpPr>
        <p:spPr/>
        <p:txBody>
          <a:bodyPr/>
          <a:lstStyle/>
          <a:p>
            <a:r>
              <a:rPr lang="en-US" altLang="en-US"/>
              <a:t>Catalog</a:t>
            </a:r>
          </a:p>
        </p:txBody>
      </p:sp>
      <p:sp>
        <p:nvSpPr>
          <p:cNvPr id="4" name="文本占位符 3"/>
          <p:cNvSpPr>
            <a:spLocks noGrp="1"/>
          </p:cNvSpPr>
          <p:nvPr>
            <p:ph type="body" idx="16388"/>
            <p:custDataLst>
              <p:tags r:id="rId4"/>
            </p:custDataLst>
          </p:nvPr>
        </p:nvSpPr>
        <p:spPr/>
        <p:txBody>
          <a:bodyPr/>
          <a:lstStyle/>
          <a:p>
            <a:r>
              <a:rPr lang="en-US" altLang="en-US"/>
              <a:t>01</a:t>
            </a:r>
          </a:p>
        </p:txBody>
      </p:sp>
      <p:sp>
        <p:nvSpPr>
          <p:cNvPr id="5" name="装饰  6"/>
          <p:cNvSpPr>
            <a:spLocks noGrp="1"/>
          </p:cNvSpPr>
          <p:nvPr>
            <p:ph type="body" idx="16395" hasCustomPrompt="1"/>
            <p:custDataLst>
              <p:tags r:id="rId5"/>
            </p:custDataLst>
          </p:nvPr>
        </p:nvSpPr>
        <p:spPr/>
        <p:txBody>
          <a:bodyPr>
            <a:noAutofit/>
          </a:bodyPr>
          <a:lstStyle/>
          <a:p>
            <a:pPr>
              <a:buNone/>
            </a:pPr>
            <a:endParaRPr lang="zh-CN" altLang="en-US"/>
          </a:p>
        </p:txBody>
      </p:sp>
      <p:sp>
        <p:nvSpPr>
          <p:cNvPr id="6" name="文本占位符 5"/>
          <p:cNvSpPr>
            <a:spLocks noGrp="1"/>
          </p:cNvSpPr>
          <p:nvPr>
            <p:ph type="body" idx="16387"/>
            <p:custDataLst>
              <p:tags r:id="rId6"/>
            </p:custDataLst>
          </p:nvPr>
        </p:nvSpPr>
        <p:spPr/>
        <p:txBody>
          <a:bodyPr/>
          <a:lstStyle/>
          <a:p>
            <a:r>
              <a:rPr lang="en-US" altLang="en-US" sz="1400"/>
              <a:t>Project Overview</a:t>
            </a:r>
          </a:p>
        </p:txBody>
      </p:sp>
      <p:sp>
        <p:nvSpPr>
          <p:cNvPr id="7" name="文本占位符 6"/>
          <p:cNvSpPr>
            <a:spLocks noGrp="1"/>
          </p:cNvSpPr>
          <p:nvPr>
            <p:ph type="body" idx="16390"/>
            <p:custDataLst>
              <p:tags r:id="rId7"/>
            </p:custDataLst>
          </p:nvPr>
        </p:nvSpPr>
        <p:spPr/>
        <p:txBody>
          <a:bodyPr/>
          <a:lstStyle/>
          <a:p>
            <a:r>
              <a:rPr lang="en-US" altLang="en-US"/>
              <a:t>02</a:t>
            </a:r>
          </a:p>
        </p:txBody>
      </p:sp>
      <p:sp>
        <p:nvSpPr>
          <p:cNvPr id="8" name="装饰  0"/>
          <p:cNvSpPr>
            <a:spLocks noGrp="1"/>
          </p:cNvSpPr>
          <p:nvPr>
            <p:ph type="body" idx="16396" hasCustomPrompt="1"/>
            <p:custDataLst>
              <p:tags r:id="rId8"/>
            </p:custDataLst>
          </p:nvPr>
        </p:nvSpPr>
        <p:spPr/>
        <p:txBody>
          <a:bodyPr>
            <a:noAutofit/>
          </a:bodyPr>
          <a:lstStyle/>
          <a:p>
            <a:pPr>
              <a:buNone/>
            </a:pPr>
            <a:endParaRPr lang="zh-CN" altLang="en-US"/>
          </a:p>
        </p:txBody>
      </p:sp>
      <p:sp>
        <p:nvSpPr>
          <p:cNvPr id="9" name="文本占位符 8"/>
          <p:cNvSpPr>
            <a:spLocks noGrp="1"/>
          </p:cNvSpPr>
          <p:nvPr>
            <p:ph type="body" idx="16389"/>
            <p:custDataLst>
              <p:tags r:id="rId9"/>
            </p:custDataLst>
          </p:nvPr>
        </p:nvSpPr>
        <p:spPr/>
        <p:txBody>
          <a:bodyPr/>
          <a:lstStyle/>
          <a:p>
            <a:r>
              <a:rPr lang="en-US" altLang="en-US" sz="1400"/>
              <a:t>Project Goals and Data Source</a:t>
            </a:r>
          </a:p>
        </p:txBody>
      </p:sp>
      <p:sp>
        <p:nvSpPr>
          <p:cNvPr id="10" name="文本占位符 9"/>
          <p:cNvSpPr>
            <a:spLocks noGrp="1"/>
          </p:cNvSpPr>
          <p:nvPr>
            <p:ph type="body" idx="16392"/>
            <p:custDataLst>
              <p:tags r:id="rId10"/>
            </p:custDataLst>
          </p:nvPr>
        </p:nvSpPr>
        <p:spPr/>
        <p:txBody>
          <a:bodyPr/>
          <a:lstStyle/>
          <a:p>
            <a:r>
              <a:rPr lang="en-US" altLang="en-US"/>
              <a:t>03</a:t>
            </a:r>
          </a:p>
        </p:txBody>
      </p:sp>
      <p:sp>
        <p:nvSpPr>
          <p:cNvPr id="11" name="装饰  4"/>
          <p:cNvSpPr>
            <a:spLocks noGrp="1"/>
          </p:cNvSpPr>
          <p:nvPr>
            <p:ph type="body" idx="16397" hasCustomPrompt="1"/>
            <p:custDataLst>
              <p:tags r:id="rId11"/>
            </p:custDataLst>
          </p:nvPr>
        </p:nvSpPr>
        <p:spPr/>
        <p:txBody>
          <a:bodyPr>
            <a:noAutofit/>
          </a:bodyPr>
          <a:lstStyle/>
          <a:p>
            <a:pPr>
              <a:buNone/>
            </a:pPr>
            <a:endParaRPr lang="zh-CN" altLang="en-US"/>
          </a:p>
        </p:txBody>
      </p:sp>
      <p:sp>
        <p:nvSpPr>
          <p:cNvPr id="12" name="文本占位符 11"/>
          <p:cNvSpPr>
            <a:spLocks noGrp="1"/>
          </p:cNvSpPr>
          <p:nvPr>
            <p:ph type="body" idx="16391"/>
            <p:custDataLst>
              <p:tags r:id="rId12"/>
            </p:custDataLst>
          </p:nvPr>
        </p:nvSpPr>
        <p:spPr/>
        <p:txBody>
          <a:bodyPr/>
          <a:lstStyle/>
          <a:p>
            <a:r>
              <a:rPr lang="en-US" altLang="en-US" sz="1400"/>
              <a:t>Technical Implementation</a:t>
            </a:r>
          </a:p>
        </p:txBody>
      </p:sp>
      <p:sp>
        <p:nvSpPr>
          <p:cNvPr id="13" name="文本占位符 12"/>
          <p:cNvSpPr>
            <a:spLocks noGrp="1"/>
          </p:cNvSpPr>
          <p:nvPr>
            <p:ph type="body" idx="16394"/>
            <p:custDataLst>
              <p:tags r:id="rId13"/>
            </p:custDataLst>
          </p:nvPr>
        </p:nvSpPr>
        <p:spPr/>
        <p:txBody>
          <a:bodyPr/>
          <a:lstStyle/>
          <a:p>
            <a:r>
              <a:rPr lang="en-US" altLang="en-US"/>
              <a:t>04</a:t>
            </a:r>
          </a:p>
        </p:txBody>
      </p:sp>
      <p:sp>
        <p:nvSpPr>
          <p:cNvPr id="14" name="装饰  7"/>
          <p:cNvSpPr>
            <a:spLocks noGrp="1"/>
          </p:cNvSpPr>
          <p:nvPr>
            <p:ph type="body" idx="16398" hasCustomPrompt="1"/>
            <p:custDataLst>
              <p:tags r:id="rId14"/>
            </p:custDataLst>
          </p:nvPr>
        </p:nvSpPr>
        <p:spPr/>
        <p:txBody>
          <a:bodyPr>
            <a:noAutofit/>
          </a:bodyPr>
          <a:lstStyle/>
          <a:p>
            <a:pPr>
              <a:buNone/>
            </a:pPr>
            <a:endParaRPr lang="zh-CN" altLang="en-US"/>
          </a:p>
        </p:txBody>
      </p:sp>
      <p:sp>
        <p:nvSpPr>
          <p:cNvPr id="15" name="文本占位符 14"/>
          <p:cNvSpPr>
            <a:spLocks noGrp="1"/>
          </p:cNvSpPr>
          <p:nvPr>
            <p:ph type="body" idx="16393"/>
            <p:custDataLst>
              <p:tags r:id="rId15"/>
            </p:custDataLst>
          </p:nvPr>
        </p:nvSpPr>
        <p:spPr/>
        <p:txBody>
          <a:bodyPr>
            <a:normAutofit fontScale="82500" lnSpcReduction="20000"/>
          </a:bodyPr>
          <a:lstStyle/>
          <a:p>
            <a:r>
              <a:rPr lang="en-US" altLang="en-US"/>
              <a:t>Workflow, Demo, Challenges, and Future Plans</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16388"/>
            <p:custDataLst>
              <p:tags r:id="rId2"/>
            </p:custDataLst>
          </p:nvPr>
        </p:nvSpPr>
        <p:spPr/>
        <p:txBody>
          <a:bodyPr/>
          <a:lstStyle/>
          <a:p>
            <a:r>
              <a:rPr lang="en-US" altLang="en-US"/>
              <a:t>Project Overview</a:t>
            </a:r>
          </a:p>
        </p:txBody>
      </p:sp>
      <p:sp>
        <p:nvSpPr>
          <p:cNvPr id="3" name="节编号 3"/>
          <p:cNvSpPr>
            <a:spLocks noGrp="1"/>
          </p:cNvSpPr>
          <p:nvPr>
            <p:ph type="body" sz="quarter" idx="16389"/>
            <p:custDataLst>
              <p:tags r:id="rId3"/>
            </p:custDataLst>
          </p:nvPr>
        </p:nvSpPr>
        <p:spPr/>
        <p:txBody>
          <a:bodyPr/>
          <a:lstStyle/>
          <a:p>
            <a:r>
              <a:rPr lang="en-US" altLang="en-US"/>
              <a:t>01</a:t>
            </a: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p:txBody>
          <a:bodyPr/>
          <a:lstStyle/>
          <a:p>
            <a:r>
              <a:rPr lang="en-US" altLang="en-US"/>
              <a:t>What is RAG?</a:t>
            </a:r>
          </a:p>
        </p:txBody>
      </p:sp>
      <p:sp>
        <p:nvSpPr>
          <p:cNvPr id="4" name="文本占位符 3"/>
          <p:cNvSpPr>
            <a:spLocks noGrp="1"/>
          </p:cNvSpPr>
          <p:nvPr>
            <p:ph type="body" idx="16386"/>
            <p:custDataLst>
              <p:tags r:id="rId3"/>
            </p:custDataLst>
          </p:nvPr>
        </p:nvSpPr>
        <p:spPr/>
        <p:txBody>
          <a:bodyPr/>
          <a:lstStyle/>
          <a:p>
            <a:r>
              <a:rPr lang="en-US" altLang="en-US"/>
              <a:t>RAG Technology</a:t>
            </a:r>
          </a:p>
        </p:txBody>
      </p:sp>
      <p:sp>
        <p:nvSpPr>
          <p:cNvPr id="5" name="文本占位符 4"/>
          <p:cNvSpPr>
            <a:spLocks noGrp="1"/>
          </p:cNvSpPr>
          <p:nvPr>
            <p:ph type="body" idx="16387"/>
            <p:custDataLst>
              <p:tags r:id="rId4"/>
            </p:custDataLst>
          </p:nvPr>
        </p:nvSpPr>
        <p:spPr/>
        <p:txBody>
          <a:bodyPr/>
          <a:lstStyle/>
          <a:p>
            <a:r>
              <a:rPr lang="en-US" altLang="en-US"/>
              <a:t>Retrieve relevant information and generate answers using a language model</a:t>
            </a:r>
          </a:p>
        </p:txBody>
      </p:sp>
      <p:sp>
        <p:nvSpPr>
          <p:cNvPr id="6" name="文本占位符 5"/>
          <p:cNvSpPr>
            <a:spLocks noGrp="1"/>
          </p:cNvSpPr>
          <p:nvPr>
            <p:ph type="body" idx="16388"/>
            <p:custDataLst>
              <p:tags r:id="rId5"/>
            </p:custDataLst>
          </p:nvPr>
        </p:nvSpPr>
        <p:spPr/>
        <p:txBody>
          <a:bodyPr/>
          <a:lstStyle/>
          <a:p>
            <a:r>
              <a:rPr lang="en-US" altLang="en-US"/>
              <a:t>Avoids Hallucination</a:t>
            </a:r>
          </a:p>
        </p:txBody>
      </p:sp>
      <p:sp>
        <p:nvSpPr>
          <p:cNvPr id="7" name="文本占位符 6"/>
          <p:cNvSpPr>
            <a:spLocks noGrp="1"/>
          </p:cNvSpPr>
          <p:nvPr>
            <p:ph type="body" idx="16389"/>
            <p:custDataLst>
              <p:tags r:id="rId6"/>
            </p:custDataLst>
          </p:nvPr>
        </p:nvSpPr>
        <p:spPr/>
        <p:txBody>
          <a:bodyPr/>
          <a:lstStyle/>
          <a:p>
            <a:r>
              <a:rPr lang="en-US" altLang="en-US"/>
              <a:t>Makes AI more trustworthy by using real data</a:t>
            </a:r>
          </a:p>
        </p:txBody>
      </p:sp>
      <p:sp>
        <p:nvSpPr>
          <p:cNvPr id="8" name="文本占位符 7"/>
          <p:cNvSpPr>
            <a:spLocks noGrp="1"/>
          </p:cNvSpPr>
          <p:nvPr>
            <p:ph type="body" idx="16390"/>
            <p:custDataLst>
              <p:tags r:id="rId7"/>
            </p:custDataLst>
          </p:nvPr>
        </p:nvSpPr>
        <p:spPr/>
        <p:txBody>
          <a:bodyPr/>
          <a:lstStyle/>
          <a:p>
            <a:r>
              <a:rPr lang="en-US" altLang="en-US"/>
              <a:t>Enhances Trustworthiness</a:t>
            </a:r>
          </a:p>
        </p:txBody>
      </p:sp>
      <p:sp>
        <p:nvSpPr>
          <p:cNvPr id="9" name="文本占位符 8"/>
          <p:cNvSpPr>
            <a:spLocks noGrp="1"/>
          </p:cNvSpPr>
          <p:nvPr>
            <p:ph type="body" idx="16391"/>
            <p:custDataLst>
              <p:tags r:id="rId8"/>
            </p:custDataLst>
          </p:nvPr>
        </p:nvSpPr>
        <p:spPr/>
        <p:txBody>
          <a:bodyPr/>
          <a:lstStyle/>
          <a:p>
            <a:r>
              <a:rPr lang="en-US" altLang="en-US"/>
              <a:t>Provides accurate and reliable information to users</a:t>
            </a:r>
          </a:p>
        </p:txBody>
      </p:sp>
      <p:pic>
        <p:nvPicPr>
          <p:cNvPr id="10" name="图片 9" descr="/data/resource/share/img_loading.svg"/>
          <p:cNvPicPr>
            <a:picLocks noChangeAspect="1"/>
          </p:cNvPicPr>
          <p:nvPr>
            <p:custDataLst>
              <p:tags r:id="rId9"/>
            </p:custDataLst>
          </p:nvPr>
        </p:nvPicPr>
        <p:blipFill>
          <a:blip>
            <a:extLst>
              <a:ext uri="{96DAC541-7B7A-43D3-8B79-37D633B846F1}">
                <asvg:svgBlip xmlns:asvg="http://schemas.microsoft.com/office/drawing/2016/SVG/main" r:embed="rId14" r:link="rId15"/>
              </a:ext>
            </a:extLst>
          </a:blip>
          <a:stretch>
            <a:fillRect/>
          </a:stretch>
        </p:blipFill>
        <p:spPr>
          <a:xfrm>
            <a:off x="3225800" y="3657600"/>
            <a:ext cx="254000" cy="254000"/>
          </a:xfrm>
          <a:prstGeom prst="rect">
            <a:avLst/>
          </a:prstGeom>
        </p:spPr>
      </p:pic>
      <p:sp>
        <p:nvSpPr>
          <p:cNvPr id="11" name="文本框 10"/>
          <p:cNvSpPr txBox="1"/>
          <p:nvPr>
            <p:custDataLst>
              <p:tags r:id="rId10"/>
            </p:custDataLst>
          </p:nvPr>
        </p:nvSpPr>
        <p:spPr>
          <a:xfrm>
            <a:off x="3124200" y="3911600"/>
            <a:ext cx="457200" cy="203200"/>
          </a:xfrm>
          <a:prstGeom prst="rect">
            <a:avLst/>
          </a:prstGeom>
          <a:noFill/>
        </p:spPr>
        <p:txBody>
          <a:bodyPr vert="horz" wrap="square" lIns="0" tIns="0" rIns="0" bIns="0" rtlCol="0" anchor="t">
            <a:noAutofit/>
          </a:bodyPr>
          <a:lstStyle/>
          <a:p>
            <a:pPr algn="ctr"/>
            <a:r>
              <a:rPr lang="zh-CN" altLang="en-US" sz="1200">
                <a:solidFill>
                  <a:srgbClr val="A3A3A3"/>
                </a:solidFill>
              </a:rPr>
              <a:t>配图中</a:t>
            </a:r>
          </a:p>
        </p:txBody>
      </p:sp>
      <p:pic>
        <p:nvPicPr>
          <p:cNvPr id="13" name="内容占位符 12"/>
          <p:cNvPicPr>
            <a:picLocks noGrp="1" noChangeAspect="1"/>
          </p:cNvPicPr>
          <p:nvPr>
            <p:ph idx="16392"/>
            <p:custDataLst>
              <p:tags r:id="rId11"/>
            </p:custDataLst>
          </p:nvPr>
        </p:nvPicPr>
        <p:blipFill>
          <a:blip r:embed="rId16"/>
          <a:stretch>
            <a:fillRect/>
          </a:stretch>
        </p:blipFill>
        <p:spPr>
          <a:xfrm>
            <a:off x="990600" y="1524000"/>
            <a:ext cx="4724400" cy="4724400"/>
          </a:xfrm>
          <a:prstGeom prst="rect">
            <a:avLst/>
          </a:prstGeom>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16388"/>
            <p:custDataLst>
              <p:tags r:id="rId2"/>
            </p:custDataLst>
          </p:nvPr>
        </p:nvSpPr>
        <p:spPr/>
        <p:txBody>
          <a:bodyPr/>
          <a:lstStyle/>
          <a:p>
            <a:r>
              <a:rPr lang="en-US" altLang="en-US"/>
              <a:t>Project Goals and Data Source</a:t>
            </a:r>
          </a:p>
        </p:txBody>
      </p:sp>
      <p:sp>
        <p:nvSpPr>
          <p:cNvPr id="3" name="节编号 3"/>
          <p:cNvSpPr>
            <a:spLocks noGrp="1"/>
          </p:cNvSpPr>
          <p:nvPr>
            <p:ph type="body" sz="quarter" idx="16389"/>
            <p:custDataLst>
              <p:tags r:id="rId3"/>
            </p:custDataLst>
          </p:nvPr>
        </p:nvSpPr>
        <p:spPr/>
        <p:txBody>
          <a:bodyPr/>
          <a:lstStyle/>
          <a:p>
            <a:r>
              <a:rPr lang="en-US" altLang="en-US"/>
              <a:t>02</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a:xfrm>
            <a:off x="939800" y="588645"/>
            <a:ext cx="7391400" cy="609600"/>
          </a:xfrm>
        </p:spPr>
        <p:txBody>
          <a:bodyPr/>
          <a:lstStyle/>
          <a:p>
            <a:r>
              <a:rPr lang="en-US" altLang="en-US"/>
              <a:t>Project Goals</a:t>
            </a:r>
          </a:p>
        </p:txBody>
      </p:sp>
      <p:sp>
        <p:nvSpPr>
          <p:cNvPr id="4" name="装饰  5"/>
          <p:cNvSpPr>
            <a:spLocks noGrp="1"/>
          </p:cNvSpPr>
          <p:nvPr>
            <p:ph type="body" idx="16393" hasCustomPrompt="1"/>
            <p:custDataLst>
              <p:tags r:id="rId3"/>
            </p:custDataLst>
          </p:nvPr>
        </p:nvSpPr>
        <p:spPr>
          <a:xfrm>
            <a:off x="3615055" y="1676400"/>
            <a:ext cx="50800" cy="1117600"/>
          </a:xfrm>
        </p:spPr>
        <p:txBody>
          <a:bodyPr>
            <a:noAutofit/>
          </a:bodyPr>
          <a:lstStyle/>
          <a:p>
            <a:pPr>
              <a:buNone/>
            </a:pPr>
            <a:endParaRPr lang="zh-CN" altLang="en-US"/>
          </a:p>
        </p:txBody>
      </p:sp>
      <p:sp>
        <p:nvSpPr>
          <p:cNvPr id="5" name="文本占位符 4"/>
          <p:cNvSpPr>
            <a:spLocks noGrp="1"/>
          </p:cNvSpPr>
          <p:nvPr>
            <p:ph type="body" idx="16386"/>
            <p:custDataLst>
              <p:tags r:id="rId4"/>
            </p:custDataLst>
          </p:nvPr>
        </p:nvSpPr>
        <p:spPr/>
        <p:txBody>
          <a:bodyPr/>
          <a:lstStyle/>
          <a:p>
            <a:r>
              <a:rPr lang="en-US" altLang="en-US"/>
              <a:t>Understand Chinese medical questions</a:t>
            </a:r>
          </a:p>
        </p:txBody>
      </p:sp>
      <p:sp>
        <p:nvSpPr>
          <p:cNvPr id="6" name="文本占位符 5"/>
          <p:cNvSpPr>
            <a:spLocks noGrp="1"/>
          </p:cNvSpPr>
          <p:nvPr>
            <p:ph type="body" idx="16387"/>
            <p:custDataLst>
              <p:tags r:id="rId5"/>
            </p:custDataLst>
          </p:nvPr>
        </p:nvSpPr>
        <p:spPr/>
        <p:txBody>
          <a:bodyPr/>
          <a:lstStyle/>
          <a:p>
            <a:r>
              <a:rPr lang="en-US" altLang="en-US"/>
              <a:t>Build a chatbot capable of comprehending and responding to Chinese medical inquiries.</a:t>
            </a:r>
          </a:p>
        </p:txBody>
      </p:sp>
      <p:sp>
        <p:nvSpPr>
          <p:cNvPr id="7" name="装饰  9"/>
          <p:cNvSpPr>
            <a:spLocks noGrp="1"/>
          </p:cNvSpPr>
          <p:nvPr>
            <p:ph type="body" idx="16394" hasCustomPrompt="1"/>
            <p:custDataLst>
              <p:tags r:id="rId6"/>
            </p:custDataLst>
          </p:nvPr>
        </p:nvSpPr>
        <p:spPr>
          <a:xfrm>
            <a:off x="3615055" y="3355975"/>
            <a:ext cx="50800" cy="1117600"/>
          </a:xfrm>
        </p:spPr>
        <p:txBody>
          <a:bodyPr>
            <a:noAutofit/>
          </a:bodyPr>
          <a:lstStyle/>
          <a:p>
            <a:pPr>
              <a:buNone/>
            </a:pPr>
            <a:endParaRPr lang="zh-CN" altLang="en-US"/>
          </a:p>
        </p:txBody>
      </p:sp>
      <p:sp>
        <p:nvSpPr>
          <p:cNvPr id="8" name="文本占位符 7"/>
          <p:cNvSpPr>
            <a:spLocks noGrp="1"/>
          </p:cNvSpPr>
          <p:nvPr>
            <p:ph type="body" idx="16388"/>
            <p:custDataLst>
              <p:tags r:id="rId7"/>
            </p:custDataLst>
          </p:nvPr>
        </p:nvSpPr>
        <p:spPr/>
        <p:txBody>
          <a:bodyPr/>
          <a:lstStyle/>
          <a:p>
            <a:r>
              <a:rPr lang="en-US" altLang="en-US"/>
              <a:t>Use real Q&amp;A data</a:t>
            </a:r>
          </a:p>
        </p:txBody>
      </p:sp>
      <p:sp>
        <p:nvSpPr>
          <p:cNvPr id="9" name="文本占位符 8"/>
          <p:cNvSpPr>
            <a:spLocks noGrp="1"/>
          </p:cNvSpPr>
          <p:nvPr>
            <p:ph type="body" idx="16389"/>
            <p:custDataLst>
              <p:tags r:id="rId8"/>
            </p:custDataLst>
          </p:nvPr>
        </p:nvSpPr>
        <p:spPr/>
        <p:txBody>
          <a:bodyPr/>
          <a:lstStyle/>
          <a:p>
            <a:r>
              <a:rPr lang="en-US" altLang="en-US"/>
              <a:t>Leverage authentic question-and-answer pairs from medical dialogues for knowledge support.</a:t>
            </a:r>
          </a:p>
        </p:txBody>
      </p:sp>
      <p:sp>
        <p:nvSpPr>
          <p:cNvPr id="10" name="装饰  3"/>
          <p:cNvSpPr>
            <a:spLocks noGrp="1"/>
          </p:cNvSpPr>
          <p:nvPr>
            <p:ph type="body" idx="16395" hasCustomPrompt="1"/>
            <p:custDataLst>
              <p:tags r:id="rId9"/>
            </p:custDataLst>
          </p:nvPr>
        </p:nvSpPr>
        <p:spPr>
          <a:xfrm>
            <a:off x="3665855" y="5020310"/>
            <a:ext cx="50800" cy="1117600"/>
          </a:xfrm>
        </p:spPr>
        <p:txBody>
          <a:bodyPr>
            <a:noAutofit/>
          </a:bodyPr>
          <a:lstStyle/>
          <a:p>
            <a:pPr>
              <a:buNone/>
            </a:pPr>
            <a:endParaRPr lang="zh-CN" altLang="en-US"/>
          </a:p>
        </p:txBody>
      </p:sp>
      <p:sp>
        <p:nvSpPr>
          <p:cNvPr id="11" name="文本占位符 10"/>
          <p:cNvSpPr>
            <a:spLocks noGrp="1"/>
          </p:cNvSpPr>
          <p:nvPr>
            <p:ph type="body" idx="16390"/>
            <p:custDataLst>
              <p:tags r:id="rId10"/>
            </p:custDataLst>
          </p:nvPr>
        </p:nvSpPr>
        <p:spPr/>
        <p:txBody>
          <a:bodyPr/>
          <a:lstStyle/>
          <a:p>
            <a:r>
              <a:rPr lang="en-US" altLang="en-US"/>
              <a:t>Provide accurate and natural responses</a:t>
            </a:r>
          </a:p>
        </p:txBody>
      </p:sp>
      <p:sp>
        <p:nvSpPr>
          <p:cNvPr id="12" name="文本占位符 11"/>
          <p:cNvSpPr>
            <a:spLocks noGrp="1"/>
          </p:cNvSpPr>
          <p:nvPr>
            <p:ph type="body" idx="16391"/>
            <p:custDataLst>
              <p:tags r:id="rId11"/>
            </p:custDataLst>
          </p:nvPr>
        </p:nvSpPr>
        <p:spPr/>
        <p:txBody>
          <a:bodyPr/>
          <a:lstStyle/>
          <a:p>
            <a:r>
              <a:rPr lang="en-US" altLang="en-US"/>
              <a:t>Ensure the chatbot delivers precise and human-like answers to users.</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p:txBody>
          <a:bodyPr/>
          <a:lstStyle/>
          <a:p>
            <a:r>
              <a:rPr lang="en-US" altLang="en-US"/>
              <a:t>Data Source and Preprocessing</a:t>
            </a:r>
          </a:p>
        </p:txBody>
      </p:sp>
      <p:sp>
        <p:nvSpPr>
          <p:cNvPr id="3" name="装饰  3"/>
          <p:cNvSpPr>
            <a:spLocks noGrp="1"/>
          </p:cNvSpPr>
          <p:nvPr>
            <p:ph type="body" idx="16390" hasCustomPrompt="1"/>
            <p:custDataLst>
              <p:tags r:id="rId3"/>
            </p:custDataLst>
          </p:nvPr>
        </p:nvSpPr>
        <p:spPr/>
        <p:txBody>
          <a:bodyPr>
            <a:noAutofit/>
          </a:bodyPr>
          <a:lstStyle/>
          <a:p>
            <a:pPr>
              <a:buNone/>
            </a:pPr>
            <a:endParaRPr lang="zh-CN" altLang="en-US"/>
          </a:p>
        </p:txBody>
      </p:sp>
      <p:sp>
        <p:nvSpPr>
          <p:cNvPr id="5" name="文本占位符 4"/>
          <p:cNvSpPr>
            <a:spLocks noGrp="1"/>
          </p:cNvSpPr>
          <p:nvPr>
            <p:ph type="body" idx="16386"/>
            <p:custDataLst>
              <p:tags r:id="rId4"/>
            </p:custDataLst>
          </p:nvPr>
        </p:nvSpPr>
        <p:spPr/>
        <p:txBody>
          <a:bodyPr/>
          <a:lstStyle/>
          <a:p>
            <a:r>
              <a:rPr lang="en-US" altLang="en-US"/>
              <a:t>Chinese Medical Dialogue Data</a:t>
            </a:r>
          </a:p>
        </p:txBody>
      </p:sp>
      <p:sp>
        <p:nvSpPr>
          <p:cNvPr id="6" name="文本占位符 5"/>
          <p:cNvSpPr>
            <a:spLocks noGrp="1"/>
          </p:cNvSpPr>
          <p:nvPr>
            <p:ph type="body" idx="16387"/>
            <p:custDataLst>
              <p:tags r:id="rId5"/>
            </p:custDataLst>
          </p:nvPr>
        </p:nvSpPr>
        <p:spPr/>
        <p:txBody>
          <a:bodyPr/>
          <a:lstStyle/>
          <a:p>
            <a:r>
              <a:rPr lang="en-US" altLang="en-US"/>
              <a:t>Utilize a dataset containing numerous real Q&amp;A pairs from medical dialogues.</a:t>
            </a:r>
          </a:p>
        </p:txBody>
      </p:sp>
      <p:sp>
        <p:nvSpPr>
          <p:cNvPr id="7" name="装饰  9"/>
          <p:cNvSpPr>
            <a:spLocks noGrp="1"/>
          </p:cNvSpPr>
          <p:nvPr>
            <p:ph type="body" idx="16392" hasCustomPrompt="1"/>
            <p:custDataLst>
              <p:tags r:id="rId6"/>
            </p:custDataLst>
          </p:nvPr>
        </p:nvSpPr>
        <p:spPr/>
        <p:txBody>
          <a:bodyPr>
            <a:noAutofit/>
          </a:bodyPr>
          <a:lstStyle/>
          <a:p>
            <a:pPr>
              <a:buNone/>
            </a:pPr>
            <a:endParaRPr lang="zh-CN" altLang="en-US"/>
          </a:p>
        </p:txBody>
      </p:sp>
      <p:sp>
        <p:nvSpPr>
          <p:cNvPr id="9" name="文本占位符 8"/>
          <p:cNvSpPr>
            <a:spLocks noGrp="1"/>
          </p:cNvSpPr>
          <p:nvPr>
            <p:ph type="body" idx="16388"/>
            <p:custDataLst>
              <p:tags r:id="rId7"/>
            </p:custDataLst>
          </p:nvPr>
        </p:nvSpPr>
        <p:spPr/>
        <p:txBody>
          <a:bodyPr/>
          <a:lstStyle/>
          <a:p>
            <a:r>
              <a:rPr lang="en-US" altLang="en-US"/>
              <a:t>Collected from multiple CSV files</a:t>
            </a:r>
          </a:p>
        </p:txBody>
      </p:sp>
      <p:sp>
        <p:nvSpPr>
          <p:cNvPr id="10" name="文本占位符 9"/>
          <p:cNvSpPr>
            <a:spLocks noGrp="1"/>
          </p:cNvSpPr>
          <p:nvPr>
            <p:ph type="body" idx="16389"/>
            <p:custDataLst>
              <p:tags r:id="rId8"/>
            </p:custDataLst>
          </p:nvPr>
        </p:nvSpPr>
        <p:spPr/>
        <p:txBody>
          <a:bodyPr/>
          <a:lstStyle/>
          <a:p>
            <a:r>
              <a:rPr lang="en-US" altLang="en-US"/>
              <a:t>Aggregate data from various CSV files, supporting multiple encodings.</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p:txBody>
          <a:bodyPr/>
          <a:lstStyle/>
          <a:p>
            <a:r>
              <a:rPr lang="en-US" altLang="en-US"/>
              <a:t>Data Source and Preprocessing</a:t>
            </a:r>
          </a:p>
        </p:txBody>
      </p:sp>
      <p:sp>
        <p:nvSpPr>
          <p:cNvPr id="4" name="装饰  5"/>
          <p:cNvSpPr>
            <a:spLocks noGrp="1"/>
          </p:cNvSpPr>
          <p:nvPr>
            <p:ph type="body" idx="16391" hasCustomPrompt="1"/>
            <p:custDataLst>
              <p:tags r:id="rId3"/>
            </p:custDataLst>
          </p:nvPr>
        </p:nvSpPr>
        <p:spPr/>
        <p:txBody>
          <a:bodyPr>
            <a:noAutofit/>
          </a:bodyPr>
          <a:lstStyle/>
          <a:p>
            <a:pPr>
              <a:buNone/>
            </a:pPr>
            <a:endParaRPr lang="zh-CN" altLang="en-US"/>
          </a:p>
        </p:txBody>
      </p:sp>
      <p:sp>
        <p:nvSpPr>
          <p:cNvPr id="5" name="文本占位符 4"/>
          <p:cNvSpPr>
            <a:spLocks noGrp="1"/>
          </p:cNvSpPr>
          <p:nvPr>
            <p:ph type="body" idx="16386"/>
            <p:custDataLst>
              <p:tags r:id="rId4"/>
            </p:custDataLst>
          </p:nvPr>
        </p:nvSpPr>
        <p:spPr/>
        <p:txBody>
          <a:bodyPr/>
          <a:lstStyle/>
          <a:p>
            <a:r>
              <a:rPr lang="en-US" altLang="en-US"/>
              <a:t>Formatted as Q&amp;A pairs</a:t>
            </a:r>
          </a:p>
        </p:txBody>
      </p:sp>
      <p:sp>
        <p:nvSpPr>
          <p:cNvPr id="6" name="文本占位符 5"/>
          <p:cNvSpPr>
            <a:spLocks noGrp="1"/>
          </p:cNvSpPr>
          <p:nvPr>
            <p:ph type="body" idx="16387"/>
            <p:custDataLst>
              <p:tags r:id="rId5"/>
            </p:custDataLst>
          </p:nvPr>
        </p:nvSpPr>
        <p:spPr/>
        <p:txBody>
          <a:bodyPr/>
          <a:lstStyle/>
          <a:p>
            <a:r>
              <a:rPr lang="en-US" altLang="en-US"/>
              <a:t>Data is structured with questions followed by corresponding answers for easy retrieval.</a:t>
            </a:r>
          </a:p>
        </p:txBody>
      </p:sp>
      <p:sp>
        <p:nvSpPr>
          <p:cNvPr id="7" name="文本占位符 6"/>
          <p:cNvSpPr>
            <a:spLocks noGrp="1"/>
          </p:cNvSpPr>
          <p:nvPr>
            <p:ph type="body" idx="16388"/>
            <p:custDataLst>
              <p:tags r:id="rId6"/>
            </p:custDataLst>
          </p:nvPr>
        </p:nvSpPr>
        <p:spPr/>
        <p:txBody>
          <a:bodyPr/>
          <a:lstStyle/>
          <a:p>
            <a:r>
              <a:rPr lang="en-US" altLang="en-US"/>
              <a:t>Clean and convert into text chunks</a:t>
            </a:r>
          </a:p>
        </p:txBody>
      </p:sp>
      <p:sp>
        <p:nvSpPr>
          <p:cNvPr id="8" name="文本占位符 7"/>
          <p:cNvSpPr>
            <a:spLocks noGrp="1"/>
          </p:cNvSpPr>
          <p:nvPr>
            <p:ph type="body" idx="16389"/>
            <p:custDataLst>
              <p:tags r:id="rId7"/>
            </p:custDataLst>
          </p:nvPr>
        </p:nvSpPr>
        <p:spPr/>
        <p:txBody>
          <a:bodyPr/>
          <a:lstStyle/>
          <a:p>
            <a:r>
              <a:rPr lang="en-US" altLang="en-US"/>
              <a:t>Process the data to clean and segment it into manageable text chunks for embedding.</a:t>
            </a:r>
          </a:p>
        </p:txBody>
      </p:sp>
      <p:pic>
        <p:nvPicPr>
          <p:cNvPr id="11" name="图片 10"/>
          <p:cNvPicPr>
            <a:picLocks noChangeAspect="1"/>
          </p:cNvPicPr>
          <p:nvPr>
            <p:custDataLst>
              <p:tags r:id="rId8"/>
            </p:custDataLst>
          </p:nvPr>
        </p:nvPicPr>
        <p:blipFill>
          <a:blip r:embed="rId11"/>
          <a:srcRect l="6989" r="5862"/>
          <a:stretch>
            <a:fillRect/>
          </a:stretch>
        </p:blipFill>
        <p:spPr>
          <a:xfrm>
            <a:off x="311150" y="1524000"/>
            <a:ext cx="3879850" cy="4724400"/>
          </a:xfrm>
          <a:prstGeom prst="rect">
            <a:avLst/>
          </a:prstGeom>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16388"/>
            <p:custDataLst>
              <p:tags r:id="rId2"/>
            </p:custDataLst>
          </p:nvPr>
        </p:nvSpPr>
        <p:spPr/>
        <p:txBody>
          <a:bodyPr/>
          <a:lstStyle/>
          <a:p>
            <a:r>
              <a:rPr lang="en-US" altLang="en-US"/>
              <a:t>Technical Implementation</a:t>
            </a:r>
          </a:p>
        </p:txBody>
      </p:sp>
      <p:sp>
        <p:nvSpPr>
          <p:cNvPr id="3" name="节编号 3"/>
          <p:cNvSpPr>
            <a:spLocks noGrp="1"/>
          </p:cNvSpPr>
          <p:nvPr>
            <p:ph type="body" sz="quarter" idx="16389"/>
            <p:custDataLst>
              <p:tags r:id="rId3"/>
            </p:custDataLst>
          </p:nvPr>
        </p:nvSpPr>
        <p:spPr/>
        <p:txBody>
          <a:bodyPr/>
          <a:lstStyle/>
          <a:p>
            <a:r>
              <a:rPr lang="en-US" altLang="en-US"/>
              <a:t>03</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p:txBody>
          <a:bodyPr/>
          <a:lstStyle/>
          <a:p>
            <a:r>
              <a:rPr lang="en-US" altLang="en-US"/>
              <a:t>Overall Workflow</a:t>
            </a: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a:xfrm>
            <a:off x="555585" y="139861"/>
            <a:ext cx="10972800" cy="609600"/>
          </a:xfrm>
        </p:spPr>
        <p:txBody>
          <a:bodyPr/>
          <a:lstStyle/>
          <a:p>
            <a:r>
              <a:rPr lang="en-US" altLang="en-US" dirty="0"/>
              <a:t>Demo Case</a:t>
            </a:r>
          </a:p>
        </p:txBody>
      </p:sp>
      <p:pic>
        <p:nvPicPr>
          <p:cNvPr id="5" name="图片 4">
            <a:extLst>
              <a:ext uri="{FF2B5EF4-FFF2-40B4-BE49-F238E27FC236}">
                <a16:creationId xmlns:a16="http://schemas.microsoft.com/office/drawing/2014/main" id="{B5BD2330-DDCE-A9CD-91E9-BB914DFFB6E2}"/>
              </a:ext>
            </a:extLst>
          </p:cNvPr>
          <p:cNvPicPr>
            <a:picLocks noChangeAspect="1"/>
          </p:cNvPicPr>
          <p:nvPr/>
        </p:nvPicPr>
        <p:blipFill>
          <a:blip r:embed="rId5"/>
          <a:stretch>
            <a:fillRect/>
          </a:stretch>
        </p:blipFill>
        <p:spPr>
          <a:xfrm>
            <a:off x="555585" y="749461"/>
            <a:ext cx="10918785" cy="5796866"/>
          </a:xfrm>
          <a:prstGeom prst="rect">
            <a:avLst/>
          </a:prstGeom>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descr="/data/resource/share/img_loading.svg"/>
          <p:cNvPicPr>
            <a:picLocks noChangeAspect="1"/>
          </p:cNvPicPr>
          <p:nvPr>
            <p:custDataLst>
              <p:tags r:id="rId2"/>
            </p:custDataLst>
          </p:nvPr>
        </p:nvPicPr>
        <p:blipFill>
          <a:blip>
            <a:extLst>
              <a:ext uri="{96DAC541-7B7A-43D3-8B79-37D633B846F1}">
                <asvg:svgBlip xmlns:asvg="http://schemas.microsoft.com/office/drawing/2016/SVG/main" r:embed="rId8" r:link="rId9"/>
              </a:ext>
            </a:extLst>
          </a:blip>
          <a:stretch>
            <a:fillRect/>
          </a:stretch>
        </p:blipFill>
        <p:spPr>
          <a:xfrm>
            <a:off x="5969000" y="1574800"/>
            <a:ext cx="254000" cy="254000"/>
          </a:xfrm>
          <a:prstGeom prst="rect">
            <a:avLst/>
          </a:prstGeom>
        </p:spPr>
      </p:pic>
      <p:sp>
        <p:nvSpPr>
          <p:cNvPr id="11" name="文本框 10"/>
          <p:cNvSpPr txBox="1"/>
          <p:nvPr>
            <p:custDataLst>
              <p:tags r:id="rId3"/>
            </p:custDataLst>
          </p:nvPr>
        </p:nvSpPr>
        <p:spPr>
          <a:xfrm>
            <a:off x="5867400" y="1828800"/>
            <a:ext cx="457200" cy="203200"/>
          </a:xfrm>
          <a:prstGeom prst="rect">
            <a:avLst/>
          </a:prstGeom>
          <a:noFill/>
        </p:spPr>
        <p:txBody>
          <a:bodyPr vert="horz" wrap="square" lIns="0" tIns="0" rIns="0" bIns="0" rtlCol="0" anchor="t">
            <a:noAutofit/>
          </a:bodyPr>
          <a:lstStyle/>
          <a:p>
            <a:pPr algn="ctr"/>
            <a:r>
              <a:rPr lang="zh-CN" altLang="en-US" sz="1200">
                <a:solidFill>
                  <a:srgbClr val="A3A3A3"/>
                </a:solidFill>
              </a:rPr>
              <a:t>配图中</a:t>
            </a:r>
          </a:p>
        </p:txBody>
      </p:sp>
      <p:pic>
        <p:nvPicPr>
          <p:cNvPr id="15" name="内容占位符 14"/>
          <p:cNvPicPr>
            <a:picLocks noGrp="1" noChangeAspect="1"/>
          </p:cNvPicPr>
          <p:nvPr>
            <p:ph idx="16390"/>
            <p:custDataLst>
              <p:tags r:id="rId4"/>
            </p:custDataLst>
          </p:nvPr>
        </p:nvPicPr>
        <p:blipFill>
          <a:blip r:embed="rId10"/>
          <a:stretch>
            <a:fillRect/>
          </a:stretch>
        </p:blipFill>
        <p:spPr>
          <a:xfrm>
            <a:off x="7489993" y="296120"/>
            <a:ext cx="4248785" cy="2387600"/>
          </a:xfrm>
          <a:prstGeom prst="rect">
            <a:avLst/>
          </a:prstGeom>
        </p:spPr>
      </p:pic>
      <p:sp>
        <p:nvSpPr>
          <p:cNvPr id="3" name="标题 2"/>
          <p:cNvSpPr>
            <a:spLocks noGrp="1"/>
          </p:cNvSpPr>
          <p:nvPr>
            <p:ph type="ctrTitle" idx="16385"/>
            <p:custDataLst>
              <p:tags r:id="rId5"/>
            </p:custDataLst>
          </p:nvPr>
        </p:nvSpPr>
        <p:spPr>
          <a:xfrm>
            <a:off x="123463" y="127002"/>
            <a:ext cx="10972800" cy="609600"/>
          </a:xfrm>
        </p:spPr>
        <p:txBody>
          <a:bodyPr/>
          <a:lstStyle/>
          <a:p>
            <a:r>
              <a:rPr lang="en-US" altLang="zh-CN" dirty="0"/>
              <a:t>Loading &amp; Chunking…</a:t>
            </a:r>
            <a:endParaRPr lang="zh-CN" altLang="en-US" dirty="0"/>
          </a:p>
        </p:txBody>
      </p:sp>
      <p:pic>
        <p:nvPicPr>
          <p:cNvPr id="8" name="图片 7">
            <a:extLst>
              <a:ext uri="{FF2B5EF4-FFF2-40B4-BE49-F238E27FC236}">
                <a16:creationId xmlns:a16="http://schemas.microsoft.com/office/drawing/2014/main" id="{26E5A676-0369-A73E-5243-110787483CFA}"/>
              </a:ext>
            </a:extLst>
          </p:cNvPr>
          <p:cNvPicPr>
            <a:picLocks noChangeAspect="1"/>
          </p:cNvPicPr>
          <p:nvPr/>
        </p:nvPicPr>
        <p:blipFill>
          <a:blip r:embed="rId11"/>
          <a:srcRect t="-35986" r="26139" b="34800"/>
          <a:stretch>
            <a:fillRect/>
          </a:stretch>
        </p:blipFill>
        <p:spPr>
          <a:xfrm>
            <a:off x="0" y="-1033856"/>
            <a:ext cx="6939855" cy="5047552"/>
          </a:xfrm>
          <a:prstGeom prst="rect">
            <a:avLst/>
          </a:prstGeom>
        </p:spPr>
      </p:pic>
      <p:pic>
        <p:nvPicPr>
          <p:cNvPr id="5" name="图片 4">
            <a:extLst>
              <a:ext uri="{FF2B5EF4-FFF2-40B4-BE49-F238E27FC236}">
                <a16:creationId xmlns:a16="http://schemas.microsoft.com/office/drawing/2014/main" id="{A722DDBB-BF3B-BBE9-493A-851DE1C55E69}"/>
              </a:ext>
            </a:extLst>
          </p:cNvPr>
          <p:cNvPicPr>
            <a:picLocks noChangeAspect="1"/>
          </p:cNvPicPr>
          <p:nvPr/>
        </p:nvPicPr>
        <p:blipFill>
          <a:blip r:embed="rId12"/>
          <a:stretch>
            <a:fillRect/>
          </a:stretch>
        </p:blipFill>
        <p:spPr>
          <a:xfrm>
            <a:off x="4196655" y="2683720"/>
            <a:ext cx="5486400" cy="3789484"/>
          </a:xfrm>
          <a:prstGeom prst="rect">
            <a:avLst/>
          </a:prstGeom>
        </p:spPr>
      </p:pic>
      <p:sp>
        <p:nvSpPr>
          <p:cNvPr id="9" name="矩形 8">
            <a:extLst>
              <a:ext uri="{FF2B5EF4-FFF2-40B4-BE49-F238E27FC236}">
                <a16:creationId xmlns:a16="http://schemas.microsoft.com/office/drawing/2014/main" id="{D7CF7693-839D-DBAD-31E3-2E856143B36D}"/>
              </a:ext>
            </a:extLst>
          </p:cNvPr>
          <p:cNvSpPr/>
          <p:nvPr/>
        </p:nvSpPr>
        <p:spPr>
          <a:xfrm>
            <a:off x="520861" y="1446835"/>
            <a:ext cx="6418994" cy="1174831"/>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zh-CN" altLang="en-US"/>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a:xfrm>
            <a:off x="559122" y="3703256"/>
            <a:ext cx="5663878" cy="1219200"/>
          </a:xfrm>
        </p:spPr>
        <p:txBody>
          <a:bodyPr>
            <a:normAutofit fontScale="90000"/>
          </a:bodyPr>
          <a:lstStyle/>
          <a:p>
            <a:r>
              <a:rPr lang="en-US" altLang="en-US" dirty="0"/>
              <a:t>Embedding &amp;</a:t>
            </a:r>
            <a:br>
              <a:rPr lang="en-US" altLang="en-US" dirty="0"/>
            </a:br>
            <a:r>
              <a:rPr lang="en-US" altLang="en-US" dirty="0"/>
              <a:t>Build vector database</a:t>
            </a:r>
            <a:br>
              <a:rPr lang="en-US" altLang="en-US" dirty="0"/>
            </a:br>
            <a:endParaRPr lang="en-US" altLang="en-US" dirty="0"/>
          </a:p>
        </p:txBody>
      </p:sp>
      <p:pic>
        <p:nvPicPr>
          <p:cNvPr id="7" name="图片 6">
            <a:extLst>
              <a:ext uri="{FF2B5EF4-FFF2-40B4-BE49-F238E27FC236}">
                <a16:creationId xmlns:a16="http://schemas.microsoft.com/office/drawing/2014/main" id="{328BCBDE-6A40-B8E2-E412-25F29D623928}"/>
              </a:ext>
            </a:extLst>
          </p:cNvPr>
          <p:cNvPicPr>
            <a:picLocks noChangeAspect="1"/>
          </p:cNvPicPr>
          <p:nvPr/>
        </p:nvPicPr>
        <p:blipFill>
          <a:blip r:embed="rId5"/>
          <a:stretch>
            <a:fillRect/>
          </a:stretch>
        </p:blipFill>
        <p:spPr>
          <a:xfrm>
            <a:off x="6324600" y="0"/>
            <a:ext cx="5617124" cy="5548343"/>
          </a:xfrm>
          <a:prstGeom prst="rect">
            <a:avLst/>
          </a:prstGeom>
        </p:spPr>
      </p:pic>
      <p:pic>
        <p:nvPicPr>
          <p:cNvPr id="9" name="图片 8">
            <a:extLst>
              <a:ext uri="{FF2B5EF4-FFF2-40B4-BE49-F238E27FC236}">
                <a16:creationId xmlns:a16="http://schemas.microsoft.com/office/drawing/2014/main" id="{D032927F-48D5-23BC-14C0-8BDD2D3E713B}"/>
              </a:ext>
            </a:extLst>
          </p:cNvPr>
          <p:cNvPicPr>
            <a:picLocks noChangeAspect="1"/>
          </p:cNvPicPr>
          <p:nvPr/>
        </p:nvPicPr>
        <p:blipFill>
          <a:blip r:embed="rId6"/>
          <a:stretch>
            <a:fillRect/>
          </a:stretch>
        </p:blipFill>
        <p:spPr>
          <a:xfrm>
            <a:off x="478876" y="0"/>
            <a:ext cx="5271060" cy="3429000"/>
          </a:xfrm>
          <a:prstGeom prst="rect">
            <a:avLst/>
          </a:prstGeom>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2F0E1-9A87-88F2-C84F-604A61D25D0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86669FB-7A9A-B4FE-0928-ACB07D627B97}"/>
              </a:ext>
            </a:extLst>
          </p:cNvPr>
          <p:cNvSpPr>
            <a:spLocks noGrp="1"/>
          </p:cNvSpPr>
          <p:nvPr>
            <p:ph type="ctrTitle" idx="16385"/>
            <p:custDataLst>
              <p:tags r:id="rId2"/>
            </p:custDataLst>
          </p:nvPr>
        </p:nvSpPr>
        <p:spPr>
          <a:xfrm>
            <a:off x="97191" y="69032"/>
            <a:ext cx="5663878" cy="1219200"/>
          </a:xfrm>
        </p:spPr>
        <p:txBody>
          <a:bodyPr>
            <a:normAutofit/>
          </a:bodyPr>
          <a:lstStyle/>
          <a:p>
            <a:r>
              <a:rPr lang="en-US" altLang="en-US" dirty="0"/>
              <a:t>Retrieving part:</a:t>
            </a:r>
            <a:br>
              <a:rPr lang="en-US" altLang="en-US" dirty="0"/>
            </a:br>
            <a:endParaRPr lang="en-US" altLang="en-US" dirty="0"/>
          </a:p>
        </p:txBody>
      </p:sp>
      <p:sp>
        <p:nvSpPr>
          <p:cNvPr id="5" name="文本框 4">
            <a:extLst>
              <a:ext uri="{FF2B5EF4-FFF2-40B4-BE49-F238E27FC236}">
                <a16:creationId xmlns:a16="http://schemas.microsoft.com/office/drawing/2014/main" id="{175E4248-1DF7-AE50-30C4-E7D7B72A3098}"/>
              </a:ext>
            </a:extLst>
          </p:cNvPr>
          <p:cNvSpPr txBox="1"/>
          <p:nvPr/>
        </p:nvSpPr>
        <p:spPr>
          <a:xfrm>
            <a:off x="966485" y="1660967"/>
            <a:ext cx="8640501" cy="4247317"/>
          </a:xfrm>
          <a:prstGeom prst="rect">
            <a:avLst/>
          </a:prstGeom>
          <a:noFill/>
        </p:spPr>
        <p:txBody>
          <a:bodyPr wrap="square" rtlCol="0">
            <a:spAutoFit/>
          </a:bodyPr>
          <a:lstStyle/>
          <a:p>
            <a:r>
              <a:rPr lang="en-US" altLang="zh-CN" dirty="0"/>
              <a:t>This function, </a:t>
            </a:r>
            <a:r>
              <a:rPr lang="en-US" altLang="zh-CN" dirty="0" err="1"/>
              <a:t>retrieve_with_filter</a:t>
            </a:r>
            <a:r>
              <a:rPr lang="en-US" altLang="zh-CN" dirty="0"/>
              <a:t>, is designed to retrieve the most relevant medical information based on a user query. It first embeds the query into a vector using a text embedding model. Then, it infers the related medical departments—like oncology or pediatrics—based on keywords in the query. </a:t>
            </a:r>
          </a:p>
          <a:p>
            <a:endParaRPr lang="en-US" altLang="zh-CN" dirty="0"/>
          </a:p>
          <a:p>
            <a:r>
              <a:rPr lang="en-US" altLang="zh-CN" dirty="0"/>
              <a:t>To improve accuracy, it filters the vector database using two conditions: the text must contain at least one predefined keyword, and it should belong to one of the inferred departments. If no results match, it falls back to the full database. </a:t>
            </a:r>
          </a:p>
          <a:p>
            <a:endParaRPr lang="en-US" altLang="zh-CN" dirty="0"/>
          </a:p>
          <a:p>
            <a:r>
              <a:rPr lang="en-US" altLang="zh-CN" dirty="0"/>
              <a:t>Then, it calculates the cosine similarity between the query vector and each filtered item. Only results with a similarity score above a defined threshold—default is 0.6—are kept. This threshold helps eliminate irrelevant or hallucinated responses and ensures that only highly relevant matches are returned. </a:t>
            </a:r>
          </a:p>
          <a:p>
            <a:endParaRPr lang="en-US" altLang="zh-CN" dirty="0"/>
          </a:p>
          <a:p>
            <a:r>
              <a:rPr lang="en-US" altLang="zh-CN" dirty="0"/>
              <a:t>Finally, the results are sorted by similarity and the top N results are returned.</a:t>
            </a:r>
            <a:endParaRPr lang="zh-CN" altLang="en-US" dirty="0"/>
          </a:p>
        </p:txBody>
      </p:sp>
      <p:pic>
        <p:nvPicPr>
          <p:cNvPr id="4" name="图片 3">
            <a:extLst>
              <a:ext uri="{FF2B5EF4-FFF2-40B4-BE49-F238E27FC236}">
                <a16:creationId xmlns:a16="http://schemas.microsoft.com/office/drawing/2014/main" id="{BCED2622-5E66-C442-B813-BF3E6FF51D65}"/>
              </a:ext>
            </a:extLst>
          </p:cNvPr>
          <p:cNvPicPr>
            <a:picLocks noChangeAspect="1"/>
          </p:cNvPicPr>
          <p:nvPr/>
        </p:nvPicPr>
        <p:blipFill>
          <a:blip r:embed="rId5"/>
          <a:stretch>
            <a:fillRect/>
          </a:stretch>
        </p:blipFill>
        <p:spPr>
          <a:xfrm>
            <a:off x="1993877" y="805955"/>
            <a:ext cx="7534384" cy="5646931"/>
          </a:xfrm>
          <a:prstGeom prst="rect">
            <a:avLst/>
          </a:prstGeom>
        </p:spPr>
      </p:pic>
    </p:spTree>
    <p:custDataLst>
      <p:tags r:id="rId1"/>
    </p:custDataLst>
    <p:extLst>
      <p:ext uri="{BB962C8B-B14F-4D97-AF65-F5344CB8AC3E}">
        <p14:creationId xmlns:p14="http://schemas.microsoft.com/office/powerpoint/2010/main" val="2159247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nodeType="clickEffect">
                                  <p:stCondLst>
                                    <p:cond delay="0"/>
                                  </p:stCondLst>
                                  <p:childTnLst>
                                    <p:animEffect transition="out" filter="wipe(down)">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50B73-9CF3-2EAA-EA01-55023C5F7CB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5B800E2-DE54-4406-10B7-9BB3B7F947E8}"/>
              </a:ext>
            </a:extLst>
          </p:cNvPr>
          <p:cNvSpPr>
            <a:spLocks noGrp="1"/>
          </p:cNvSpPr>
          <p:nvPr>
            <p:ph type="ctrTitle" idx="16385"/>
            <p:custDataLst>
              <p:tags r:id="rId2"/>
            </p:custDataLst>
          </p:nvPr>
        </p:nvSpPr>
        <p:spPr>
          <a:xfrm>
            <a:off x="97191" y="69032"/>
            <a:ext cx="5663878" cy="1219200"/>
          </a:xfrm>
        </p:spPr>
        <p:txBody>
          <a:bodyPr>
            <a:normAutofit/>
          </a:bodyPr>
          <a:lstStyle/>
          <a:p>
            <a:r>
              <a:rPr lang="en-US" altLang="en-US" dirty="0"/>
              <a:t>Retrieving part:</a:t>
            </a:r>
            <a:br>
              <a:rPr lang="en-US" altLang="en-US" dirty="0"/>
            </a:br>
            <a:endParaRPr lang="en-US" altLang="en-US" dirty="0"/>
          </a:p>
        </p:txBody>
      </p:sp>
      <p:sp>
        <p:nvSpPr>
          <p:cNvPr id="8" name="Rectangle 2">
            <a:extLst>
              <a:ext uri="{FF2B5EF4-FFF2-40B4-BE49-F238E27FC236}">
                <a16:creationId xmlns:a16="http://schemas.microsoft.com/office/drawing/2014/main" id="{EB884905-97CD-426B-CC46-2BCA1697FD85}"/>
              </a:ext>
            </a:extLst>
          </p:cNvPr>
          <p:cNvSpPr>
            <a:spLocks noChangeArrowheads="1"/>
          </p:cNvSpPr>
          <p:nvPr/>
        </p:nvSpPr>
        <p:spPr bwMode="auto">
          <a:xfrm>
            <a:off x="466227" y="1562082"/>
            <a:ext cx="10477548"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chemeClr val="tx1"/>
                </a:solidFill>
                <a:effectLst/>
                <a:latin typeface="Arial" panose="020B0604020202020204" pitchFamily="34" charset="0"/>
              </a:rPr>
              <a:t>In this chatbot system, the </a:t>
            </a:r>
            <a:r>
              <a:rPr kumimoji="0" lang="zh-CN" altLang="zh-CN" sz="1400" b="0" i="0" u="none" strike="noStrike" cap="none" normalizeH="0" baseline="0" dirty="0">
                <a:ln>
                  <a:noFill/>
                </a:ln>
                <a:solidFill>
                  <a:schemeClr val="tx1"/>
                </a:solidFill>
                <a:effectLst/>
                <a:latin typeface="Arial Unicode MS" panose="020B0604020202020204" pitchFamily="34" charset="-122"/>
              </a:rPr>
              <a:t>system_prompt</a:t>
            </a:r>
            <a:r>
              <a:rPr kumimoji="0" lang="zh-CN" altLang="zh-CN" sz="1400" b="0" i="0" u="none" strike="noStrike" cap="none" normalizeH="0" baseline="0" dirty="0">
                <a:ln>
                  <a:noFill/>
                </a:ln>
                <a:solidFill>
                  <a:schemeClr val="tx1"/>
                </a:solidFill>
                <a:effectLst/>
              </a:rPr>
              <a:t> plays a critical role in controlling the behavior of the language model.</a:t>
            </a:r>
            <a:endParaRPr kumimoji="0" lang="en-US" altLang="zh-CN"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chemeClr val="tx1"/>
                </a:solidFill>
                <a:effectLst/>
              </a:rPr>
              <a:t>This prompt is passed to the model as part of the first message in a structured conversation, with the role explicitly set as </a:t>
            </a:r>
            <a:r>
              <a:rPr kumimoji="0" lang="zh-CN" altLang="zh-CN" sz="1400" b="0" i="0" u="none" strike="noStrike" cap="none" normalizeH="0" baseline="0" dirty="0">
                <a:ln>
                  <a:noFill/>
                </a:ln>
                <a:solidFill>
                  <a:schemeClr val="tx1"/>
                </a:solidFill>
                <a:effectLst/>
                <a:latin typeface="Arial Unicode MS" panose="020B0604020202020204" pitchFamily="34" charset="-122"/>
              </a:rPr>
              <a:t>'system'</a:t>
            </a:r>
            <a:r>
              <a:rPr kumimoji="0" lang="zh-CN" altLang="zh-CN" sz="1400" b="0" i="0" u="none" strike="noStrike" cap="none" normalizeH="0" baseline="0" dirty="0">
                <a:ln>
                  <a:noFill/>
                </a:ln>
                <a:solidFill>
                  <a:schemeClr val="tx1"/>
                </a:solidFill>
                <a:effectLst/>
              </a:rPr>
              <a:t>.</a:t>
            </a:r>
            <a:endParaRPr kumimoji="0" lang="zh-CN" altLang="zh-CN"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chemeClr val="tx1"/>
                </a:solidFill>
                <a:effectLst/>
                <a:latin typeface="Arial" panose="020B0604020202020204" pitchFamily="34" charset="0"/>
              </a:rPr>
              <a:t>Large Language Models like the one used in Ollama—including LLaMA, Mistral, or others—are trained on billions of tokens </a:t>
            </a:r>
            <a:endParaRPr kumimoji="0" lang="en-US" altLang="zh-CN"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chemeClr val="tx1"/>
                </a:solidFill>
                <a:effectLst/>
                <a:latin typeface="Arial" panose="020B0604020202020204" pitchFamily="34" charset="0"/>
              </a:rPr>
              <a:t>using </a:t>
            </a:r>
            <a:r>
              <a:rPr kumimoji="0" lang="zh-CN" altLang="zh-CN" sz="1400" b="1" i="0" u="none" strike="noStrike" cap="none" normalizeH="0" baseline="0" dirty="0">
                <a:ln>
                  <a:noFill/>
                </a:ln>
                <a:solidFill>
                  <a:schemeClr val="tx1"/>
                </a:solidFill>
                <a:effectLst/>
                <a:latin typeface="Arial" panose="020B0604020202020204" pitchFamily="34" charset="0"/>
              </a:rPr>
              <a:t>instruction-tuning</a:t>
            </a:r>
            <a:r>
              <a:rPr kumimoji="0" lang="zh-CN" altLang="zh-CN" sz="1400" b="0" i="0" u="none" strike="noStrike" cap="none" normalizeH="0" baseline="0" dirty="0">
                <a:ln>
                  <a:noFill/>
                </a:ln>
                <a:solidFill>
                  <a:schemeClr val="tx1"/>
                </a:solidFill>
                <a:effectLst/>
                <a:latin typeface="Arial" panose="020B0604020202020204" pitchFamily="34" charset="0"/>
              </a:rPr>
              <a:t> and </a:t>
            </a:r>
            <a:r>
              <a:rPr kumimoji="0" lang="zh-CN" altLang="zh-CN" sz="1400" b="1" i="0" u="none" strike="noStrike" cap="none" normalizeH="0" baseline="0" dirty="0">
                <a:ln>
                  <a:noFill/>
                </a:ln>
                <a:solidFill>
                  <a:schemeClr val="tx1"/>
                </a:solidFill>
                <a:effectLst/>
                <a:latin typeface="Arial" panose="020B0604020202020204" pitchFamily="34" charset="0"/>
              </a:rPr>
              <a:t>chat-format supervision</a:t>
            </a:r>
            <a:r>
              <a:rPr kumimoji="0" lang="zh-CN" altLang="zh-CN" sz="1400" b="0" i="0" u="none" strike="noStrike" cap="none" normalizeH="0" baseline="0" dirty="0">
                <a:ln>
                  <a:noFill/>
                </a:ln>
                <a:solidFill>
                  <a:schemeClr val="tx1"/>
                </a:solidFill>
                <a:effectLst/>
                <a:latin typeface="Arial" panose="020B0604020202020204" pitchFamily="34" charset="0"/>
              </a:rPr>
              <a:t>. </a:t>
            </a:r>
            <a:endParaRPr kumimoji="0" lang="en-US" altLang="zh-CN"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chemeClr val="tx1"/>
                </a:solidFill>
                <a:effectLst/>
                <a:latin typeface="Arial" panose="020B0604020202020204" pitchFamily="34" charset="0"/>
              </a:rPr>
              <a:t>During training, they learn to treat system prompts as high-priority context: they define the assistant’s role, tone, constraints, </a:t>
            </a:r>
            <a:endParaRPr kumimoji="0" lang="en-US" altLang="zh-CN"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chemeClr val="tx1"/>
                </a:solidFill>
                <a:effectLst/>
                <a:latin typeface="Arial" panose="020B0604020202020204" pitchFamily="34" charset="0"/>
              </a:rPr>
              <a:t>and response boundaries.</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chemeClr val="tx1"/>
                </a:solidFill>
                <a:effectLst/>
                <a:latin typeface="Arial" panose="020B0604020202020204" pitchFamily="34" charset="0"/>
              </a:rPr>
              <a:t>In our case, we instruct the model to: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400" b="0" i="0" u="none" strike="noStrike" cap="none" normalizeH="0" baseline="0" dirty="0">
                <a:ln>
                  <a:noFill/>
                </a:ln>
                <a:solidFill>
                  <a:schemeClr val="tx1"/>
                </a:solidFill>
                <a:effectLst/>
                <a:latin typeface="Arial" panose="020B0604020202020204" pitchFamily="34" charset="0"/>
              </a:rPr>
              <a:t>Act as a </a:t>
            </a:r>
            <a:r>
              <a:rPr kumimoji="0" lang="zh-CN" altLang="zh-CN" sz="1400" b="1" i="0" u="none" strike="noStrike" cap="none" normalizeH="0" baseline="0" dirty="0">
                <a:ln>
                  <a:noFill/>
                </a:ln>
                <a:solidFill>
                  <a:schemeClr val="tx1"/>
                </a:solidFill>
                <a:effectLst/>
                <a:latin typeface="Arial" panose="020B0604020202020204" pitchFamily="34" charset="0"/>
              </a:rPr>
              <a:t>cautious medical assistant</a:t>
            </a:r>
            <a:r>
              <a:rPr kumimoji="0" lang="zh-CN" altLang="zh-CN" sz="1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400" b="0" i="0" u="none" strike="noStrike" cap="none" normalizeH="0" baseline="0" dirty="0">
                <a:ln>
                  <a:noFill/>
                </a:ln>
                <a:solidFill>
                  <a:schemeClr val="tx1"/>
                </a:solidFill>
                <a:effectLst/>
                <a:latin typeface="Arial" panose="020B0604020202020204" pitchFamily="34" charset="0"/>
              </a:rPr>
              <a:t>Use </a:t>
            </a:r>
            <a:r>
              <a:rPr kumimoji="0" lang="zh-CN" altLang="zh-CN" sz="1400" b="1" i="0" u="none" strike="noStrike" cap="none" normalizeH="0" baseline="0" dirty="0">
                <a:ln>
                  <a:noFill/>
                </a:ln>
                <a:solidFill>
                  <a:schemeClr val="tx1"/>
                </a:solidFill>
                <a:effectLst/>
                <a:latin typeface="Arial" panose="020B0604020202020204" pitchFamily="34" charset="0"/>
              </a:rPr>
              <a:t>only the provided context</a:t>
            </a:r>
            <a:r>
              <a:rPr kumimoji="0" lang="zh-CN" altLang="zh-CN" sz="1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400" b="1" i="0" u="none" strike="noStrike" cap="none" normalizeH="0" baseline="0" dirty="0">
                <a:ln>
                  <a:noFill/>
                </a:ln>
                <a:solidFill>
                  <a:schemeClr val="tx1"/>
                </a:solidFill>
                <a:effectLst/>
                <a:latin typeface="Arial" panose="020B0604020202020204" pitchFamily="34" charset="0"/>
              </a:rPr>
              <a:t>Avoid hallucinations</a:t>
            </a:r>
            <a:r>
              <a:rPr kumimoji="0" lang="zh-CN" altLang="zh-CN" sz="1400" b="0" i="0" u="none" strike="noStrike" cap="none" normalizeH="0" baseline="0" dirty="0">
                <a:ln>
                  <a:noFill/>
                </a:ln>
                <a:solidFill>
                  <a:schemeClr val="tx1"/>
                </a:solidFill>
                <a:effectLst/>
                <a:latin typeface="Arial" panose="020B0604020202020204" pitchFamily="34" charset="0"/>
              </a:rPr>
              <a:t>, and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400" b="0" i="0" u="none" strike="noStrike" cap="none" normalizeH="0" baseline="0" dirty="0">
                <a:ln>
                  <a:noFill/>
                </a:ln>
                <a:solidFill>
                  <a:schemeClr val="tx1"/>
                </a:solidFill>
                <a:effectLst/>
                <a:latin typeface="Arial" panose="020B0604020202020204" pitchFamily="34" charset="0"/>
              </a:rPr>
              <a:t>Explicitly respond with a fallback message when information is insufficient.</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chemeClr val="tx1"/>
                </a:solidFill>
                <a:effectLst/>
                <a:latin typeface="Arial" panose="020B0604020202020204" pitchFamily="34" charset="0"/>
              </a:rPr>
              <a:t>This works because the model has learned during training to </a:t>
            </a:r>
            <a:r>
              <a:rPr kumimoji="0" lang="zh-CN" altLang="zh-CN" sz="1400" b="1" i="0" u="none" strike="noStrike" cap="none" normalizeH="0" baseline="0" dirty="0">
                <a:ln>
                  <a:noFill/>
                </a:ln>
                <a:solidFill>
                  <a:schemeClr val="tx1"/>
                </a:solidFill>
                <a:effectLst/>
                <a:latin typeface="Arial" panose="020B0604020202020204" pitchFamily="34" charset="0"/>
              </a:rPr>
              <a:t>pattern-match and obey such role-defining instructions</a:t>
            </a:r>
            <a:r>
              <a:rPr kumimoji="0" lang="zh-CN" altLang="zh-CN" sz="1400" b="0" i="0" u="none" strike="noStrike" cap="none" normalizeH="0" baseline="0" dirty="0">
                <a:ln>
                  <a:noFill/>
                </a:ln>
                <a:solidFill>
                  <a:schemeClr val="tx1"/>
                </a:solidFill>
                <a:effectLst/>
                <a:latin typeface="Arial" panose="020B0604020202020204" pitchFamily="34" charset="0"/>
              </a:rPr>
              <a:t>, </a:t>
            </a:r>
            <a:endParaRPr kumimoji="0" lang="en-US" altLang="zh-CN"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chemeClr val="tx1"/>
                </a:solidFill>
                <a:effectLst/>
                <a:latin typeface="Arial" panose="020B0604020202020204" pitchFamily="34" charset="0"/>
              </a:rPr>
              <a:t>especially when the prompt is framed clearly and authoritatively.</a:t>
            </a:r>
            <a:endParaRPr kumimoji="0" lang="en-US" altLang="zh-CN"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chemeClr val="tx1"/>
                </a:solidFill>
                <a:effectLst/>
                <a:latin typeface="Arial" panose="020B0604020202020204" pitchFamily="34" charset="0"/>
              </a:rPr>
              <a:t> The system prompt serves as a kind of “hidden rulebook” that the assistant must follow throughout the interaction.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chemeClr val="tx1"/>
                </a:solidFill>
                <a:effectLst/>
                <a:latin typeface="Arial" panose="020B0604020202020204" pitchFamily="34" charset="0"/>
              </a:rPr>
              <a:t>By combining this with our RAG context retrieval, we tightly constrain the model’s knowledge base, making it safer and </a:t>
            </a:r>
            <a:endParaRPr kumimoji="0" lang="en-US" altLang="zh-CN"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chemeClr val="tx1"/>
                </a:solidFill>
                <a:effectLst/>
                <a:latin typeface="Arial" panose="020B0604020202020204" pitchFamily="34" charset="0"/>
              </a:rPr>
              <a:t>more reliable—especially in high-stakes domains like medicine.</a:t>
            </a:r>
          </a:p>
        </p:txBody>
      </p:sp>
      <p:pic>
        <p:nvPicPr>
          <p:cNvPr id="5" name="图片 4">
            <a:extLst>
              <a:ext uri="{FF2B5EF4-FFF2-40B4-BE49-F238E27FC236}">
                <a16:creationId xmlns:a16="http://schemas.microsoft.com/office/drawing/2014/main" id="{22E7A4BA-46A9-9DE4-FE59-0D8535829EC2}"/>
              </a:ext>
            </a:extLst>
          </p:cNvPr>
          <p:cNvPicPr>
            <a:picLocks noChangeAspect="1"/>
          </p:cNvPicPr>
          <p:nvPr/>
        </p:nvPicPr>
        <p:blipFill>
          <a:blip r:embed="rId5"/>
          <a:stretch>
            <a:fillRect/>
          </a:stretch>
        </p:blipFill>
        <p:spPr>
          <a:xfrm>
            <a:off x="1248225" y="631889"/>
            <a:ext cx="7315200" cy="5594222"/>
          </a:xfrm>
          <a:prstGeom prst="rect">
            <a:avLst/>
          </a:prstGeom>
        </p:spPr>
      </p:pic>
    </p:spTree>
    <p:custDataLst>
      <p:tags r:id="rId1"/>
    </p:custDataLst>
    <p:extLst>
      <p:ext uri="{BB962C8B-B14F-4D97-AF65-F5344CB8AC3E}">
        <p14:creationId xmlns:p14="http://schemas.microsoft.com/office/powerpoint/2010/main" val="3068070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xit" presetSubtype="21" fill="hold" nodeType="clickEffect">
                                  <p:stCondLst>
                                    <p:cond delay="0"/>
                                  </p:stCondLst>
                                  <p:childTnLst>
                                    <p:animEffect transition="out" filter="barn(inVertic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p:txBody>
          <a:bodyPr/>
          <a:lstStyle/>
          <a:p>
            <a:r>
              <a:rPr lang="en-US" altLang="en-US"/>
              <a:t>Answer Generation</a:t>
            </a:r>
          </a:p>
        </p:txBody>
      </p:sp>
      <p:pic>
        <p:nvPicPr>
          <p:cNvPr id="4" name="图片 3">
            <a:extLst>
              <a:ext uri="{FF2B5EF4-FFF2-40B4-BE49-F238E27FC236}">
                <a16:creationId xmlns:a16="http://schemas.microsoft.com/office/drawing/2014/main" id="{2C10B7FA-F568-B521-AE73-277645C3E097}"/>
              </a:ext>
            </a:extLst>
          </p:cNvPr>
          <p:cNvPicPr>
            <a:picLocks noChangeAspect="1"/>
          </p:cNvPicPr>
          <p:nvPr/>
        </p:nvPicPr>
        <p:blipFill>
          <a:blip r:embed="rId5"/>
          <a:stretch>
            <a:fillRect/>
          </a:stretch>
        </p:blipFill>
        <p:spPr>
          <a:xfrm>
            <a:off x="86811" y="1390142"/>
            <a:ext cx="8183388" cy="4808101"/>
          </a:xfrm>
          <a:prstGeom prst="rect">
            <a:avLst/>
          </a:prstGeom>
        </p:spPr>
      </p:pic>
      <p:sp>
        <p:nvSpPr>
          <p:cNvPr id="5" name="矩形 4">
            <a:extLst>
              <a:ext uri="{FF2B5EF4-FFF2-40B4-BE49-F238E27FC236}">
                <a16:creationId xmlns:a16="http://schemas.microsoft.com/office/drawing/2014/main" id="{C25E6C79-7F7C-E9F6-CEF5-9E45E9DB0CB8}"/>
              </a:ext>
            </a:extLst>
          </p:cNvPr>
          <p:cNvSpPr/>
          <p:nvPr/>
        </p:nvSpPr>
        <p:spPr>
          <a:xfrm>
            <a:off x="1354238" y="1348451"/>
            <a:ext cx="2453833" cy="225706"/>
          </a:xfrm>
          <a:prstGeom prst="rect">
            <a:avLst/>
          </a:prstGeom>
          <a:noFill/>
          <a:ln w="571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6EA8A97B-D3C2-F840-4420-6FE069C5293A}"/>
              </a:ext>
            </a:extLst>
          </p:cNvPr>
          <p:cNvSpPr txBox="1"/>
          <p:nvPr/>
        </p:nvSpPr>
        <p:spPr>
          <a:xfrm>
            <a:off x="4022203" y="1047509"/>
            <a:ext cx="7205240" cy="369332"/>
          </a:xfrm>
          <a:prstGeom prst="rect">
            <a:avLst/>
          </a:prstGeom>
          <a:noFill/>
        </p:spPr>
        <p:txBody>
          <a:bodyPr wrap="square" rtlCol="0">
            <a:spAutoFit/>
          </a:bodyPr>
          <a:lstStyle/>
          <a:p>
            <a:r>
              <a:rPr lang="en-US" altLang="zh-CN" dirty="0"/>
              <a:t>There is a bump on the baby's earlobe. What could be the reason?</a:t>
            </a:r>
            <a:endParaRPr lang="zh-CN" altLang="en-US" dirty="0"/>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p:txBody>
          <a:bodyPr/>
          <a:lstStyle/>
          <a:p>
            <a:r>
              <a:rPr lang="en-US" altLang="en-US"/>
              <a:t>Challenges Faced</a:t>
            </a:r>
          </a:p>
        </p:txBody>
      </p:sp>
      <p:sp>
        <p:nvSpPr>
          <p:cNvPr id="3" name="装饰  3"/>
          <p:cNvSpPr>
            <a:spLocks noGrp="1"/>
          </p:cNvSpPr>
          <p:nvPr>
            <p:ph type="body" idx="16392" hasCustomPrompt="1"/>
            <p:custDataLst>
              <p:tags r:id="rId3"/>
            </p:custDataLst>
          </p:nvPr>
        </p:nvSpPr>
        <p:spPr/>
        <p:txBody>
          <a:bodyPr>
            <a:noAutofit/>
          </a:bodyPr>
          <a:lstStyle/>
          <a:p>
            <a:pPr>
              <a:buNone/>
            </a:pPr>
            <a:endParaRPr lang="zh-CN" altLang="en-US"/>
          </a:p>
        </p:txBody>
      </p:sp>
      <p:sp>
        <p:nvSpPr>
          <p:cNvPr id="7" name="装饰  9"/>
          <p:cNvSpPr>
            <a:spLocks noGrp="1"/>
          </p:cNvSpPr>
          <p:nvPr>
            <p:ph type="body" idx="16394" hasCustomPrompt="1"/>
            <p:custDataLst>
              <p:tags r:id="rId4"/>
            </p:custDataLst>
          </p:nvPr>
        </p:nvSpPr>
        <p:spPr/>
        <p:txBody>
          <a:bodyPr>
            <a:noAutofit/>
          </a:bodyPr>
          <a:lstStyle/>
          <a:p>
            <a:pPr>
              <a:buNone/>
            </a:pPr>
            <a:r>
              <a:rPr lang="en-US" altLang="zh-CN" dirty="0"/>
              <a:t> 	</a:t>
            </a:r>
            <a:endParaRPr lang="zh-CN" altLang="en-US" dirty="0"/>
          </a:p>
        </p:txBody>
      </p:sp>
      <p:sp>
        <p:nvSpPr>
          <p:cNvPr id="11" name="装饰  4"/>
          <p:cNvSpPr>
            <a:spLocks noGrp="1"/>
          </p:cNvSpPr>
          <p:nvPr>
            <p:ph type="body" idx="16396" hasCustomPrompt="1"/>
            <p:custDataLst>
              <p:tags r:id="rId5"/>
            </p:custDataLst>
          </p:nvPr>
        </p:nvSpPr>
        <p:spPr/>
        <p:txBody>
          <a:bodyPr>
            <a:noAutofit/>
          </a:bodyPr>
          <a:lstStyle/>
          <a:p>
            <a:pPr>
              <a:buNone/>
            </a:pPr>
            <a:endParaRPr lang="zh-CN" altLang="en-US" dirty="0"/>
          </a:p>
        </p:txBody>
      </p:sp>
      <p:sp>
        <p:nvSpPr>
          <p:cNvPr id="4" name="图片占位符 3"/>
          <p:cNvSpPr>
            <a:spLocks noGrp="1"/>
          </p:cNvSpPr>
          <p:nvPr>
            <p:ph type="pic" idx="16393"/>
            <p:custDataLst>
              <p:tags r:id="rId6"/>
            </p:custDataLst>
          </p:nvPr>
        </p:nvSpPr>
        <p:spPr/>
      </p:sp>
      <p:sp>
        <p:nvSpPr>
          <p:cNvPr id="8" name="图片占位符 7"/>
          <p:cNvSpPr>
            <a:spLocks noGrp="1"/>
          </p:cNvSpPr>
          <p:nvPr>
            <p:ph type="pic" idx="16395"/>
            <p:custDataLst>
              <p:tags r:id="rId7"/>
            </p:custDataLst>
          </p:nvPr>
        </p:nvSpPr>
        <p:spPr/>
      </p:sp>
      <p:sp>
        <p:nvSpPr>
          <p:cNvPr id="12" name="图片占位符 11"/>
          <p:cNvSpPr>
            <a:spLocks noGrp="1"/>
          </p:cNvSpPr>
          <p:nvPr>
            <p:ph type="pic" idx="16397"/>
            <p:custDataLst>
              <p:tags r:id="rId8"/>
            </p:custDataLst>
          </p:nvPr>
        </p:nvSpPr>
        <p:spPr/>
      </p:sp>
      <p:sp>
        <p:nvSpPr>
          <p:cNvPr id="24" name="文本占位符 23"/>
          <p:cNvSpPr>
            <a:spLocks noGrp="1"/>
          </p:cNvSpPr>
          <p:nvPr>
            <p:ph type="body" idx="16386"/>
            <p:custDataLst>
              <p:tags r:id="rId9"/>
            </p:custDataLst>
          </p:nvPr>
        </p:nvSpPr>
        <p:spPr>
          <a:xfrm>
            <a:off x="2082800" y="1727199"/>
            <a:ext cx="9194800" cy="406400"/>
          </a:xfrm>
        </p:spPr>
        <p:txBody>
          <a:bodyPr/>
          <a:lstStyle/>
          <a:p>
            <a:r>
              <a:rPr lang="en-US" altLang="zh-CN" dirty="0"/>
              <a:t>Persistent Vector Database Caching</a:t>
            </a:r>
            <a:endParaRPr lang="zh-CN" altLang="en-US" dirty="0"/>
          </a:p>
        </p:txBody>
      </p:sp>
      <p:sp>
        <p:nvSpPr>
          <p:cNvPr id="25" name="文本占位符 24"/>
          <p:cNvSpPr>
            <a:spLocks noGrp="1"/>
          </p:cNvSpPr>
          <p:nvPr>
            <p:ph type="body" idx="16387"/>
            <p:custDataLst>
              <p:tags r:id="rId10"/>
            </p:custDataLst>
          </p:nvPr>
        </p:nvSpPr>
        <p:spPr>
          <a:xfrm>
            <a:off x="2082800" y="2285999"/>
            <a:ext cx="9194800" cy="685801"/>
          </a:xfrm>
        </p:spPr>
        <p:txBody>
          <a:bodyPr>
            <a:normAutofit fontScale="92500"/>
          </a:bodyPr>
          <a:lstStyle/>
          <a:p>
            <a:r>
              <a:rPr lang="zh-CN" altLang="en-US" sz="1100" b="1" dirty="0"/>
              <a:t>📌</a:t>
            </a:r>
            <a:br>
              <a:rPr lang="en-US" altLang="zh-CN" sz="1100" dirty="0"/>
            </a:br>
            <a:r>
              <a:rPr lang="en-US" altLang="zh-CN" sz="1100" i="1" dirty="0"/>
              <a:t>Enable persistent vector caching by saving and loading the embedded database. This avoids redundant computation and speeds up startup for future chatbot runs. Support incremental updates by tracking changes in source files. This allows efficient addition or modification of medical entries without full reprocessing.</a:t>
            </a:r>
            <a:endParaRPr lang="zh-CN" altLang="en-US" sz="1100" dirty="0"/>
          </a:p>
        </p:txBody>
      </p:sp>
      <p:sp>
        <p:nvSpPr>
          <p:cNvPr id="26" name="文本占位符 25"/>
          <p:cNvSpPr>
            <a:spLocks noGrp="1"/>
          </p:cNvSpPr>
          <p:nvPr>
            <p:ph type="body" idx="16388"/>
            <p:custDataLst>
              <p:tags r:id="rId11"/>
            </p:custDataLst>
          </p:nvPr>
        </p:nvSpPr>
        <p:spPr/>
        <p:txBody>
          <a:bodyPr/>
          <a:lstStyle/>
          <a:p>
            <a:r>
              <a:rPr lang="en-US" altLang="zh-CN" dirty="0"/>
              <a:t>Implement Chunk-Level Metadata Tagging</a:t>
            </a:r>
            <a:endParaRPr lang="zh-CN" altLang="en-US" dirty="0"/>
          </a:p>
        </p:txBody>
      </p:sp>
      <p:sp>
        <p:nvSpPr>
          <p:cNvPr id="27" name="文本占位符 26"/>
          <p:cNvSpPr>
            <a:spLocks noGrp="1"/>
          </p:cNvSpPr>
          <p:nvPr>
            <p:ph type="body" idx="16389"/>
            <p:custDataLst>
              <p:tags r:id="rId12"/>
            </p:custDataLst>
          </p:nvPr>
        </p:nvSpPr>
        <p:spPr>
          <a:xfrm>
            <a:off x="2082800" y="3949700"/>
            <a:ext cx="9194800" cy="533400"/>
          </a:xfrm>
        </p:spPr>
        <p:txBody>
          <a:bodyPr>
            <a:normAutofit fontScale="70000" lnSpcReduction="20000"/>
          </a:bodyPr>
          <a:lstStyle/>
          <a:p>
            <a:r>
              <a:rPr lang="zh-CN" altLang="en-US" b="1" dirty="0"/>
              <a:t>📌</a:t>
            </a:r>
            <a:br>
              <a:rPr lang="en-US" altLang="zh-CN" dirty="0"/>
            </a:br>
            <a:r>
              <a:rPr lang="en-US" altLang="zh-CN" dirty="0"/>
              <a:t>Store structured metadata such as department, source file, or question type separately instead of only embedding it in raw text. This enables cleaner filtering, easier evaluation, and potential support for advanced faceted search.</a:t>
            </a:r>
            <a:endParaRPr lang="zh-CN" altLang="en-US" dirty="0"/>
          </a:p>
        </p:txBody>
      </p:sp>
      <p:sp>
        <p:nvSpPr>
          <p:cNvPr id="28" name="文本占位符 27"/>
          <p:cNvSpPr>
            <a:spLocks noGrp="1"/>
          </p:cNvSpPr>
          <p:nvPr>
            <p:ph type="body" idx="16390"/>
            <p:custDataLst>
              <p:tags r:id="rId13"/>
            </p:custDataLst>
          </p:nvPr>
        </p:nvSpPr>
        <p:spPr/>
        <p:txBody>
          <a:bodyPr/>
          <a:lstStyle/>
          <a:p>
            <a:r>
              <a:rPr lang="en-US" altLang="zh-CN" dirty="0"/>
              <a:t>Add Search Feedback or Rationale</a:t>
            </a:r>
            <a:endParaRPr lang="zh-CN" altLang="en-US" dirty="0"/>
          </a:p>
        </p:txBody>
      </p:sp>
      <p:sp>
        <p:nvSpPr>
          <p:cNvPr id="29" name="文本占位符 28"/>
          <p:cNvSpPr>
            <a:spLocks noGrp="1"/>
          </p:cNvSpPr>
          <p:nvPr>
            <p:ph type="body" idx="16391"/>
            <p:custDataLst>
              <p:tags r:id="rId14"/>
            </p:custDataLst>
          </p:nvPr>
        </p:nvSpPr>
        <p:spPr>
          <a:xfrm>
            <a:off x="2082800" y="5512121"/>
            <a:ext cx="9194800" cy="659757"/>
          </a:xfrm>
        </p:spPr>
        <p:txBody>
          <a:bodyPr>
            <a:normAutofit fontScale="77500" lnSpcReduction="20000"/>
          </a:bodyPr>
          <a:lstStyle/>
          <a:p>
            <a:r>
              <a:rPr lang="zh-CN" altLang="en-US" b="1" dirty="0"/>
              <a:t>📌</a:t>
            </a:r>
            <a:endParaRPr lang="en-US" altLang="zh-CN" i="1" dirty="0"/>
          </a:p>
          <a:p>
            <a:r>
              <a:rPr lang="en-US" altLang="zh-CN" i="1" dirty="0"/>
              <a:t>Explain why certain results were selected during retrieval—for example, by highlighting matching keywords or showing matched department. This improves transparency and builds user trust in the chatbot’s decision-making process.</a:t>
            </a:r>
            <a:endParaRPr lang="en-US" altLang="zh-CN" dirty="0"/>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ctrTitle" idx="16388"/>
            <p:custDataLst>
              <p:tags r:id="rId2"/>
            </p:custDataLst>
          </p:nvPr>
        </p:nvSpPr>
        <p:spPr>
          <a:xfrm>
            <a:off x="830805" y="2202726"/>
            <a:ext cx="5451122" cy="1016000"/>
          </a:xfrm>
        </p:spPr>
        <p:txBody>
          <a:bodyPr>
            <a:noAutofit/>
          </a:bodyPr>
          <a:lstStyle/>
          <a:p>
            <a:r>
              <a:rPr lang="en-US" altLang="zh-CN" sz="1800" dirty="0"/>
              <a:t>Advantage</a:t>
            </a:r>
            <a:r>
              <a:rPr lang="zh-CN" altLang="en-US" sz="1800" dirty="0"/>
              <a:t>：</a:t>
            </a:r>
            <a:br>
              <a:rPr lang="en-US" altLang="zh-CN" sz="1800" dirty="0"/>
            </a:br>
            <a:r>
              <a:rPr lang="en-US" altLang="zh-CN" sz="1800" dirty="0"/>
              <a:t>This RAG chatbot integrates structured medical data with keyword-guided retrieval and a hallucination-resistant prompt. Compared to generic chatbots, it ensures safer, context-grounded answers by filtering with department-specific cues and applying strict system instructions—making it especially reliable for sensitive domains like healthcare.</a:t>
            </a:r>
            <a:endParaRPr lang="en-US" altLang="en-US" sz="1800" dirty="0"/>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3D7ED-90C5-F6DB-107D-3DFB2669F5A3}"/>
            </a:ext>
          </a:extLst>
        </p:cNvPr>
        <p:cNvGrpSpPr/>
        <p:nvPr/>
      </p:nvGrpSpPr>
      <p:grpSpPr>
        <a:xfrm>
          <a:off x="0" y="0"/>
          <a:ext cx="0" cy="0"/>
          <a:chOff x="0" y="0"/>
          <a:chExt cx="0" cy="0"/>
        </a:xfrm>
      </p:grpSpPr>
      <p:sp>
        <p:nvSpPr>
          <p:cNvPr id="2" name="副标题 2">
            <a:extLst>
              <a:ext uri="{FF2B5EF4-FFF2-40B4-BE49-F238E27FC236}">
                <a16:creationId xmlns:a16="http://schemas.microsoft.com/office/drawing/2014/main" id="{0789C2E7-084B-A03E-921E-4C797106CBC3}"/>
              </a:ext>
            </a:extLst>
          </p:cNvPr>
          <p:cNvSpPr>
            <a:spLocks noGrp="1"/>
          </p:cNvSpPr>
          <p:nvPr>
            <p:ph type="body" idx="16389"/>
            <p:custDataLst>
              <p:tags r:id="rId2"/>
            </p:custDataLst>
          </p:nvPr>
        </p:nvSpPr>
        <p:spPr/>
        <p:txBody>
          <a:bodyPr/>
          <a:lstStyle/>
          <a:p>
            <a:r>
              <a:rPr lang="zh-CN" altLang="en-US"/>
              <a:t>THE END</a:t>
            </a:r>
          </a:p>
        </p:txBody>
      </p:sp>
      <p:sp>
        <p:nvSpPr>
          <p:cNvPr id="3" name="标题 1">
            <a:extLst>
              <a:ext uri="{FF2B5EF4-FFF2-40B4-BE49-F238E27FC236}">
                <a16:creationId xmlns:a16="http://schemas.microsoft.com/office/drawing/2014/main" id="{2D396FA5-2ECC-38DF-BAB5-6BA1A914D6AC}"/>
              </a:ext>
            </a:extLst>
          </p:cNvPr>
          <p:cNvSpPr>
            <a:spLocks noGrp="1"/>
          </p:cNvSpPr>
          <p:nvPr>
            <p:ph type="ctrTitle" idx="16388"/>
            <p:custDataLst>
              <p:tags r:id="rId3"/>
            </p:custDataLst>
          </p:nvPr>
        </p:nvSpPr>
        <p:spPr/>
        <p:txBody>
          <a:bodyPr>
            <a:normAutofit/>
          </a:bodyPr>
          <a:lstStyle/>
          <a:p>
            <a:r>
              <a:rPr lang="en-US" altLang="en-US"/>
              <a:t>Thanks</a:t>
            </a:r>
          </a:p>
        </p:txBody>
      </p:sp>
    </p:spTree>
    <p:custDataLst>
      <p:tags r:id="rId1"/>
    </p:custDataLst>
    <p:extLst>
      <p:ext uri="{BB962C8B-B14F-4D97-AF65-F5344CB8AC3E}">
        <p14:creationId xmlns:p14="http://schemas.microsoft.com/office/powerpoint/2010/main" val="23634034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PRESENTATION_SOURCE" val="WPPAIGeneratePPT"/>
</p:tagLst>
</file>

<file path=ppt/tags/tag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AITEMPLATE_STYLE_ID" val="69796630610"/>
</p:tagLst>
</file>

<file path=ppt/tags/tag65.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40490267"/>
</p:tagLst>
</file>

<file path=ppt/tags/tag66.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40490267"/>
</p:tagLst>
</file>

<file path=ppt/tags/tag67.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68.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69.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70.xml><?xml version="1.0" encoding="utf-8"?>
<p:tagLst xmlns:a="http://schemas.openxmlformats.org/drawingml/2006/main" xmlns:r="http://schemas.openxmlformats.org/officeDocument/2006/relationships" xmlns:p="http://schemas.openxmlformats.org/presentationml/2006/main">
  <p:tag name="KSO_WM_TEMPLATE_SUBCATEGORY" val="29"/>
  <p:tag name="KSO_WM_BEAUTIFY_FLAG" val="#wm#"/>
  <p:tag name="KSO_WM_TEMPLATE_SLIDE_ID" val="slide_7d1b418b74e2b859"/>
  <p:tag name="KSO_WM_TEMPLATE_THUMBS_INDEX" val="1、9"/>
  <p:tag name="KSO_WM_TEMPLATE_INDEX" val="40490267"/>
  <p:tag name="KSO_WM_TEMPLATE_CATEGORY" val="custom"/>
  <p:tag name="KSO_WM_TEMPLATE_MASTER_TYPE" val="0"/>
  <p:tag name="KSO_WM_TAG_VERSION" val="3.0"/>
</p:tagLst>
</file>

<file path=ppt/tags/tag71.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 name="KSO_WM_TEMPLATE_INDEX" val="40490267"/>
  <p:tag name="KSO_WM_TEMPLATE_CATEGORY" val="custom"/>
</p:tagLst>
</file>

<file path=ppt/tags/tag72.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340"/>
  <p:tag name="KSO_WM_TEMPLATE_INDEX" val="40490267"/>
  <p:tag name="KSO_WM_TEMPLATE_CATEGORY" val="custom"/>
</p:tagLst>
</file>

<file path=ppt/tags/tag73.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74.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75.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76.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77.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78.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79.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80.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81.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标题"/>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3"/>
  <p:tag name="KSO_WM_TEMPLATE_INDEX" val="40490267"/>
  <p:tag name="KSO_WM_TEMPLATE_CATEGORY" val="custom"/>
</p:tagLst>
</file>

<file path=ppt/tags/tag82.xml><?xml version="1.0" encoding="utf-8"?>
<p:tagLst xmlns:a="http://schemas.openxmlformats.org/drawingml/2006/main" xmlns:r="http://schemas.openxmlformats.org/officeDocument/2006/relationships"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83.xml><?xml version="1.0" encoding="utf-8"?>
<p:tagLst xmlns:a="http://schemas.openxmlformats.org/drawingml/2006/main" xmlns:r="http://schemas.openxmlformats.org/officeDocument/2006/relationships"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84.xml><?xml version="1.0" encoding="utf-8"?>
<p:tagLst xmlns:a="http://schemas.openxmlformats.org/drawingml/2006/main" xmlns:r="http://schemas.openxmlformats.org/officeDocument/2006/relationships"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85.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2*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86.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2*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87.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2*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88.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2*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89.xml><?xml version="1.0" encoding="utf-8"?>
<p:tagLst xmlns:a="http://schemas.openxmlformats.org/drawingml/2006/main" xmlns:r="http://schemas.openxmlformats.org/officeDocument/2006/relationships" xmlns:p="http://schemas.openxmlformats.org/presentationml/2006/main">
  <p:tag name="KSO_WM_UNIT_TYPE" val="i"/>
  <p:tag name="KSO_WM_UNIT_INDEX" val="6"/>
  <p:tag name="KSO_WM_BEAUTIFY_FLAG" val="#wm#"/>
  <p:tag name="KSO_WM_TAG_VERSION" val="3.0"/>
  <p:tag name="KSO_WM_UNIT_ID" val="_2*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90.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2*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91.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INDEX" val="40490267"/>
  <p:tag name="KSO_WM_TEMPLATE_CATEGORY" val="custom"/>
</p:tagLst>
</file>

<file path=ppt/tags/tag92.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3*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60"/>
  <p:tag name="KSO_WM_TEMPLATE_INDEX" val="40490267"/>
  <p:tag name="KSO_WM_TEMPLATE_CATEGORY" val="custom"/>
</p:tagLst>
</file>

<file path=ppt/tags/tag93.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0;第二级&#10;第三级&#10;第四级&#10;第五级"/>
  <p:tag name="KSO_WM_UNIT_ID" val="_3*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60"/>
  <p:tag name="KSO_WM_TEMPLATE_INDEX" val="40490267"/>
  <p:tag name="KSO_WM_TEMPLATE_CATEGORY" val="custom"/>
</p:tagLst>
</file>

<file path=ppt/tags/tag94.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95.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96.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97.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3*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98.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3*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99.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3*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00.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3*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01.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3*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02.xml><?xml version="1.0" encoding="utf-8"?>
<p:tagLst xmlns:a="http://schemas.openxmlformats.org/drawingml/2006/main" xmlns:r="http://schemas.openxmlformats.org/officeDocument/2006/relationships" xmlns:p="http://schemas.openxmlformats.org/presentationml/2006/main">
  <p:tag name="KSO_WM_UNIT_TYPE" val="h_a"/>
  <p:tag name="KSO_WM_UNIT_INDEX" val="1_1"/>
  <p:tag name="KSO_WM_BEAUTIFY_FLAG" val="#wm#"/>
  <p:tag name="KSO_WM_TAG_VERSION" val="3.0"/>
  <p:tag name="KSO_WM_UNIT_PRESET_TEXT" val="单击此处编辑母版标题样式"/>
  <p:tag name="KSO_WM_UNIT_ID" val="_4*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 name="KSO_WM_TEMPLATE_INDEX" val="40490267"/>
  <p:tag name="KSO_WM_TEMPLATE_CATEGORY" val="custom"/>
</p:tagLst>
</file>

<file path=ppt/tags/tag103.xml><?xml version="1.0" encoding="utf-8"?>
<p:tagLst xmlns:a="http://schemas.openxmlformats.org/drawingml/2006/main" xmlns:r="http://schemas.openxmlformats.org/officeDocument/2006/relationships"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0;第二级&#10;第三级&#10;第四级&#10;第五级"/>
  <p:tag name="KSO_WM_UNIT_ID" val="_4*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TEMPLATE_INDEX" val="40490267"/>
  <p:tag name="KSO_WM_TEMPLATE_CATEGORY" val="custom"/>
</p:tagLst>
</file>

<file path=ppt/tags/tag104.xml><?xml version="1.0" encoding="utf-8"?>
<p:tagLst xmlns:a="http://schemas.openxmlformats.org/drawingml/2006/main" xmlns:r="http://schemas.openxmlformats.org/officeDocument/2006/relationships" xmlns:p="http://schemas.openxmlformats.org/presentationml/2006/main">
  <p:tag name="KSO_WM_UNIT_TYPE" val="h_a"/>
  <p:tag name="KSO_WM_UNIT_INDEX" val="2_1"/>
  <p:tag name="KSO_WM_BEAUTIFY_FLAG" val="#wm#"/>
  <p:tag name="KSO_WM_TAG_VERSION" val="3.0"/>
  <p:tag name="KSO_WM_UNIT_PRESET_TEXT" val="单击此处编辑母版标题样式"/>
  <p:tag name="KSO_WM_UNIT_ID" val="_4*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 name="KSO_WM_TEMPLATE_INDEX" val="40490267"/>
  <p:tag name="KSO_WM_TEMPLATE_CATEGORY" val="custom"/>
</p:tagLst>
</file>

<file path=ppt/tags/tag105.xml><?xml version="1.0" encoding="utf-8"?>
<p:tagLst xmlns:a="http://schemas.openxmlformats.org/drawingml/2006/main" xmlns:r="http://schemas.openxmlformats.org/officeDocument/2006/relationships"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0;第二级&#10;第三级&#10;第四级&#10;第五级"/>
  <p:tag name="KSO_WM_UNIT_ID" val="_4*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TEMPLATE_INDEX" val="40490267"/>
  <p:tag name="KSO_WM_TEMPLATE_CATEGORY" val="custom"/>
</p:tagLst>
</file>

<file path=ppt/tags/tag106.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07.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08.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09.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INDEX" val="40490267"/>
  <p:tag name="KSO_WM_TEMPLATE_CATEGORY" val="custom"/>
</p:tagLst>
</file>

<file path=ppt/tags/tag110.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11.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12.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4*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13.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14.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15.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INDEX" val="40490267"/>
  <p:tag name="KSO_WM_TEMPLATE_CATEGORY" val="custom"/>
</p:tagLst>
</file>

<file path=ppt/tags/tag116.xml><?xml version="1.0" encoding="utf-8"?>
<p:tagLst xmlns:a="http://schemas.openxmlformats.org/drawingml/2006/main" xmlns:r="http://schemas.openxmlformats.org/officeDocument/2006/relationships"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17.xml><?xml version="1.0" encoding="utf-8"?>
<p:tagLst xmlns:a="http://schemas.openxmlformats.org/drawingml/2006/main" xmlns:r="http://schemas.openxmlformats.org/officeDocument/2006/relationships"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18.xml><?xml version="1.0" encoding="utf-8"?>
<p:tagLst xmlns:a="http://schemas.openxmlformats.org/drawingml/2006/main" xmlns:r="http://schemas.openxmlformats.org/officeDocument/2006/relationships"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19.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5*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20.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5*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21.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5*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22.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5*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23.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5*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24.xml><?xml version="1.0" encoding="utf-8"?>
<p:tagLst xmlns:a="http://schemas.openxmlformats.org/drawingml/2006/main" xmlns:r="http://schemas.openxmlformats.org/officeDocument/2006/relationships"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25.xml><?xml version="1.0" encoding="utf-8"?>
<p:tagLst xmlns:a="http://schemas.openxmlformats.org/drawingml/2006/main" xmlns:r="http://schemas.openxmlformats.org/officeDocument/2006/relationships"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26.xml><?xml version="1.0" encoding="utf-8"?>
<p:tagLst xmlns:a="http://schemas.openxmlformats.org/drawingml/2006/main" xmlns:r="http://schemas.openxmlformats.org/officeDocument/2006/relationships"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27.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6*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28.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6*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29.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6*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30.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6*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31.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6*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32.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7*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33.xml><?xml version="1.0" encoding="utf-8"?>
<p:tagLst xmlns:a="http://schemas.openxmlformats.org/drawingml/2006/main" xmlns:r="http://schemas.openxmlformats.org/officeDocument/2006/relationships"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34.xml><?xml version="1.0" encoding="utf-8"?>
<p:tagLst xmlns:a="http://schemas.openxmlformats.org/drawingml/2006/main" xmlns:r="http://schemas.openxmlformats.org/officeDocument/2006/relationships"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35.xml><?xml version="1.0" encoding="utf-8"?>
<p:tagLst xmlns:a="http://schemas.openxmlformats.org/drawingml/2006/main" xmlns:r="http://schemas.openxmlformats.org/officeDocument/2006/relationships"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36.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7*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37.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7*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38.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7*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39.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7*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40.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7*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41.xml><?xml version="1.0" encoding="utf-8"?>
<p:tagLst xmlns:a="http://schemas.openxmlformats.org/drawingml/2006/main" xmlns:r="http://schemas.openxmlformats.org/officeDocument/2006/relationships"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8*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41"/>
  <p:tag name="KSO_WM_TEMPLATE_INDEX" val="40490267"/>
  <p:tag name="KSO_WM_TEMPLATE_CATEGORY" val="custom"/>
</p:tagLst>
</file>

<file path=ppt/tags/tag142.xml><?xml version="1.0" encoding="utf-8"?>
<p:tagLst xmlns:a="http://schemas.openxmlformats.org/drawingml/2006/main" xmlns:r="http://schemas.openxmlformats.org/officeDocument/2006/relationships"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43.xml><?xml version="1.0" encoding="utf-8"?>
<p:tagLst xmlns:a="http://schemas.openxmlformats.org/drawingml/2006/main" xmlns:r="http://schemas.openxmlformats.org/officeDocument/2006/relationships"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44.xml><?xml version="1.0" encoding="utf-8"?>
<p:tagLst xmlns:a="http://schemas.openxmlformats.org/drawingml/2006/main" xmlns:r="http://schemas.openxmlformats.org/officeDocument/2006/relationships"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45.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8*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INDEX" val="40490267"/>
  <p:tag name="KSO_WM_TEMPLATE_CATEGORY" val="custom"/>
</p:tagLst>
</file>

<file path=ppt/tags/tag146.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8*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47.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8*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48.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8*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49.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8*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50.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8*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51.xml><?xml version="1.0" encoding="utf-8"?>
<p:tagLst xmlns:a="http://schemas.openxmlformats.org/drawingml/2006/main" xmlns:r="http://schemas.openxmlformats.org/officeDocument/2006/relationships" xmlns:p="http://schemas.openxmlformats.org/presentationml/2006/main">
  <p:tag name="KSO_WM_UNIT_TYPE" val="i"/>
  <p:tag name="KSO_WM_UNIT_INDEX" val="9"/>
  <p:tag name="KSO_WM_BEAUTIFY_FLAG" val="#wm#"/>
  <p:tag name="KSO_WM_TAG_VERSION" val="3.0"/>
  <p:tag name="KSO_WM_UNIT_ID" val="_9*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52.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9*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53.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9*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54.xml><?xml version="1.0" encoding="utf-8"?>
<p:tagLst xmlns:a="http://schemas.openxmlformats.org/drawingml/2006/main" xmlns:r="http://schemas.openxmlformats.org/officeDocument/2006/relationships" xmlns:p="http://schemas.openxmlformats.org/presentationml/2006/main">
  <p:tag name="KSO_WM_UNIT_TYPE" val="i"/>
  <p:tag name="KSO_WM_UNIT_INDEX" val="8"/>
  <p:tag name="KSO_WM_BEAUTIFY_FLAG" val="#wm#"/>
  <p:tag name="KSO_WM_TAG_VERSION" val="3.0"/>
  <p:tag name="KSO_WM_UNIT_ID" val="_9*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55.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9*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56.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9*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57.xml><?xml version="1.0" encoding="utf-8"?>
<p:tagLst xmlns:a="http://schemas.openxmlformats.org/drawingml/2006/main" xmlns:r="http://schemas.openxmlformats.org/officeDocument/2006/relationships" xmlns:p="http://schemas.openxmlformats.org/presentationml/2006/main">
  <p:tag name="KSO_WM_UNIT_TYPE" val="i"/>
  <p:tag name="KSO_WM_UNIT_INDEX" val="7"/>
  <p:tag name="KSO_WM_BEAUTIFY_FLAG" val="#wm#"/>
  <p:tag name="KSO_WM_TAG_VERSION" val="3.0"/>
  <p:tag name="KSO_WM_UNIT_ID" val="_9*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58.xml><?xml version="1.0" encoding="utf-8"?>
<p:tagLst xmlns:a="http://schemas.openxmlformats.org/drawingml/2006/main" xmlns:r="http://schemas.openxmlformats.org/officeDocument/2006/relationships" xmlns:p="http://schemas.openxmlformats.org/presentationml/2006/main">
  <p:tag name="KSO_WM_UNIT_TYPE" val="i"/>
  <p:tag name="KSO_WM_UNIT_INDEX" val="6"/>
  <p:tag name="KSO_WM_BEAUTIFY_FLAG" val="#wm#"/>
  <p:tag name="KSO_WM_TAG_VERSION" val="3.0"/>
  <p:tag name="KSO_WM_UNIT_ID" val="_9*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59.xml><?xml version="1.0" encoding="utf-8"?>
<p:tagLst xmlns:a="http://schemas.openxmlformats.org/drawingml/2006/main" xmlns:r="http://schemas.openxmlformats.org/officeDocument/2006/relationships"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60.xml><?xml version="1.0" encoding="utf-8"?>
<p:tagLst xmlns:a="http://schemas.openxmlformats.org/drawingml/2006/main" xmlns:r="http://schemas.openxmlformats.org/officeDocument/2006/relationships"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61.xml><?xml version="1.0" encoding="utf-8"?>
<p:tagLst xmlns:a="http://schemas.openxmlformats.org/drawingml/2006/main" xmlns:r="http://schemas.openxmlformats.org/officeDocument/2006/relationships"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62.xml><?xml version="1.0" encoding="utf-8"?>
<p:tagLst xmlns:a="http://schemas.openxmlformats.org/drawingml/2006/main" xmlns:r="http://schemas.openxmlformats.org/officeDocument/2006/relationships" xmlns:p="http://schemas.openxmlformats.org/presentationml/2006/main">
  <p:tag name="KSO_WM_UNIT_TYPE" val="i"/>
  <p:tag name="KSO_WM_UNIT_INDEX" val="10"/>
  <p:tag name="KSO_WM_BEAUTIFY_FLAG" val="#wm#"/>
  <p:tag name="KSO_WM_TAG_VERSION" val="3.0"/>
  <p:tag name="KSO_WM_UNIT_ID" val="_9*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wm#"/>
  <p:tag name="KSO_WM_UNIT_INDEX" val="1"/>
  <p:tag name="KSO_WM_UNIT_SUBTYPE" val="c"/>
  <p:tag name="KSO_WM_UNIT_TEXT_TYPE" val="1"/>
  <p:tag name="KSO_WM_UNIT_TYPE" val="f"/>
  <p:tag name="KSO_WM_FIGMA_FLAG" val="#fgm#"/>
  <p:tag name="KSO_WM_UNIT_ID" val="_9*f*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64.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9*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65.xml><?xml version="1.0" encoding="utf-8"?>
<p:tagLst xmlns:a="http://schemas.openxmlformats.org/drawingml/2006/main" xmlns:r="http://schemas.openxmlformats.org/officeDocument/2006/relationships" xmlns:p="http://schemas.openxmlformats.org/presentationml/2006/main">
  <p:tag name="KSO_WM_UNIT_TYPE" val="a"/>
  <p:tag name="KSO_WM_BEAUTIFY_FLAG" val="#wm#"/>
  <p:tag name="KSO_WM_UNIT_INDEX" val="1"/>
  <p:tag name="KSO_WM_UNIT_TEXT_TYPE" val="1"/>
  <p:tag name="KSO_WM_LAYOUT_CHECK_HASH" val="fb20bfb41b374e65f655f309572598af0f2c42fb"/>
  <p:tag name="KSO_WM_NEWLAYOUT_ID" val="7727"/>
  <p:tag name="KSO_WM_FIGMA_FLAG" val="#fgm#"/>
  <p:tag name="KSO_WM_UNIT_ID" val="_9*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66.xml><?xml version="1.0" encoding="utf-8"?>
<p:tagLst xmlns:a="http://schemas.openxmlformats.org/drawingml/2006/main" xmlns:r="http://schemas.openxmlformats.org/officeDocument/2006/relationships" xmlns:p="http://schemas.openxmlformats.org/presentationml/2006/main">
  <p:tag name="KSO_WM_UNIT_TYPE" val="f"/>
  <p:tag name="KSO_WM_BEAUTIFY_FLAG" val="#wm#"/>
  <p:tag name="KSO_WM_UNIT_INDEX" val="2"/>
  <p:tag name="KSO_WM_UNIT_SUBTYPE" val="b"/>
  <p:tag name="KSO_WM_UNIT_TEXT_TYPE" val="1"/>
  <p:tag name="KSO_WM_FIGMA_FLAG" val="#fgm#"/>
  <p:tag name="KSO_WM_UNIT_ID" val="_9*f*2"/>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67.xml><?xml version="1.0" encoding="utf-8"?>
<p:tagLst xmlns:a="http://schemas.openxmlformats.org/drawingml/2006/main" xmlns:r="http://schemas.openxmlformats.org/officeDocument/2006/relationships"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68.xml><?xml version="1.0" encoding="utf-8"?>
<p:tagLst xmlns:a="http://schemas.openxmlformats.org/drawingml/2006/main" xmlns:r="http://schemas.openxmlformats.org/officeDocument/2006/relationships"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69.xml><?xml version="1.0" encoding="utf-8"?>
<p:tagLst xmlns:a="http://schemas.openxmlformats.org/drawingml/2006/main" xmlns:r="http://schemas.openxmlformats.org/officeDocument/2006/relationships"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70.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1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71.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10*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72.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1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73.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1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74.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10*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75.xml><?xml version="1.0" encoding="utf-8"?>
<p:tagLst xmlns:a="http://schemas.openxmlformats.org/drawingml/2006/main" xmlns:r="http://schemas.openxmlformats.org/officeDocument/2006/relationships" xmlns:p="http://schemas.openxmlformats.org/presentationml/2006/main">
  <p:tag name="KSO_WM_UNIT_TYPE" val="a"/>
  <p:tag name="KSO_WM_BEAUTIFY_FLAG" val="#wm#"/>
  <p:tag name="KSO_WM_UNIT_INDEX" val="1"/>
  <p:tag name="KSO_WM_UNIT_TEXT_TYPE" val="1"/>
  <p:tag name="KSO_WM_LAYOUT_CHECK_HASH" val="ec9f7643c8b831151f3589b5613617c40585054d"/>
  <p:tag name="KSO_WM_NEWLAYOUT_ID" val="7734"/>
  <p:tag name="KSO_WM_FIGMA_FLAG" val="#fgm#"/>
  <p:tag name="KSO_WM_UNIT_ID" val="_10*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76.xml><?xml version="1.0" encoding="utf-8"?>
<p:tagLst xmlns:a="http://schemas.openxmlformats.org/drawingml/2006/main" xmlns:r="http://schemas.openxmlformats.org/officeDocument/2006/relationships" xmlns:p="http://schemas.openxmlformats.org/presentationml/2006/main">
  <p:tag name="KSO_WM_UNIT_TYPE" val="e"/>
  <p:tag name="KSO_WM_BEAUTIFY_FLAG" val="#wm#"/>
  <p:tag name="KSO_WM_UNIT_INDEX" val="1"/>
  <p:tag name="KSO_WM_FIGMA_FLAG" val="#fgm#"/>
  <p:tag name="KSO_WM_UNIT_ID" val="_10*e*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77.xml><?xml version="1.0" encoding="utf-8"?>
<p:tagLst xmlns:a="http://schemas.openxmlformats.org/drawingml/2006/main" xmlns:r="http://schemas.openxmlformats.org/officeDocument/2006/relationships"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78.xml><?xml version="1.0" encoding="utf-8"?>
<p:tagLst xmlns:a="http://schemas.openxmlformats.org/drawingml/2006/main" xmlns:r="http://schemas.openxmlformats.org/officeDocument/2006/relationships"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79.xml><?xml version="1.0" encoding="utf-8"?>
<p:tagLst xmlns:a="http://schemas.openxmlformats.org/drawingml/2006/main" xmlns:r="http://schemas.openxmlformats.org/officeDocument/2006/relationships"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80.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81.xml><?xml version="1.0" encoding="utf-8"?>
<p:tagLst xmlns:a="http://schemas.openxmlformats.org/drawingml/2006/main" xmlns:r="http://schemas.openxmlformats.org/officeDocument/2006/relationships" xmlns:p="http://schemas.openxmlformats.org/presentationml/2006/main">
  <p:tag name="KSO_WM_UNIT_TYPE" val="i"/>
  <p:tag name="KSO_WM_UNIT_INDEX" val="6"/>
  <p:tag name="KSO_WM_BEAUTIFY_FLAG" val="#wm#"/>
  <p:tag name="KSO_WM_TAG_VERSION" val="3.0"/>
  <p:tag name="KSO_WM_UNIT_ID" val="_1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82.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1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83.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84.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85.xml><?xml version="1.0" encoding="utf-8"?>
<p:tagLst xmlns:a="http://schemas.openxmlformats.org/drawingml/2006/main" xmlns:r="http://schemas.openxmlformats.org/officeDocument/2006/relationships" xmlns:p="http://schemas.openxmlformats.org/presentationml/2006/main">
  <p:tag name="KSO_WM_UNIT_TYPE" val="b"/>
  <p:tag name="KSO_WM_BEAUTIFY_FLAG" val="#wm#"/>
  <p:tag name="KSO_WM_UNIT_INDEX" val="1"/>
  <p:tag name="KSO_WM_UNIT_TEXT_TYPE" val="1"/>
  <p:tag name="KSO_WM_FIGMA_FLAG" val="#fgm#"/>
  <p:tag name="KSO_WM_UNIT_ID" val="_11*b*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86.xml><?xml version="1.0" encoding="utf-8"?>
<p:tagLst xmlns:a="http://schemas.openxmlformats.org/drawingml/2006/main" xmlns:r="http://schemas.openxmlformats.org/officeDocument/2006/relationships" xmlns:p="http://schemas.openxmlformats.org/presentationml/2006/main">
  <p:tag name="KSO_WM_UNIT_TYPE" val="a"/>
  <p:tag name="KSO_WM_BEAUTIFY_FLAG" val="#wm#"/>
  <p:tag name="KSO_WM_UNIT_INDEX" val="1"/>
  <p:tag name="KSO_WM_UNIT_TEXT_TYPE" val="1"/>
  <p:tag name="KSO_WM_LAYOUT_CHECK_HASH" val="94a12639ee0360dff84cd31837e403e3ddf45577"/>
  <p:tag name="KSO_WM_NEWLAYOUT_ID" val="7738"/>
  <p:tag name="KSO_WM_FIGMA_FLAG" val="#fgm#"/>
  <p:tag name="KSO_WM_UNIT_ID" val="_11*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87.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88.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89.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90.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91.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92.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93.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94.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EXT_TYPE" val="1"/>
  <p:tag name="KSO_WM_UNIT_TYPE" val="b"/>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EXT_TYPE" val="1"/>
  <p:tag name="KSO_WM_UNIT_TYPE" val="a"/>
  <p:tag name="KSO_WM_LAYOUT_CHECK_HASH" val="13544989560dc0f87ff6cea1aa5f16de7c81ee15"/>
  <p:tag name="KSO_WM_NEWLAYOUT_ID" val="1"/>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SUBTYPE" val="d"/>
  <p:tag name="KSO_WM_UNIT_TYPE" val="l_h_i"/>
</p:tagLst>
</file>

<file path=ppt/tags/tag198.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UNIT_INDEX" val="1_1_2"/>
  <p:tag name="KSO_WM_UNIT_TYPE" val="l_h_i"/>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SUBTYPE" val="d"/>
  <p:tag name="KSO_WM_UNIT_TYPE" val="l_h_i"/>
</p:tagLst>
</file>

<file path=ppt/tags/tag201.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UNIT_INDEX" val="1_2_2"/>
  <p:tag name="KSO_WM_UNIT_TYPE" val="l_h_i"/>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SUBTYPE" val="d"/>
  <p:tag name="KSO_WM_UNIT_TYPE" val="l_h_i"/>
</p:tagLst>
</file>

<file path=ppt/tags/tag204.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UNIT_INDEX" val="1_3_2"/>
  <p:tag name="KSO_WM_UNIT_TYPE" val="l_h_i"/>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SUBTYPE" val="d"/>
  <p:tag name="KSO_WM_UNIT_TYPE" val="l_h_i"/>
</p:tagLst>
</file>

<file path=ppt/tags/tag207.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UNIT_INDEX" val="1_4_2"/>
  <p:tag name="KSO_WM_UNIT_TYPE" val="l_h_i"/>
</p:tagLst>
</file>

<file path=ppt/tags/tag20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209.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40490267"/>
</p:tagLst>
</file>

<file path=ppt/tags/tag210.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40490267"/>
</p:tagLst>
</file>

<file path=ppt/tags/tag211.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12.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13.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14.xml><?xml version="1.0" encoding="utf-8"?>
<p:tagLst xmlns:a="http://schemas.openxmlformats.org/drawingml/2006/main" xmlns:r="http://schemas.openxmlformats.org/officeDocument/2006/relationships" xmlns:p="http://schemas.openxmlformats.org/presentationml/2006/main">
  <p:tag name="KSO_WM_TEMPLATE_SUBCATEGORY" val="29"/>
  <p:tag name="KSO_WM_BEAUTIFY_FLAG" val="#wm#"/>
  <p:tag name="KSO_WM_TEMPLATE_SLIDE_ID" val="slide_7d1b418b74e2b859"/>
  <p:tag name="KSO_WM_TEMPLATE_THUMBS_INDEX" val="1、9"/>
  <p:tag name="KSO_WM_TEMPLATE_INDEX" val="40490267"/>
  <p:tag name="KSO_WM_TEMPLATE_CATEGORY" val="custom"/>
  <p:tag name="KSO_WM_TEMPLATE_MASTER_TYPE" val="0"/>
  <p:tag name="KSO_WM_TAG_VERSION" val="3.0"/>
</p:tagLst>
</file>

<file path=ppt/tags/tag215.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16.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17.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18.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19.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20.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21.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22.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2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EXT_TYPE" val="1"/>
  <p:tag name="KSO_WM_UNIT_TYPE" val="b"/>
</p:tagLst>
</file>

<file path=ppt/tags/tag224.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EXT_TYPE" val="1"/>
  <p:tag name="KSO_WM_UNIT_TYPE" val="a"/>
  <p:tag name="KSO_WM_LAYOUT_CHECK_HASH" val="87f63a5dc21c872e04a700dd24a34ae1234c01ef"/>
  <p:tag name="KSO_WM_NEWLAYOUT_ID" val="slide_61223ae7a7f7aefc"/>
</p:tagLst>
</file>

<file path=ppt/tags/tag22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SUBTYPE" val="d"/>
  <p:tag name="KSO_WM_UNIT_TYPE" val="l_h_i"/>
</p:tagLst>
</file>

<file path=ppt/tags/tag226.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UNIT_INDEX" val="1_1_2"/>
  <p:tag name="KSO_WM_UNIT_TYPE" val="l_h_i"/>
</p:tagLst>
</file>

<file path=ppt/tags/tag22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2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SUBTYPE" val="d"/>
  <p:tag name="KSO_WM_UNIT_TYPE" val="l_h_i"/>
</p:tagLst>
</file>

<file path=ppt/tags/tag229.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UNIT_INDEX" val="1_2_2"/>
  <p:tag name="KSO_WM_UNIT_TYPE" val="l_h_i"/>
</p:tagLst>
</file>

<file path=ppt/tags/tag23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3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SUBTYPE" val="d"/>
  <p:tag name="KSO_WM_UNIT_TYPE" val="l_h_i"/>
</p:tagLst>
</file>

<file path=ppt/tags/tag232.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UNIT_INDEX" val="1_3_2"/>
  <p:tag name="KSO_WM_UNIT_TYPE" val="l_h_i"/>
</p:tagLst>
</file>

<file path=ppt/tags/tag23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23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SUBTYPE" val="d"/>
  <p:tag name="KSO_WM_UNIT_TYPE" val="l_h_i"/>
</p:tagLst>
</file>

<file path=ppt/tags/tag235.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UNIT_INDEX" val="1_4_2"/>
  <p:tag name="KSO_WM_UNIT_TYPE" val="l_h_i"/>
</p:tagLst>
</file>

<file path=ppt/tags/tag23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237.xml><?xml version="1.0" encoding="utf-8"?>
<p:tagLst xmlns:a="http://schemas.openxmlformats.org/drawingml/2006/main" xmlns:r="http://schemas.openxmlformats.org/officeDocument/2006/relationships" xmlns:p="http://schemas.openxmlformats.org/presentationml/2006/main">
  <p:tag name="KSO_WM_AITEMPLATE_STYLE_ID" val="69796630610"/>
</p:tagLst>
</file>

<file path=ppt/tags/tag238.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40490267"/>
</p:tagLst>
</file>

<file path=ppt/tags/tag239.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40490267"/>
</p:tagLst>
</file>

<file path=ppt/tags/tag240.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41.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42.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43.xml><?xml version="1.0" encoding="utf-8"?>
<p:tagLst xmlns:a="http://schemas.openxmlformats.org/drawingml/2006/main" xmlns:r="http://schemas.openxmlformats.org/officeDocument/2006/relationships" xmlns:p="http://schemas.openxmlformats.org/presentationml/2006/main">
  <p:tag name="KSO_WM_TEMPLATE_SUBCATEGORY" val="29"/>
  <p:tag name="KSO_WM_BEAUTIFY_FLAG" val="#wm#"/>
  <p:tag name="KSO_WM_TEMPLATE_SLIDE_ID" val="slide_7d1b418b74e2b859"/>
  <p:tag name="KSO_WM_TEMPLATE_THUMBS_INDEX" val="1、9"/>
  <p:tag name="KSO_WM_TEMPLATE_INDEX" val="40490267"/>
  <p:tag name="KSO_WM_TEMPLATE_CATEGORY" val="custom"/>
  <p:tag name="KSO_WM_TEMPLATE_MASTER_TYPE" val="0"/>
  <p:tag name="KSO_WM_TAG_VERSION" val="3.0"/>
</p:tagLst>
</file>

<file path=ppt/tags/tag244.xml><?xml version="1.0" encoding="utf-8"?>
<p:tagLst xmlns:a="http://schemas.openxmlformats.org/drawingml/2006/main" xmlns:r="http://schemas.openxmlformats.org/officeDocument/2006/relationships"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45.xml><?xml version="1.0" encoding="utf-8"?>
<p:tagLst xmlns:a="http://schemas.openxmlformats.org/drawingml/2006/main" xmlns:r="http://schemas.openxmlformats.org/officeDocument/2006/relationships"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46.xml><?xml version="1.0" encoding="utf-8"?>
<p:tagLst xmlns:a="http://schemas.openxmlformats.org/drawingml/2006/main" xmlns:r="http://schemas.openxmlformats.org/officeDocument/2006/relationships"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47.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1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48.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10*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49.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1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50.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1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51.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10*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52.xml><?xml version="1.0" encoding="utf-8"?>
<p:tagLst xmlns:a="http://schemas.openxmlformats.org/drawingml/2006/main" xmlns:r="http://schemas.openxmlformats.org/officeDocument/2006/relationships" xmlns:p="http://schemas.openxmlformats.org/presentationml/2006/main">
  <p:tag name="KSO_WM_UNIT_TYPE" val="a"/>
  <p:tag name="KSO_WM_BEAUTIFY_FLAG" val="#wm#"/>
  <p:tag name="KSO_WM_UNIT_INDEX" val="1"/>
  <p:tag name="KSO_WM_UNIT_TEXT_TYPE" val="1"/>
  <p:tag name="KSO_WM_LAYOUT_CHECK_HASH" val="ec9f7643c8b831151f3589b5613617c40585054d"/>
  <p:tag name="KSO_WM_NEWLAYOUT_ID" val="7734"/>
  <p:tag name="KSO_WM_FIGMA_FLAG" val="#fgm#"/>
  <p:tag name="KSO_WM_UNIT_ID" val="_10*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53.xml><?xml version="1.0" encoding="utf-8"?>
<p:tagLst xmlns:a="http://schemas.openxmlformats.org/drawingml/2006/main" xmlns:r="http://schemas.openxmlformats.org/officeDocument/2006/relationships" xmlns:p="http://schemas.openxmlformats.org/presentationml/2006/main">
  <p:tag name="KSO_WM_UNIT_TYPE" val="e"/>
  <p:tag name="KSO_WM_BEAUTIFY_FLAG" val="#wm#"/>
  <p:tag name="KSO_WM_UNIT_INDEX" val="1"/>
  <p:tag name="KSO_WM_FIGMA_FLAG" val="#fgm#"/>
  <p:tag name="KSO_WM_UNIT_ID" val="_10*e*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54.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40490267"/>
</p:tagLst>
</file>

<file path=ppt/tags/tag255.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40490267"/>
</p:tagLst>
</file>

<file path=ppt/tags/tag256.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57.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58.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59.xml><?xml version="1.0" encoding="utf-8"?>
<p:tagLst xmlns:a="http://schemas.openxmlformats.org/drawingml/2006/main" xmlns:r="http://schemas.openxmlformats.org/officeDocument/2006/relationships" xmlns:p="http://schemas.openxmlformats.org/presentationml/2006/main">
  <p:tag name="KSO_WM_TEMPLATE_SUBCATEGORY" val="29"/>
  <p:tag name="KSO_WM_BEAUTIFY_FLAG" val="#wm#"/>
  <p:tag name="KSO_WM_TEMPLATE_SLIDE_ID" val="slide_7d1b418b74e2b859"/>
  <p:tag name="KSO_WM_TEMPLATE_THUMBS_INDEX" val="1、9"/>
  <p:tag name="KSO_WM_TEMPLATE_INDEX" val="40490267"/>
  <p:tag name="KSO_WM_TEMPLATE_CATEGORY" val="custom"/>
  <p:tag name="KSO_WM_TEMPLATE_MASTER_TYPE" val="0"/>
  <p:tag name="KSO_WM_TAG_VERSION" val="3.0"/>
</p:tagLst>
</file>

<file path=ppt/tags/tag260.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61.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62.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63.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64.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65.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66.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67.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6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e02e0b2486b9c33be7dc83ad643a92978f3a607e"/>
  <p:tag name="KSO_WM_NEWLAYOUT_ID" val="slide_b40aca045d051e6b"/>
</p:tagLst>
</file>

<file path=ppt/tags/tag26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27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7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27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7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27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27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276.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40490267"/>
</p:tagLst>
</file>

<file path=ppt/tags/tag277.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40490267"/>
</p:tagLst>
</file>

<file path=ppt/tags/tag278.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79.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80.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81.xml><?xml version="1.0" encoding="utf-8"?>
<p:tagLst xmlns:a="http://schemas.openxmlformats.org/drawingml/2006/main" xmlns:r="http://schemas.openxmlformats.org/officeDocument/2006/relationships" xmlns:p="http://schemas.openxmlformats.org/presentationml/2006/main">
  <p:tag name="KSO_WM_TEMPLATE_SUBCATEGORY" val="29"/>
  <p:tag name="KSO_WM_BEAUTIFY_FLAG" val="#wm#"/>
  <p:tag name="KSO_WM_TEMPLATE_SLIDE_ID" val="slide_7d1b418b74e2b859"/>
  <p:tag name="KSO_WM_TEMPLATE_THUMBS_INDEX" val="1、9"/>
  <p:tag name="KSO_WM_TEMPLATE_INDEX" val="40490267"/>
  <p:tag name="KSO_WM_TEMPLATE_CATEGORY" val="custom"/>
  <p:tag name="KSO_WM_TEMPLATE_MASTER_TYPE" val="0"/>
  <p:tag name="KSO_WM_TAG_VERSION" val="3.0"/>
</p:tagLst>
</file>

<file path=ppt/tags/tag282.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83.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84.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85.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86.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87.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88.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89.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29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f42f7803ca138291f586f219b45fd943e3fe413c"/>
  <p:tag name="KSO_WM_NEWLAYOUT_ID" val="slide_b85ad00453087974"/>
</p:tagLst>
</file>

<file path=ppt/tags/tag291.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292.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UNIT_INDEX" val="1_1_1"/>
  <p:tag name="KSO_WM_UNIT_TYPE" val="l_h_i"/>
</p:tagLst>
</file>

<file path=ppt/tags/tag29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9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295.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UNIT_INDEX" val="1_2_1"/>
  <p:tag name="KSO_WM_UNIT_TYPE" val="l_h_i"/>
</p:tagLst>
</file>

<file path=ppt/tags/tag29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9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298.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UNIT_INDEX" val="1_3_1"/>
  <p:tag name="KSO_WM_UNIT_TYPE" val="l_h_i"/>
</p:tagLst>
</file>

<file path=ppt/tags/tag29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30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301.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40490267"/>
</p:tagLst>
</file>

<file path=ppt/tags/tag302.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40490267"/>
</p:tagLst>
</file>

<file path=ppt/tags/tag303.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04.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05.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06.xml><?xml version="1.0" encoding="utf-8"?>
<p:tagLst xmlns:a="http://schemas.openxmlformats.org/drawingml/2006/main" xmlns:r="http://schemas.openxmlformats.org/officeDocument/2006/relationships" xmlns:p="http://schemas.openxmlformats.org/presentationml/2006/main">
  <p:tag name="KSO_WM_TEMPLATE_SUBCATEGORY" val="29"/>
  <p:tag name="KSO_WM_BEAUTIFY_FLAG" val="#wm#"/>
  <p:tag name="KSO_WM_TEMPLATE_SLIDE_ID" val="slide_7d1b418b74e2b859"/>
  <p:tag name="KSO_WM_TEMPLATE_THUMBS_INDEX" val="1、9"/>
  <p:tag name="KSO_WM_TEMPLATE_INDEX" val="40490267"/>
  <p:tag name="KSO_WM_TEMPLATE_CATEGORY" val="custom"/>
  <p:tag name="KSO_WM_TEMPLATE_MASTER_TYPE" val="0"/>
  <p:tag name="KSO_WM_TAG_VERSION" val="3.0"/>
</p:tagLst>
</file>

<file path=ppt/tags/tag307.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08.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09.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10.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11.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12.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13.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14.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1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2c7f54614fb2d3c045301e8784f37ad291e9f5a9"/>
  <p:tag name="KSO_WM_NEWLAYOUT_ID" val="slide_1782e10a2508866f"/>
</p:tagLst>
</file>

<file path=ppt/tags/tag316.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UNIT_INDEX" val="1_1_1"/>
  <p:tag name="KSO_WM_UNIT_TYPE" val="l_h_i"/>
</p:tagLst>
</file>

<file path=ppt/tags/tag31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31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31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320.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UNIT_INDEX" val="1_2_1"/>
  <p:tag name="KSO_WM_UNIT_TYPE" val="l_h_i"/>
</p:tagLst>
</file>

<file path=ppt/tags/tag32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32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32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324.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40490267"/>
</p:tagLst>
</file>

<file path=ppt/tags/tag325.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40490267"/>
</p:tagLst>
</file>

<file path=ppt/tags/tag326.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27.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28.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29.xml><?xml version="1.0" encoding="utf-8"?>
<p:tagLst xmlns:a="http://schemas.openxmlformats.org/drawingml/2006/main" xmlns:r="http://schemas.openxmlformats.org/officeDocument/2006/relationships" xmlns:p="http://schemas.openxmlformats.org/presentationml/2006/main">
  <p:tag name="KSO_WM_TEMPLATE_SUBCATEGORY" val="29"/>
  <p:tag name="KSO_WM_BEAUTIFY_FLAG" val="#wm#"/>
  <p:tag name="KSO_WM_TEMPLATE_SLIDE_ID" val="slide_7d1b418b74e2b859"/>
  <p:tag name="KSO_WM_TEMPLATE_THUMBS_INDEX" val="1、9"/>
  <p:tag name="KSO_WM_TEMPLATE_INDEX" val="40490267"/>
  <p:tag name="KSO_WM_TEMPLATE_CATEGORY" val="custom"/>
  <p:tag name="KSO_WM_TEMPLATE_MASTER_TYPE" val="0"/>
  <p:tag name="KSO_WM_TAG_VERSION" val="3.0"/>
</p:tagLst>
</file>

<file path=ppt/tags/tag330.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31.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32.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33.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34.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35.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36.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37.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3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6e7adfcc14f736bd0df182e3f411ea9d034abb44"/>
  <p:tag name="KSO_WM_NEWLAYOUT_ID" val="slide_2e2dbdde591b2dc4"/>
</p:tagLst>
</file>

<file path=ppt/tags/tag33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340.xml><?xml version="1.0" encoding="utf-8"?>
<p:tagLst xmlns:a="http://schemas.openxmlformats.org/drawingml/2006/main" xmlns:r="http://schemas.openxmlformats.org/officeDocument/2006/relationships" xmlns:p="http://schemas.openxmlformats.org/presentationml/2006/main">
  <p:tag name="KSO_WM_FIGMA_DECORATION_INDEX" val="18_contentModel"/>
  <p:tag name="$PH_EXT" val="2"/>
  <p:tag name="KSO_WM_BEAUTIFY_FLAG" val="#fgm#"/>
  <p:tag name="KSO_WM_FIGMA_FLAG" val="#fgm#"/>
  <p:tag name="KSO_WM_SHAPE_BGTYPE" val="lt1"/>
  <p:tag name="KSO_WM_SHAPE_BRIGHT_DATA" val="[{&quot;dk1&quot;:-60,&quot;dk2&quot;:-50,&quot;lt1&quot;:90,&quot;lt2&quot;:100},{&quot;dk1&quot;:-60,&quot;dk2&quot;:-50,&quot;lt1&quot;:90,&quot;lt2&quot;:100}]"/>
  <p:tag name="KSO_WM_SHAPE_UPDATE_BRIGHT" val="1"/>
  <p:tag name="KSO_WM_UNIT_INDEX" val="1_1"/>
  <p:tag name="KSO_WM_UNIT_TYPE" val="l_i"/>
</p:tagLst>
</file>

<file path=ppt/tags/tag34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34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34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34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345.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40490267"/>
</p:tagLst>
</file>

<file path=ppt/tags/tag346.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40490267"/>
</p:tagLst>
</file>

<file path=ppt/tags/tag347.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48.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49.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50.xml><?xml version="1.0" encoding="utf-8"?>
<p:tagLst xmlns:a="http://schemas.openxmlformats.org/drawingml/2006/main" xmlns:r="http://schemas.openxmlformats.org/officeDocument/2006/relationships" xmlns:p="http://schemas.openxmlformats.org/presentationml/2006/main">
  <p:tag name="KSO_WM_TEMPLATE_SUBCATEGORY" val="29"/>
  <p:tag name="KSO_WM_BEAUTIFY_FLAG" val="#wm#"/>
  <p:tag name="KSO_WM_TEMPLATE_SLIDE_ID" val="slide_7d1b418b74e2b859"/>
  <p:tag name="KSO_WM_TEMPLATE_THUMBS_INDEX" val="1、9"/>
  <p:tag name="KSO_WM_TEMPLATE_INDEX" val="40490267"/>
  <p:tag name="KSO_WM_TEMPLATE_CATEGORY" val="custom"/>
  <p:tag name="KSO_WM_TEMPLATE_MASTER_TYPE" val="0"/>
  <p:tag name="KSO_WM_TAG_VERSION" val="3.0"/>
</p:tagLst>
</file>

<file path=ppt/tags/tag351.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52.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53.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54.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55.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56.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57.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58.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5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6db120829b832721a06e543fb012f94a72b81dc2"/>
  <p:tag name="KSO_WM_NEWLAYOUT_ID" val="slide_b5165c4e12380948"/>
</p:tagLst>
</file>

<file path=ppt/tags/tag36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361.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UNIT_INDEX" val="1_1_1"/>
  <p:tag name="KSO_WM_UNIT_TYPE" val="l_h_i"/>
</p:tagLst>
</file>

<file path=ppt/tags/tag36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36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364.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UNIT_INDEX" val="1_2_1"/>
  <p:tag name="KSO_WM_UNIT_TYPE" val="l_h_i"/>
</p:tagLst>
</file>

<file path=ppt/tags/tag36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36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367.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40490267"/>
</p:tagLst>
</file>

<file path=ppt/tags/tag368.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40490267"/>
</p:tagLst>
</file>

<file path=ppt/tags/tag369.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70.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71.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72.xml><?xml version="1.0" encoding="utf-8"?>
<p:tagLst xmlns:a="http://schemas.openxmlformats.org/drawingml/2006/main" xmlns:r="http://schemas.openxmlformats.org/officeDocument/2006/relationships" xmlns:p="http://schemas.openxmlformats.org/presentationml/2006/main">
  <p:tag name="KSO_WM_TEMPLATE_SUBCATEGORY" val="29"/>
  <p:tag name="KSO_WM_BEAUTIFY_FLAG" val="#wm#"/>
  <p:tag name="KSO_WM_TEMPLATE_SLIDE_ID" val="slide_7d1b418b74e2b859"/>
  <p:tag name="KSO_WM_TEMPLATE_THUMBS_INDEX" val="1、9"/>
  <p:tag name="KSO_WM_TEMPLATE_INDEX" val="40490267"/>
  <p:tag name="KSO_WM_TEMPLATE_CATEGORY" val="custom"/>
  <p:tag name="KSO_WM_TEMPLATE_MASTER_TYPE" val="0"/>
  <p:tag name="KSO_WM_TAG_VERSION" val="3.0"/>
</p:tagLst>
</file>

<file path=ppt/tags/tag373.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74.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75.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76.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77.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78.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79.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80.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81.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d8a35fa97d499ce4cf117ef8725eaec6adbd9d84"/>
  <p:tag name="KSO_WM_NEWLAYOUT_ID" val="slide_7ab15765e931a75e"/>
</p:tagLst>
</file>

<file path=ppt/tags/tag382.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383.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UNIT_INDEX" val="1_1_1"/>
  <p:tag name="KSO_WM_UNIT_TYPE" val="l_h_i"/>
</p:tagLst>
</file>

<file path=ppt/tags/tag384.xml><?xml version="1.0" encoding="utf-8"?>
<p:tagLst xmlns:a="http://schemas.openxmlformats.org/drawingml/2006/main" xmlns:r="http://schemas.openxmlformats.org/officeDocument/2006/relationships"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38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38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387.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UNIT_INDEX" val="1_2_1"/>
  <p:tag name="KSO_WM_UNIT_TYPE" val="l_h_i"/>
</p:tagLst>
</file>

<file path=ppt/tags/tag388.xml><?xml version="1.0" encoding="utf-8"?>
<p:tagLst xmlns:a="http://schemas.openxmlformats.org/drawingml/2006/main" xmlns:r="http://schemas.openxmlformats.org/officeDocument/2006/relationships" xmlns:p="http://schemas.openxmlformats.org/presentationml/2006/main">
  <p:tag name="KSO_WM_FIGMA_DECORATION_INDEX" val="8"/>
  <p:tag name="$PH_EXT" val="1"/>
  <p:tag name="KSO_WM_BEAUTIFY_FLAG" val="#fgm#"/>
  <p:tag name="KSO_WM_DIAGRAM_GROUP_CODE" val="1"/>
  <p:tag name="KSO_WM_FIGMA_FLAG" val="#fgm#"/>
  <p:tag name="KSO_WM_UNIT_INDEX" val="1_2_1"/>
  <p:tag name="KSO_WM_UNIT_TYPE" val="l_h_x"/>
</p:tagLst>
</file>

<file path=ppt/tags/tag38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39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391.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40490267"/>
</p:tagLst>
</file>

<file path=ppt/tags/tag392.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40490267"/>
</p:tagLst>
</file>

<file path=ppt/tags/tag393.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94.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95.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96.xml><?xml version="1.0" encoding="utf-8"?>
<p:tagLst xmlns:a="http://schemas.openxmlformats.org/drawingml/2006/main" xmlns:r="http://schemas.openxmlformats.org/officeDocument/2006/relationships" xmlns:p="http://schemas.openxmlformats.org/presentationml/2006/main">
  <p:tag name="KSO_WM_TEMPLATE_SUBCATEGORY" val="29"/>
  <p:tag name="KSO_WM_BEAUTIFY_FLAG" val="#wm#"/>
  <p:tag name="KSO_WM_TEMPLATE_SLIDE_ID" val="slide_7d1b418b74e2b859"/>
  <p:tag name="KSO_WM_TEMPLATE_THUMBS_INDEX" val="1、9"/>
  <p:tag name="KSO_WM_TEMPLATE_INDEX" val="40490267"/>
  <p:tag name="KSO_WM_TEMPLATE_CATEGORY" val="custom"/>
  <p:tag name="KSO_WM_TEMPLATE_MASTER_TYPE" val="0"/>
  <p:tag name="KSO_WM_TAG_VERSION" val="3.0"/>
</p:tagLst>
</file>

<file path=ppt/tags/tag397.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98.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399.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00.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01.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02.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03.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04.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0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06005e4e627d145b368f4c47aad2b5b3bae41a07"/>
  <p:tag name="KSO_WM_NEWLAYOUT_ID" val="slide_c88a85b3a72d5464"/>
</p:tagLst>
</file>

<file path=ppt/tags/tag40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407.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UNIT_INDEX" val="1_1_1"/>
  <p:tag name="KSO_WM_UNIT_TYPE" val="l_h_i"/>
</p:tagLst>
</file>

<file path=ppt/tags/tag40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40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410.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UNIT_INDEX" val="1_2_1"/>
  <p:tag name="KSO_WM_UNIT_TYPE" val="l_h_i"/>
</p:tagLst>
</file>

<file path=ppt/tags/tag41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41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413.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40490267"/>
</p:tagLst>
</file>

<file path=ppt/tags/tag414.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40490267"/>
</p:tagLst>
</file>

<file path=ppt/tags/tag415.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16.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17.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18.xml><?xml version="1.0" encoding="utf-8"?>
<p:tagLst xmlns:a="http://schemas.openxmlformats.org/drawingml/2006/main" xmlns:r="http://schemas.openxmlformats.org/officeDocument/2006/relationships" xmlns:p="http://schemas.openxmlformats.org/presentationml/2006/main">
  <p:tag name="KSO_WM_TEMPLATE_SUBCATEGORY" val="29"/>
  <p:tag name="KSO_WM_BEAUTIFY_FLAG" val="#wm#"/>
  <p:tag name="KSO_WM_TEMPLATE_SLIDE_ID" val="slide_7d1b418b74e2b859"/>
  <p:tag name="KSO_WM_TEMPLATE_THUMBS_INDEX" val="1、9"/>
  <p:tag name="KSO_WM_TEMPLATE_INDEX" val="40490267"/>
  <p:tag name="KSO_WM_TEMPLATE_CATEGORY" val="custom"/>
  <p:tag name="KSO_WM_TEMPLATE_MASTER_TYPE" val="0"/>
  <p:tag name="KSO_WM_TAG_VERSION" val="3.0"/>
</p:tagLst>
</file>

<file path=ppt/tags/tag419.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20.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21.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22.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23.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24.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25.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26.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2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b7fa0924ee857722fd89512b21bc5dc748439863"/>
  <p:tag name="KSO_WM_NEWLAYOUT_ID" val="slide_9a537bb08feecbdc"/>
</p:tagLst>
</file>

<file path=ppt/tags/tag42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429.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UNIT_INDEX" val="1_1_1"/>
  <p:tag name="KSO_WM_UNIT_TYPE" val="l_h_i"/>
</p:tagLst>
</file>

<file path=ppt/tags/tag43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43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432.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UNIT_INDEX" val="1_2_1"/>
  <p:tag name="KSO_WM_UNIT_TYPE" val="l_h_i"/>
</p:tagLst>
</file>

<file path=ppt/tags/tag43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434.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40490267"/>
</p:tagLst>
</file>

<file path=ppt/tags/tag435.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40490267"/>
</p:tagLst>
</file>

<file path=ppt/tags/tag436.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37.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38.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39.xml><?xml version="1.0" encoding="utf-8"?>
<p:tagLst xmlns:a="http://schemas.openxmlformats.org/drawingml/2006/main" xmlns:r="http://schemas.openxmlformats.org/officeDocument/2006/relationships" xmlns:p="http://schemas.openxmlformats.org/presentationml/2006/main">
  <p:tag name="KSO_WM_TEMPLATE_SUBCATEGORY" val="29"/>
  <p:tag name="KSO_WM_BEAUTIFY_FLAG" val="#wm#"/>
  <p:tag name="KSO_WM_TEMPLATE_SLIDE_ID" val="slide_7d1b418b74e2b859"/>
  <p:tag name="KSO_WM_TEMPLATE_THUMBS_INDEX" val="1、9"/>
  <p:tag name="KSO_WM_TEMPLATE_INDEX" val="40490267"/>
  <p:tag name="KSO_WM_TEMPLATE_CATEGORY" val="custom"/>
  <p:tag name="KSO_WM_TEMPLATE_MASTER_TYPE" val="0"/>
  <p:tag name="KSO_WM_TAG_VERSION" val="3.0"/>
</p:tagLst>
</file>

<file path=ppt/tags/tag440.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41.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42.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43.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44.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45.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46.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47.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4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c251462355587a43a6a33c4f19a116ce7aee2757"/>
  <p:tag name="KSO_WM_NEWLAYOUT_ID" val="slide_4acdb5d565d7a68b"/>
</p:tagLst>
</file>

<file path=ppt/tags/tag44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45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45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45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45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45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45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45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45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458.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40490267"/>
</p:tagLst>
</file>

<file path=ppt/tags/tag459.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40490267"/>
</p:tagLst>
</file>

<file path=ppt/tags/tag460.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61.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62.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63.xml><?xml version="1.0" encoding="utf-8"?>
<p:tagLst xmlns:a="http://schemas.openxmlformats.org/drawingml/2006/main" xmlns:r="http://schemas.openxmlformats.org/officeDocument/2006/relationships" xmlns:p="http://schemas.openxmlformats.org/presentationml/2006/main">
  <p:tag name="KSO_WM_TEMPLATE_SUBCATEGORY" val="29"/>
  <p:tag name="KSO_WM_BEAUTIFY_FLAG" val="#wm#"/>
  <p:tag name="KSO_WM_TEMPLATE_SLIDE_ID" val="slide_7d1b418b74e2b859"/>
  <p:tag name="KSO_WM_TEMPLATE_THUMBS_INDEX" val="1、9"/>
  <p:tag name="KSO_WM_TEMPLATE_INDEX" val="40490267"/>
  <p:tag name="KSO_WM_TEMPLATE_CATEGORY" val="custom"/>
  <p:tag name="KSO_WM_TEMPLATE_MASTER_TYPE" val="0"/>
  <p:tag name="KSO_WM_TAG_VERSION" val="3.0"/>
</p:tagLst>
</file>

<file path=ppt/tags/tag464.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65.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66.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67.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68.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69.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70.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71.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72.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1f923701dbf56d5116a30ab0c7fd87bfc278729a"/>
  <p:tag name="KSO_WM_NEWLAYOUT_ID" val="slide_d233a04c91228a1b"/>
</p:tagLst>
</file>

<file path=ppt/tags/tag473.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UNIT_INDEX" val="1_1_1"/>
  <p:tag name="KSO_WM_UNIT_TYPE" val="l_h_i"/>
</p:tagLst>
</file>

<file path=ppt/tags/tag47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47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47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477.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UNIT_INDEX" val="1_2_1"/>
  <p:tag name="KSO_WM_UNIT_TYPE" val="l_h_i"/>
</p:tagLst>
</file>

<file path=ppt/tags/tag47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47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48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481.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UNIT_INDEX" val="1_3_1"/>
  <p:tag name="KSO_WM_UNIT_TYPE" val="l_h_i"/>
</p:tagLst>
</file>

<file path=ppt/tags/tag48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48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48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485.xml><?xml version="1.0" encoding="utf-8"?>
<p:tagLst xmlns:a="http://schemas.openxmlformats.org/drawingml/2006/main" xmlns:r="http://schemas.openxmlformats.org/officeDocument/2006/relationships" xmlns:p="http://schemas.openxmlformats.org/presentationml/2006/main">
  <p:tag name="KSO_WM_AITEMPLATE_STYLE_ID" val="69796630610"/>
</p:tagLst>
</file>

<file path=ppt/tags/tag486.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40490267"/>
</p:tagLst>
</file>

<file path=ppt/tags/tag487.xml><?xml version="1.0" encoding="utf-8"?>
<p:tagLst xmlns:a="http://schemas.openxmlformats.org/drawingml/2006/main" xmlns:r="http://schemas.openxmlformats.org/officeDocument/2006/relationships"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40490267"/>
</p:tagLst>
</file>

<file path=ppt/tags/tag488.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89.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90.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91.xml><?xml version="1.0" encoding="utf-8"?>
<p:tagLst xmlns:a="http://schemas.openxmlformats.org/drawingml/2006/main" xmlns:r="http://schemas.openxmlformats.org/officeDocument/2006/relationships" xmlns:p="http://schemas.openxmlformats.org/presentationml/2006/main">
  <p:tag name="KSO_WM_TEMPLATE_SUBCATEGORY" val="29"/>
  <p:tag name="KSO_WM_BEAUTIFY_FLAG" val="#wm#"/>
  <p:tag name="KSO_WM_TEMPLATE_SLIDE_ID" val="slide_7d1b418b74e2b859"/>
  <p:tag name="KSO_WM_TEMPLATE_THUMBS_INDEX" val="1、9"/>
  <p:tag name="KSO_WM_TEMPLATE_INDEX" val="40490267"/>
  <p:tag name="KSO_WM_TEMPLATE_CATEGORY" val="custom"/>
  <p:tag name="KSO_WM_TEMPLATE_MASTER_TYPE" val="0"/>
  <p:tag name="KSO_WM_TAG_VERSION" val="3.0"/>
</p:tagLst>
</file>

<file path=ppt/tags/tag492.xml><?xml version="1.0" encoding="utf-8"?>
<p:tagLst xmlns:a="http://schemas.openxmlformats.org/drawingml/2006/main" xmlns:r="http://schemas.openxmlformats.org/officeDocument/2006/relationships"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93.xml><?xml version="1.0" encoding="utf-8"?>
<p:tagLst xmlns:a="http://schemas.openxmlformats.org/drawingml/2006/main" xmlns:r="http://schemas.openxmlformats.org/officeDocument/2006/relationships"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94.xml><?xml version="1.0" encoding="utf-8"?>
<p:tagLst xmlns:a="http://schemas.openxmlformats.org/drawingml/2006/main" xmlns:r="http://schemas.openxmlformats.org/officeDocument/2006/relationships"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95.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96.xml><?xml version="1.0" encoding="utf-8"?>
<p:tagLst xmlns:a="http://schemas.openxmlformats.org/drawingml/2006/main" xmlns:r="http://schemas.openxmlformats.org/officeDocument/2006/relationships" xmlns:p="http://schemas.openxmlformats.org/presentationml/2006/main">
  <p:tag name="KSO_WM_UNIT_TYPE" val="i"/>
  <p:tag name="KSO_WM_UNIT_INDEX" val="6"/>
  <p:tag name="KSO_WM_BEAUTIFY_FLAG" val="#wm#"/>
  <p:tag name="KSO_WM_TAG_VERSION" val="3.0"/>
  <p:tag name="KSO_WM_UNIT_ID" val="_1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97.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1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98.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499.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500.xml><?xml version="1.0" encoding="utf-8"?>
<p:tagLst xmlns:a="http://schemas.openxmlformats.org/drawingml/2006/main" xmlns:r="http://schemas.openxmlformats.org/officeDocument/2006/relationships" xmlns:p="http://schemas.openxmlformats.org/presentationml/2006/main">
  <p:tag name="KSO_WM_UNIT_TYPE" val="b"/>
  <p:tag name="KSO_WM_BEAUTIFY_FLAG" val="#wm#"/>
  <p:tag name="KSO_WM_UNIT_INDEX" val="1"/>
  <p:tag name="KSO_WM_UNIT_TEXT_TYPE" val="1"/>
  <p:tag name="KSO_WM_FIGMA_FLAG" val="#fgm#"/>
  <p:tag name="KSO_WM_UNIT_ID" val="_11*b*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501.xml><?xml version="1.0" encoding="utf-8"?>
<p:tagLst xmlns:a="http://schemas.openxmlformats.org/drawingml/2006/main" xmlns:r="http://schemas.openxmlformats.org/officeDocument/2006/relationships" xmlns:p="http://schemas.openxmlformats.org/presentationml/2006/main">
  <p:tag name="KSO_WM_UNIT_TYPE" val="a"/>
  <p:tag name="KSO_WM_BEAUTIFY_FLAG" val="#wm#"/>
  <p:tag name="KSO_WM_UNIT_INDEX" val="1"/>
  <p:tag name="KSO_WM_UNIT_TEXT_TYPE" val="1"/>
  <p:tag name="KSO_WM_LAYOUT_CHECK_HASH" val="94a12639ee0360dff84cd31837e403e3ddf45577"/>
  <p:tag name="KSO_WM_NEWLAYOUT_ID" val="7738"/>
  <p:tag name="KSO_WM_FIGMA_FLAG" val="#fgm#"/>
  <p:tag name="KSO_WM_UNIT_ID" val="_11*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502.xml><?xml version="1.0" encoding="utf-8"?>
<p:tagLst xmlns:a="http://schemas.openxmlformats.org/drawingml/2006/main" xmlns:r="http://schemas.openxmlformats.org/officeDocument/2006/relationships" xmlns:p="http://schemas.openxmlformats.org/presentationml/2006/main">
  <p:tag name="KSO_WM_SLIDE_CONTENT_ORIENTATION" val="center"/>
  <p:tag name="KSO_WM_SLIDE_HAS_MASK" val="0"/>
  <p:tag name="KSO_WM_SLIDE_ITEM_CNT" val="0"/>
  <p:tag name="KSO_WM_SLIDE_TYPE" val="title"/>
  <p:tag name="KSO_WM_TEMPLATE_SUBCATEGORY" val="29"/>
  <p:tag name="KSO_WM_BEAUTIFY_FLAG" val="#wm#"/>
  <p:tag name="KSO_WM_TEMPLATE_SLIDE_ID" val="slide_7d1b418b74e2b859"/>
  <p:tag name="KSO_WM_TEMPLATE_THUMBS_INDEX" val="1、9"/>
  <p:tag name="KSO_WM_TEMPLATE_INDEX" val="40490267"/>
  <p:tag name="KSO_WM_TEMPLATE_CATEGORY" val="custom"/>
  <p:tag name="KSO_WM_SLIDE_INDEX" val="1"/>
  <p:tag name="KSO_WM_SLIDE_ID" val="custom40490267_1"/>
  <p:tag name="KSO_WM_TEMPLATE_MASTER_TYPE" val="0"/>
  <p:tag name="KSO_WM_SLIDE_LAYOUT" val="a_f"/>
  <p:tag name="KSO_WM_SLIDE_LAYOUT_CNT" val="1_2"/>
  <p:tag name="KSO_WM_TAG_VERSION" val="3.0"/>
</p:tagLst>
</file>

<file path=ppt/tags/tag503.xml><?xml version="1.0" encoding="utf-8"?>
<p:tagLst xmlns:a="http://schemas.openxmlformats.org/drawingml/2006/main" xmlns:r="http://schemas.openxmlformats.org/officeDocument/2006/relationships" xmlns:p="http://schemas.openxmlformats.org/presentationml/2006/main">
  <p:tag name="KSO_WM_BEAUTIFY_FLAG" val="#wm#"/>
  <p:tag name="KSO_WM_UNIT_INDEX" val="1"/>
  <p:tag name="KSO_WM_UNIT_SUBTYPE" val="c"/>
  <p:tag name="KSO_WM_UNIT_TEXT_TYPE" val="1"/>
  <p:tag name="KSO_WM_UNIT_TYPE" val="f"/>
  <p:tag name="KSO_WM_UNIT_PRESET_TEXT" val="20XX YEAR"/>
  <p:tag name="KSO_WM_FIGMA_FLAG" val="#fgm#"/>
  <p:tag name="KSO_WM_UNIT_ID" val="_9*f*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504.xml><?xml version="1.0" encoding="utf-8"?>
<p:tagLst xmlns:a="http://schemas.openxmlformats.org/drawingml/2006/main" xmlns:r="http://schemas.openxmlformats.org/officeDocument/2006/relationships" xmlns:p="http://schemas.openxmlformats.org/presentationml/2006/main">
  <p:tag name="KSO_WM_UNIT_TYPE" val="a"/>
  <p:tag name="KSO_WM_BEAUTIFY_FLAG" val="#wm#"/>
  <p:tag name="KSO_WM_UNIT_INDEX" val="1"/>
  <p:tag name="KSO_WM_UNIT_TEXT_TYPE" val="1"/>
  <p:tag name="KSO_WM_LAYOUT_CHECK_HASH" val="fb20bfb41b374e65f655f309572598af0f2c42fb"/>
  <p:tag name="KSO_WM_NEWLAYOUT_ID" val="7727"/>
  <p:tag name="KSO_WM_UNIT_PRESET_TEXT" val="单击此处添加文档标题"/>
  <p:tag name="KSO_WM_FIGMA_FLAG" val="#fgm#"/>
  <p:tag name="KSO_WM_UNIT_ID" val="_9*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505.xml><?xml version="1.0" encoding="utf-8"?>
<p:tagLst xmlns:a="http://schemas.openxmlformats.org/drawingml/2006/main" xmlns:r="http://schemas.openxmlformats.org/officeDocument/2006/relationships" xmlns:p="http://schemas.openxmlformats.org/presentationml/2006/main">
  <p:tag name="KSO_WM_UNIT_TYPE" val="f"/>
  <p:tag name="KSO_WM_BEAUTIFY_FLAG" val="#wm#"/>
  <p:tag name="KSO_WM_UNIT_INDEX" val="2"/>
  <p:tag name="KSO_WM_UNIT_SUBTYPE" val="b"/>
  <p:tag name="KSO_WM_UNIT_TEXT_TYPE" val="1"/>
  <p:tag name="KSO_WM_UNIT_PRESET_TEXT" val="BY WPS"/>
  <p:tag name="KSO_WM_FIGMA_FLAG" val="#fgm#"/>
  <p:tag name="KSO_WM_UNIT_ID" val="_9*f*2"/>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506.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4"/>
  <p:tag name="KSO_WM_SLIDE_TYPE" val="contents"/>
  <p:tag name="KSO_WM_TEMPLATE_SUBCATEGORY" val="29"/>
  <p:tag name="KSO_WM_BEAUTIFY_FLAG" val="#wm#"/>
  <p:tag name="KSO_WM_TEMPLATE_FIGMA_ID" val="69796630610"/>
  <p:tag name="KSO_WM_TEMPLATE_SLIDE_ID" val="slide_61223ae7a7f7aefc"/>
  <p:tag name="KSO_WM_TEMPLATE_CATEGORY" val="custom"/>
  <p:tag name="KSO_WM_TEMPLATE_INDEX" val="40490267"/>
</p:tagLst>
</file>

<file path=ppt/tags/tag50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EXT_TYPE" val="1"/>
  <p:tag name="KSO_WM_UNIT_TYPE" val="b"/>
</p:tagLst>
</file>

<file path=ppt/tags/tag50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EXT_TYPE" val="1"/>
  <p:tag name="KSO_WM_UNIT_TYPE" val="a"/>
  <p:tag name="KSO_WM_LAYOUT_CHECK_HASH" val="87f63a5dc21c872e04a700dd24a34ae1234c01ef"/>
  <p:tag name="KSO_WM_NEWLAYOUT_ID" val="slide_61223ae7a7f7aefc"/>
</p:tagLst>
</file>

<file path=ppt/tags/tag50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SUBTYPE" val="d"/>
  <p:tag name="KSO_WM_UNIT_TYPE" val="l_h_i"/>
  <p:tag name="KSO_WM_UNIT_PRESET_TEXT" val="01"/>
</p:tagLst>
</file>

<file path=ppt/tags/tag510.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UNIT_INDEX" val="1_1_2"/>
  <p:tag name="KSO_WM_UNIT_TYPE" val="l_h_i"/>
  <p:tag name="KSO_WM_UNIT_PRESET_TEXT" val=" "/>
</p:tagLst>
</file>

<file path=ppt/tags/tag51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51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SUBTYPE" val="d"/>
  <p:tag name="KSO_WM_UNIT_TYPE" val="l_h_i"/>
  <p:tag name="KSO_WM_UNIT_PRESET_TEXT" val="02"/>
</p:tagLst>
</file>

<file path=ppt/tags/tag513.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UNIT_INDEX" val="1_2_2"/>
  <p:tag name="KSO_WM_UNIT_TYPE" val="l_h_i"/>
  <p:tag name="KSO_WM_UNIT_PRESET_TEXT" val=" "/>
</p:tagLst>
</file>

<file path=ppt/tags/tag51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51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SUBTYPE" val="d"/>
  <p:tag name="KSO_WM_UNIT_TYPE" val="l_h_i"/>
  <p:tag name="KSO_WM_UNIT_PRESET_TEXT" val="03"/>
</p:tagLst>
</file>

<file path=ppt/tags/tag516.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UNIT_INDEX" val="1_3_2"/>
  <p:tag name="KSO_WM_UNIT_TYPE" val="l_h_i"/>
  <p:tag name="KSO_WM_UNIT_PRESET_TEXT" val=" "/>
</p:tagLst>
</file>

<file path=ppt/tags/tag51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51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SUBTYPE" val="d"/>
  <p:tag name="KSO_WM_UNIT_TYPE" val="l_h_i"/>
  <p:tag name="KSO_WM_UNIT_PRESET_TEXT" val="04"/>
</p:tagLst>
</file>

<file path=ppt/tags/tag519.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UNIT_INDEX" val="1_4_2"/>
  <p:tag name="KSO_WM_UNIT_TYPE" val="l_h_i"/>
  <p:tag name="KSO_WM_UNIT_PRESET_TEXT" val=" "/>
</p:tagLst>
</file>

<file path=ppt/tags/tag52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 name="KSO_WM_UNIT_PRESET_TEXT" val="单击此处添加项标题"/>
</p:tagLst>
</file>

<file path=ppt/tags/tag521.xml><?xml version="1.0" encoding="utf-8"?>
<p:tagLst xmlns:a="http://schemas.openxmlformats.org/drawingml/2006/main" xmlns:r="http://schemas.openxmlformats.org/officeDocument/2006/relationships" xmlns:p="http://schemas.openxmlformats.org/presentationml/2006/main">
  <p:tag name="KSO_WM_SLIDE_CONTENT_ORIENTATION" val="right"/>
  <p:tag name="KSO_WM_SLIDE_HAS_MASK" val="0"/>
  <p:tag name="KSO_WM_SLIDE_ITEM_CNT" val="0"/>
  <p:tag name="KSO_WM_SLIDE_TYPE" val="sectionTitle"/>
  <p:tag name="KSO_WM_TEMPLATE_SUBCATEGORY" val="29"/>
  <p:tag name="KSO_WM_BEAUTIFY_FLAG" val="#wm#"/>
  <p:tag name="KSO_WM_TEMPLATE_SLIDE_ID" val="slide_d635315789958f2d"/>
  <p:tag name="KSO_WM_TEMPLATE_INDEX" val="40490267"/>
  <p:tag name="KSO_WM_TEMPLATE_CATEGORY" val="custom"/>
  <p:tag name="KSO_WM_SLIDE_INDEX" val="3"/>
  <p:tag name="KSO_WM_SLIDE_ID" val="custom40490267_7"/>
  <p:tag name="KSO_WM_TEMPLATE_MASTER_TYPE" val="0"/>
  <p:tag name="KSO_WM_SLIDE_LAYOUT" val="a_e"/>
  <p:tag name="KSO_WM_SLIDE_LAYOUT_CNT" val="1_1"/>
  <p:tag name="KSO_WM_TAG_VERSION" val="3.0"/>
</p:tagLst>
</file>

<file path=ppt/tags/tag522.xml><?xml version="1.0" encoding="utf-8"?>
<p:tagLst xmlns:a="http://schemas.openxmlformats.org/drawingml/2006/main" xmlns:r="http://schemas.openxmlformats.org/officeDocument/2006/relationships" xmlns:p="http://schemas.openxmlformats.org/presentationml/2006/main">
  <p:tag name="KSO_WM_UNIT_TYPE" val="a"/>
  <p:tag name="KSO_WM_BEAUTIFY_FLAG" val="#wm#"/>
  <p:tag name="KSO_WM_UNIT_INDEX" val="1"/>
  <p:tag name="KSO_WM_UNIT_TEXT_TYPE" val="1"/>
  <p:tag name="KSO_WM_LAYOUT_CHECK_HASH" val="ec9f7643c8b831151f3589b5613617c40585054d"/>
  <p:tag name="KSO_WM_NEWLAYOUT_ID" val="7734"/>
  <p:tag name="KSO_WM_UNIT_PRESET_TEXT" val="单击此处添加章节标题"/>
  <p:tag name="KSO_WM_FIGMA_FLAG" val="#fgm#"/>
  <p:tag name="KSO_WM_UNIT_ID" val="_10*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523.xml><?xml version="1.0" encoding="utf-8"?>
<p:tagLst xmlns:a="http://schemas.openxmlformats.org/drawingml/2006/main" xmlns:r="http://schemas.openxmlformats.org/officeDocument/2006/relationships" xmlns:p="http://schemas.openxmlformats.org/presentationml/2006/main">
  <p:tag name="KSO_WM_UNIT_TYPE" val="e"/>
  <p:tag name="KSO_WM_BEAUTIFY_FLAG" val="#wm#"/>
  <p:tag name="KSO_WM_UNIT_INDEX" val="1"/>
  <p:tag name="KSO_WM_UNIT_PRESET_TEXT" val="01"/>
  <p:tag name="KSO_WM_FIGMA_FLAG" val="#fgm#"/>
  <p:tag name="KSO_WM_UNIT_ID" val="_10*e*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524.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30610"/>
  <p:tag name="KSO_WM_TEMPLATE_SLIDE_ID" val="slide_b40aca045d051e6b"/>
  <p:tag name="KSO_WM_TEMPLATE_CATEGORY" val="custom"/>
  <p:tag name="KSO_WM_TEMPLATE_INDEX" val="40490267"/>
</p:tagLst>
</file>

<file path=ppt/tags/tag52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e02e0b2486b9c33be7dc83ad643a92978f3a607e"/>
  <p:tag name="KSO_WM_NEWLAYOUT_ID" val="slide_b40aca045d051e6b"/>
  <p:tag name="KSO_WM_UNIT_PRESET_TEXT" val="单击此处添加标题"/>
</p:tagLst>
</file>

<file path=ppt/tags/tag52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52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52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52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53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53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532.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_loading"/>
</p:tagLst>
</file>

<file path=ppt/tags/tag53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_text"/>
</p:tagLst>
</file>

<file path=ppt/tags/tag534.xml><?xml version="1.0" encoding="utf-8"?>
<p:tagLst xmlns:a="http://schemas.openxmlformats.org/drawingml/2006/main" xmlns:r="http://schemas.openxmlformats.org/officeDocument/2006/relationships" xmlns:p="http://schemas.openxmlformats.org/presentationml/2006/main">
  <p:tag name="WPP_GENERATEPICTURE" val="1"/>
  <p:tag name="KSO_WM_BEAUTIFY_FLAG" val="#fgm#"/>
  <p:tag name="KSO_WM_FIGMA_FLAG" val="#fgm#"/>
  <p:tag name="KSO_WM_UNIT_INDEX" val="1"/>
  <p:tag name="KSO_WM_UNIT_TYPE" val="d"/>
</p:tagLst>
</file>

<file path=ppt/tags/tag535.xml><?xml version="1.0" encoding="utf-8"?>
<p:tagLst xmlns:a="http://schemas.openxmlformats.org/drawingml/2006/main" xmlns:r="http://schemas.openxmlformats.org/officeDocument/2006/relationships" xmlns:p="http://schemas.openxmlformats.org/presentationml/2006/main">
  <p:tag name="KSO_WM_SLIDE_CONTENT_ORIENTATION" val="right"/>
  <p:tag name="KSO_WM_SLIDE_HAS_MASK" val="0"/>
  <p:tag name="KSO_WM_SLIDE_ITEM_CNT" val="0"/>
  <p:tag name="KSO_WM_SLIDE_TYPE" val="sectionTitle"/>
  <p:tag name="KSO_WM_TEMPLATE_SUBCATEGORY" val="29"/>
  <p:tag name="KSO_WM_BEAUTIFY_FLAG" val="#wm#"/>
  <p:tag name="KSO_WM_TEMPLATE_SLIDE_ID" val="slide_d635315789958f2d"/>
  <p:tag name="KSO_WM_TEMPLATE_INDEX" val="40490267"/>
  <p:tag name="KSO_WM_TEMPLATE_CATEGORY" val="custom"/>
  <p:tag name="KSO_WM_SLIDE_INDEX" val="3"/>
  <p:tag name="KSO_WM_SLIDE_ID" val="custom40490267_7"/>
  <p:tag name="KSO_WM_TEMPLATE_MASTER_TYPE" val="0"/>
  <p:tag name="KSO_WM_SLIDE_LAYOUT" val="a_e"/>
  <p:tag name="KSO_WM_SLIDE_LAYOUT_CNT" val="1_1"/>
  <p:tag name="KSO_WM_TAG_VERSION" val="3.0"/>
</p:tagLst>
</file>

<file path=ppt/tags/tag536.xml><?xml version="1.0" encoding="utf-8"?>
<p:tagLst xmlns:a="http://schemas.openxmlformats.org/drawingml/2006/main" xmlns:r="http://schemas.openxmlformats.org/officeDocument/2006/relationships" xmlns:p="http://schemas.openxmlformats.org/presentationml/2006/main">
  <p:tag name="KSO_WM_UNIT_TYPE" val="a"/>
  <p:tag name="KSO_WM_BEAUTIFY_FLAG" val="#wm#"/>
  <p:tag name="KSO_WM_UNIT_INDEX" val="1"/>
  <p:tag name="KSO_WM_UNIT_TEXT_TYPE" val="1"/>
  <p:tag name="KSO_WM_LAYOUT_CHECK_HASH" val="ec9f7643c8b831151f3589b5613617c40585054d"/>
  <p:tag name="KSO_WM_NEWLAYOUT_ID" val="7734"/>
  <p:tag name="KSO_WM_UNIT_PRESET_TEXT" val="单击此处添加章节标题"/>
  <p:tag name="KSO_WM_FIGMA_FLAG" val="#fgm#"/>
  <p:tag name="KSO_WM_UNIT_ID" val="_10*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537.xml><?xml version="1.0" encoding="utf-8"?>
<p:tagLst xmlns:a="http://schemas.openxmlformats.org/drawingml/2006/main" xmlns:r="http://schemas.openxmlformats.org/officeDocument/2006/relationships" xmlns:p="http://schemas.openxmlformats.org/presentationml/2006/main">
  <p:tag name="KSO_WM_UNIT_TYPE" val="e"/>
  <p:tag name="KSO_WM_BEAUTIFY_FLAG" val="#wm#"/>
  <p:tag name="KSO_WM_UNIT_INDEX" val="1"/>
  <p:tag name="KSO_WM_UNIT_PRESET_TEXT" val="01"/>
  <p:tag name="KSO_WM_FIGMA_FLAG" val="#fgm#"/>
  <p:tag name="KSO_WM_UNIT_ID" val="_10*e*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538.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30610"/>
  <p:tag name="KSO_WM_TEMPLATE_SLIDE_ID" val="slide_b85ad00453087974"/>
  <p:tag name="KSO_WM_TEMPLATE_CATEGORY" val="custom"/>
  <p:tag name="KSO_WM_TEMPLATE_INDEX" val="40490267"/>
</p:tagLst>
</file>

<file path=ppt/tags/tag53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f42f7803ca138291f586f219b45fd943e3fe413c"/>
  <p:tag name="KSO_WM_NEWLAYOUT_ID" val="slide_b85ad00453087974"/>
  <p:tag name="KSO_WM_UNIT_PRESET_TEXT" val="单击此处添加标题"/>
</p:tagLst>
</file>

<file path=ppt/tags/tag540.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UNIT_INDEX" val="1_1_1"/>
  <p:tag name="KSO_WM_UNIT_TYPE" val="l_h_i"/>
  <p:tag name="KSO_WM_UNIT_PRESET_TEXT" val=" "/>
</p:tagLst>
</file>

<file path=ppt/tags/tag54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54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543.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UNIT_INDEX" val="1_2_1"/>
  <p:tag name="KSO_WM_UNIT_TYPE" val="l_h_i"/>
  <p:tag name="KSO_WM_UNIT_PRESET_TEXT" val=" "/>
</p:tagLst>
</file>

<file path=ppt/tags/tag54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54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546.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UNIT_INDEX" val="1_3_1"/>
  <p:tag name="KSO_WM_UNIT_TYPE" val="l_h_i"/>
  <p:tag name="KSO_WM_UNIT_PRESET_TEXT" val=" "/>
</p:tagLst>
</file>

<file path=ppt/tags/tag54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54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549.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30610"/>
  <p:tag name="KSO_WM_TEMPLATE_SLIDE_ID" val="slide_1782e10a2508866f"/>
  <p:tag name="KSO_WM_TEMPLATE_CATEGORY" val="custom"/>
  <p:tag name="KSO_WM_TEMPLATE_INDEX" val="40490267"/>
</p:tagLst>
</file>

<file path=ppt/tags/tag55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2c7f54614fb2d3c045301e8784f37ad291e9f5a9"/>
  <p:tag name="KSO_WM_NEWLAYOUT_ID" val="slide_1782e10a2508866f"/>
  <p:tag name="KSO_WM_UNIT_PRESET_TEXT" val="单击此处添加标题"/>
</p:tagLst>
</file>

<file path=ppt/tags/tag551.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UNIT_INDEX" val="1_1_1"/>
  <p:tag name="KSO_WM_UNIT_TYPE" val="l_h_i"/>
  <p:tag name="KSO_WM_UNIT_PRESET_TEXT" val=" "/>
</p:tagLst>
</file>

<file path=ppt/tags/tag55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55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554.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UNIT_INDEX" val="1_2_1"/>
  <p:tag name="KSO_WM_UNIT_TYPE" val="l_h_i"/>
  <p:tag name="KSO_WM_UNIT_PRESET_TEXT" val=" "/>
</p:tagLst>
</file>

<file path=ppt/tags/tag55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55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557.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30610"/>
  <p:tag name="KSO_WM_TEMPLATE_SLIDE_ID" val="slide_2e2dbdde591b2dc4"/>
  <p:tag name="KSO_WM_TEMPLATE_CATEGORY" val="custom"/>
  <p:tag name="KSO_WM_TEMPLATE_INDEX" val="40490267"/>
</p:tagLst>
</file>

<file path=ppt/tags/tag55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6e7adfcc14f736bd0df182e3f411ea9d034abb44"/>
  <p:tag name="KSO_WM_NEWLAYOUT_ID" val="slide_2e2dbdde591b2dc4"/>
  <p:tag name="KSO_WM_UNIT_PRESET_TEXT" val="单击此处添加标题"/>
</p:tagLst>
</file>

<file path=ppt/tags/tag559.xml><?xml version="1.0" encoding="utf-8"?>
<p:tagLst xmlns:a="http://schemas.openxmlformats.org/drawingml/2006/main" xmlns:r="http://schemas.openxmlformats.org/officeDocument/2006/relationships" xmlns:p="http://schemas.openxmlformats.org/presentationml/2006/main">
  <p:tag name="KSO_WM_FIGMA_DECORATION_INDEX" val="18_contentModel"/>
  <p:tag name="$PH_EXT" val="2"/>
  <p:tag name="KSO_WM_BEAUTIFY_FLAG" val="#fgm#"/>
  <p:tag name="KSO_WM_FIGMA_FLAG" val="#fgm#"/>
  <p:tag name="KSO_WM_SHAPE_BGTYPE" val="lt1"/>
  <p:tag name="KSO_WM_SHAPE_BRIGHT_DATA" val="[{&quot;dk1&quot;:-60,&quot;dk2&quot;:-50,&quot;lt1&quot;:90,&quot;lt2&quot;:100},{&quot;dk1&quot;:-60,&quot;dk2&quot;:-50,&quot;lt1&quot;:90,&quot;lt2&quot;:100}]"/>
  <p:tag name="KSO_WM_SHAPE_UPDATE_BRIGHT" val="1"/>
  <p:tag name="KSO_WM_UNIT_INDEX" val="1_1"/>
  <p:tag name="KSO_WM_UNIT_TYPE" val="l_i"/>
  <p:tag name="KSO_WM_UNIT_PRESET_TEXT" val=" "/>
</p:tagLst>
</file>

<file path=ppt/tags/tag56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56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56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56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564.xml><?xml version="1.0" encoding="utf-8"?>
<p:tagLst xmlns:a="http://schemas.openxmlformats.org/drawingml/2006/main" xmlns:r="http://schemas.openxmlformats.org/officeDocument/2006/relationships" xmlns:p="http://schemas.openxmlformats.org/presentationml/2006/main">
  <p:tag name="WPP_GENERATEPICTURE" val="1"/>
</p:tagLst>
</file>

<file path=ppt/tags/tag565.xml><?xml version="1.0" encoding="utf-8"?>
<p:tagLst xmlns:a="http://schemas.openxmlformats.org/drawingml/2006/main" xmlns:r="http://schemas.openxmlformats.org/officeDocument/2006/relationships" xmlns:p="http://schemas.openxmlformats.org/presentationml/2006/main">
  <p:tag name="KSO_WM_SLIDE_CONTENT_ORIENTATION" val="right"/>
  <p:tag name="KSO_WM_SLIDE_HAS_MASK" val="0"/>
  <p:tag name="KSO_WM_SLIDE_ITEM_CNT" val="0"/>
  <p:tag name="KSO_WM_SLIDE_TYPE" val="sectionTitle"/>
  <p:tag name="KSO_WM_TEMPLATE_SUBCATEGORY" val="29"/>
  <p:tag name="KSO_WM_BEAUTIFY_FLAG" val="#wm#"/>
  <p:tag name="KSO_WM_TEMPLATE_SLIDE_ID" val="slide_d635315789958f2d"/>
  <p:tag name="KSO_WM_TEMPLATE_INDEX" val="40490267"/>
  <p:tag name="KSO_WM_TEMPLATE_CATEGORY" val="custom"/>
  <p:tag name="KSO_WM_SLIDE_INDEX" val="3"/>
  <p:tag name="KSO_WM_SLIDE_ID" val="custom40490267_7"/>
  <p:tag name="KSO_WM_TEMPLATE_MASTER_TYPE" val="0"/>
  <p:tag name="KSO_WM_SLIDE_LAYOUT" val="a_e"/>
  <p:tag name="KSO_WM_SLIDE_LAYOUT_CNT" val="1_1"/>
  <p:tag name="KSO_WM_TAG_VERSION" val="3.0"/>
</p:tagLst>
</file>

<file path=ppt/tags/tag566.xml><?xml version="1.0" encoding="utf-8"?>
<p:tagLst xmlns:a="http://schemas.openxmlformats.org/drawingml/2006/main" xmlns:r="http://schemas.openxmlformats.org/officeDocument/2006/relationships" xmlns:p="http://schemas.openxmlformats.org/presentationml/2006/main">
  <p:tag name="KSO_WM_UNIT_TYPE" val="a"/>
  <p:tag name="KSO_WM_BEAUTIFY_FLAG" val="#wm#"/>
  <p:tag name="KSO_WM_UNIT_INDEX" val="1"/>
  <p:tag name="KSO_WM_UNIT_TEXT_TYPE" val="1"/>
  <p:tag name="KSO_WM_LAYOUT_CHECK_HASH" val="ec9f7643c8b831151f3589b5613617c40585054d"/>
  <p:tag name="KSO_WM_NEWLAYOUT_ID" val="7734"/>
  <p:tag name="KSO_WM_UNIT_PRESET_TEXT" val="单击此处添加章节标题"/>
  <p:tag name="KSO_WM_FIGMA_FLAG" val="#fgm#"/>
  <p:tag name="KSO_WM_UNIT_ID" val="_10*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567.xml><?xml version="1.0" encoding="utf-8"?>
<p:tagLst xmlns:a="http://schemas.openxmlformats.org/drawingml/2006/main" xmlns:r="http://schemas.openxmlformats.org/officeDocument/2006/relationships" xmlns:p="http://schemas.openxmlformats.org/presentationml/2006/main">
  <p:tag name="KSO_WM_UNIT_TYPE" val="e"/>
  <p:tag name="KSO_WM_BEAUTIFY_FLAG" val="#wm#"/>
  <p:tag name="KSO_WM_UNIT_INDEX" val="1"/>
  <p:tag name="KSO_WM_UNIT_PRESET_TEXT" val="01"/>
  <p:tag name="KSO_WM_FIGMA_FLAG" val="#fgm#"/>
  <p:tag name="KSO_WM_UNIT_ID" val="_10*e*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568.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30610"/>
  <p:tag name="KSO_WM_TEMPLATE_SLIDE_ID" val="slide_9a537bb08feecbdc"/>
  <p:tag name="KSO_WM_TEMPLATE_CATEGORY" val="custom"/>
  <p:tag name="KSO_WM_TEMPLATE_INDEX" val="40490267"/>
</p:tagLst>
</file>

<file path=ppt/tags/tag56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b7fa0924ee857722fd89512b21bc5dc748439863"/>
  <p:tag name="KSO_WM_NEWLAYOUT_ID" val="slide_9a537bb08feecbdc"/>
  <p:tag name="KSO_WM_UNIT_PRESET_TEXT" val="单击此处添加标题"/>
</p:tagLst>
</file>

<file path=ppt/tags/tag570.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30610"/>
  <p:tag name="KSO_WM_TEMPLATE_SLIDE_ID" val="slide_4acdb5d565d7a68b"/>
  <p:tag name="KSO_WM_TEMPLATE_CATEGORY" val="custom"/>
  <p:tag name="KSO_WM_TEMPLATE_INDEX" val="40490267"/>
</p:tagLst>
</file>

<file path=ppt/tags/tag571.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c251462355587a43a6a33c4f19a116ce7aee2757"/>
  <p:tag name="KSO_WM_NEWLAYOUT_ID" val="slide_4acdb5d565d7a68b"/>
  <p:tag name="KSO_WM_UNIT_PRESET_TEXT" val="单击此处添加标题"/>
</p:tagLst>
</file>

<file path=ppt/tags/tag572.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30610"/>
  <p:tag name="KSO_WM_TEMPLATE_SLIDE_ID" val="slide_b5165c4e12380948"/>
  <p:tag name="KSO_WM_TEMPLATE_CATEGORY" val="custom"/>
  <p:tag name="KSO_WM_TEMPLATE_INDEX" val="40490267"/>
</p:tagLst>
</file>

<file path=ppt/tags/tag57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_loading"/>
</p:tagLst>
</file>

<file path=ppt/tags/tag574.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_text"/>
</p:tagLst>
</file>

<file path=ppt/tags/tag575.xml><?xml version="1.0" encoding="utf-8"?>
<p:tagLst xmlns:a="http://schemas.openxmlformats.org/drawingml/2006/main" xmlns:r="http://schemas.openxmlformats.org/officeDocument/2006/relationships" xmlns:p="http://schemas.openxmlformats.org/presentationml/2006/main">
  <p:tag name="WPP_GENERATEPICTURE" val="1"/>
  <p:tag name="KSO_WM_BEAUTIFY_FLAG" val="#fgm#"/>
  <p:tag name="KSO_WM_FIGMA_FLAG" val="#fgm#"/>
  <p:tag name="KSO_WM_UNIT_INDEX" val="1"/>
  <p:tag name="KSO_WM_UNIT_TYPE" val="d"/>
</p:tagLst>
</file>

<file path=ppt/tags/tag57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6db120829b832721a06e543fb012f94a72b81dc2"/>
  <p:tag name="KSO_WM_NEWLAYOUT_ID" val="slide_b5165c4e12380948"/>
  <p:tag name="KSO_WM_UNIT_PRESET_TEXT" val="单击此处添加标题"/>
</p:tagLst>
</file>

<file path=ppt/tags/tag577.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30610"/>
  <p:tag name="KSO_WM_TEMPLATE_SLIDE_ID" val="slide_7ab15765e931a75e"/>
  <p:tag name="KSO_WM_TEMPLATE_CATEGORY" val="custom"/>
  <p:tag name="KSO_WM_TEMPLATE_INDEX" val="40490267"/>
</p:tagLst>
</file>

<file path=ppt/tags/tag57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d8a35fa97d499ce4cf117ef8725eaec6adbd9d84"/>
  <p:tag name="KSO_WM_NEWLAYOUT_ID" val="slide_7ab15765e931a75e"/>
  <p:tag name="KSO_WM_UNIT_PRESET_TEXT" val="单击此处添加标题"/>
</p:tagLst>
</file>

<file path=ppt/tags/tag579.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30610"/>
  <p:tag name="KSO_WM_TEMPLATE_SLIDE_ID" val="slide_7ab15765e931a75e"/>
  <p:tag name="KSO_WM_TEMPLATE_CATEGORY" val="custom"/>
  <p:tag name="KSO_WM_TEMPLATE_INDEX" val="40490267"/>
</p:tagLst>
</file>

<file path=ppt/tags/tag58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d8a35fa97d499ce4cf117ef8725eaec6adbd9d84"/>
  <p:tag name="KSO_WM_NEWLAYOUT_ID" val="slide_7ab15765e931a75e"/>
  <p:tag name="KSO_WM_UNIT_PRESET_TEXT" val="单击此处添加标题"/>
</p:tagLst>
</file>

<file path=ppt/tags/tag581.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30610"/>
  <p:tag name="KSO_WM_TEMPLATE_SLIDE_ID" val="slide_7ab15765e931a75e"/>
  <p:tag name="KSO_WM_TEMPLATE_CATEGORY" val="custom"/>
  <p:tag name="KSO_WM_TEMPLATE_INDEX" val="40490267"/>
</p:tagLst>
</file>

<file path=ppt/tags/tag582.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d8a35fa97d499ce4cf117ef8725eaec6adbd9d84"/>
  <p:tag name="KSO_WM_NEWLAYOUT_ID" val="slide_7ab15765e931a75e"/>
  <p:tag name="KSO_WM_UNIT_PRESET_TEXT" val="单击此处添加标题"/>
</p:tagLst>
</file>

<file path=ppt/tags/tag583.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30610"/>
  <p:tag name="KSO_WM_TEMPLATE_SLIDE_ID" val="slide_c88a85b3a72d5464"/>
  <p:tag name="KSO_WM_TEMPLATE_CATEGORY" val="custom"/>
  <p:tag name="KSO_WM_TEMPLATE_INDEX" val="40490267"/>
</p:tagLst>
</file>

<file path=ppt/tags/tag584.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06005e4e627d145b368f4c47aad2b5b3bae41a07"/>
  <p:tag name="KSO_WM_NEWLAYOUT_ID" val="slide_c88a85b3a72d5464"/>
  <p:tag name="KSO_WM_UNIT_PRESET_TEXT" val="单击此处添加标题"/>
</p:tagLst>
</file>

<file path=ppt/tags/tag585.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30610"/>
  <p:tag name="KSO_WM_TEMPLATE_SLIDE_ID" val="slide_d233a04c91228a1b"/>
  <p:tag name="KSO_WM_TEMPLATE_CATEGORY" val="custom"/>
  <p:tag name="KSO_WM_TEMPLATE_INDEX" val="40490267"/>
</p:tagLst>
</file>

<file path=ppt/tags/tag58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1f923701dbf56d5116a30ab0c7fd87bfc278729a"/>
  <p:tag name="KSO_WM_NEWLAYOUT_ID" val="slide_d233a04c91228a1b"/>
  <p:tag name="KSO_WM_UNIT_PRESET_TEXT" val="单击此处添加标题"/>
</p:tagLst>
</file>

<file path=ppt/tags/tag587.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UNIT_INDEX" val="1_1_1"/>
  <p:tag name="KSO_WM_UNIT_TYPE" val="l_h_i"/>
  <p:tag name="KSO_WM_UNIT_PRESET_TEXT" val=" "/>
</p:tagLst>
</file>

<file path=ppt/tags/tag588.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UNIT_INDEX" val="1_2_1"/>
  <p:tag name="KSO_WM_UNIT_TYPE" val="l_h_i"/>
  <p:tag name="KSO_WM_UNIT_PRESET_TEXT" val=" "/>
</p:tagLst>
</file>

<file path=ppt/tags/tag589.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UNIT_INDEX" val="1_3_1"/>
  <p:tag name="KSO_WM_UNIT_TYPE" val="l_h_i"/>
  <p:tag name="KSO_WM_UNIT_PRESET_TEXT" val=" "/>
</p:tagLst>
</file>

<file path=ppt/tags/tag59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59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59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59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59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59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59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59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59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599.xml><?xml version="1.0" encoding="utf-8"?>
<p:tagLst xmlns:a="http://schemas.openxmlformats.org/drawingml/2006/main" xmlns:r="http://schemas.openxmlformats.org/officeDocument/2006/relationships" xmlns:p="http://schemas.openxmlformats.org/presentationml/2006/main">
  <p:tag name="KSO_WM_SLIDE_CONTENT_ORIENTATION" val="left"/>
  <p:tag name="KSO_WM_SLIDE_HAS_MASK" val="0"/>
  <p:tag name="KSO_WM_SLIDE_ITEM_CNT" val="0"/>
  <p:tag name="KSO_WM_SLIDE_TYPE" val="endPage"/>
  <p:tag name="KSO_WM_TEMPLATE_SUBCATEGORY" val="29"/>
  <p:tag name="KSO_WM_BEAUTIFY_FLAG" val="#wm#"/>
  <p:tag name="KSO_WM_TEMPLATE_SLIDE_ID" val="slide_06be46c9219ad451"/>
  <p:tag name="KSO_WM_TEMPLATE_INDEX" val="40490267"/>
  <p:tag name="KSO_WM_TEMPLATE_CATEGORY" val="custom"/>
  <p:tag name="KSO_WM_SLIDE_INDEX" val="5"/>
  <p:tag name="KSO_WM_SLIDE_ID" val="custom40490267_9"/>
  <p:tag name="KSO_WM_TEMPLATE_MASTER_TYPE" val="0"/>
  <p:tag name="KSO_WM_SLIDE_LAYOUT" val="a_b"/>
  <p:tag name="KSO_WM_SLIDE_LAYOUT_CNT" val="1_1"/>
  <p:tag name="KSO_WM_TAG_VERSION" val="3.0"/>
</p:tagLst>
</file>

<file path=ppt/tags/tag600.xml><?xml version="1.0" encoding="utf-8"?>
<p:tagLst xmlns:a="http://schemas.openxmlformats.org/drawingml/2006/main" xmlns:r="http://schemas.openxmlformats.org/officeDocument/2006/relationships" xmlns:p="http://schemas.openxmlformats.org/presentationml/2006/main">
  <p:tag name="KSO_WM_UNIT_TYPE" val="a"/>
  <p:tag name="KSO_WM_BEAUTIFY_FLAG" val="#wm#"/>
  <p:tag name="KSO_WM_UNIT_INDEX" val="1"/>
  <p:tag name="KSO_WM_UNIT_TEXT_TYPE" val="1"/>
  <p:tag name="KSO_WM_LAYOUT_CHECK_HASH" val="94a12639ee0360dff84cd31837e403e3ddf45577"/>
  <p:tag name="KSO_WM_NEWLAYOUT_ID" val="7738"/>
  <p:tag name="KSO_WM_UNIT_PRESET_TEXT" val="谢谢观看"/>
  <p:tag name="KSO_WM_FIGMA_FLAG" val="#fgm#"/>
  <p:tag name="KSO_WM_UNIT_ID" val="_11*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601.xml><?xml version="1.0" encoding="utf-8"?>
<p:tagLst xmlns:a="http://schemas.openxmlformats.org/drawingml/2006/main" xmlns:r="http://schemas.openxmlformats.org/officeDocument/2006/relationships" xmlns:p="http://schemas.openxmlformats.org/presentationml/2006/main">
  <p:tag name="KSO_WM_SLIDE_CONTENT_ORIENTATION" val="left"/>
  <p:tag name="KSO_WM_SLIDE_HAS_MASK" val="0"/>
  <p:tag name="KSO_WM_SLIDE_ITEM_CNT" val="0"/>
  <p:tag name="KSO_WM_SLIDE_TYPE" val="endPage"/>
  <p:tag name="KSO_WM_TEMPLATE_SUBCATEGORY" val="29"/>
  <p:tag name="KSO_WM_BEAUTIFY_FLAG" val="#wm#"/>
  <p:tag name="KSO_WM_TEMPLATE_SLIDE_ID" val="slide_06be46c9219ad451"/>
  <p:tag name="KSO_WM_TEMPLATE_INDEX" val="40490267"/>
  <p:tag name="KSO_WM_TEMPLATE_CATEGORY" val="custom"/>
  <p:tag name="KSO_WM_SLIDE_INDEX" val="5"/>
  <p:tag name="KSO_WM_SLIDE_ID" val="custom40490267_9"/>
  <p:tag name="KSO_WM_TEMPLATE_MASTER_TYPE" val="0"/>
  <p:tag name="KSO_WM_SLIDE_LAYOUT" val="a_b"/>
  <p:tag name="KSO_WM_SLIDE_LAYOUT_CNT" val="1_1"/>
  <p:tag name="KSO_WM_TAG_VERSION" val="3.0"/>
</p:tagLst>
</file>

<file path=ppt/tags/tag602.xml><?xml version="1.0" encoding="utf-8"?>
<p:tagLst xmlns:a="http://schemas.openxmlformats.org/drawingml/2006/main" xmlns:r="http://schemas.openxmlformats.org/officeDocument/2006/relationships" xmlns:p="http://schemas.openxmlformats.org/presentationml/2006/main">
  <p:tag name="KSO_WM_UNIT_TYPE" val="b"/>
  <p:tag name="KSO_WM_BEAUTIFY_FLAG" val="#wm#"/>
  <p:tag name="KSO_WM_UNIT_INDEX" val="1"/>
  <p:tag name="KSO_WM_UNIT_TEXT_TYPE" val="1"/>
  <p:tag name="KSO_WM_UNIT_PRESET_TEXT" val="THE END"/>
  <p:tag name="KSO_WM_FIGMA_FLAG" val="#fgm#"/>
  <p:tag name="KSO_WM_UNIT_ID" val="_11*b*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ags/tag603.xml><?xml version="1.0" encoding="utf-8"?>
<p:tagLst xmlns:a="http://schemas.openxmlformats.org/drawingml/2006/main" xmlns:r="http://schemas.openxmlformats.org/officeDocument/2006/relationships" xmlns:p="http://schemas.openxmlformats.org/presentationml/2006/main">
  <p:tag name="KSO_WM_UNIT_TYPE" val="a"/>
  <p:tag name="KSO_WM_BEAUTIFY_FLAG" val="#wm#"/>
  <p:tag name="KSO_WM_UNIT_INDEX" val="1"/>
  <p:tag name="KSO_WM_UNIT_TEXT_TYPE" val="1"/>
  <p:tag name="KSO_WM_LAYOUT_CHECK_HASH" val="94a12639ee0360dff84cd31837e403e3ddf45577"/>
  <p:tag name="KSO_WM_NEWLAYOUT_ID" val="7738"/>
  <p:tag name="KSO_WM_UNIT_PRESET_TEXT" val="谢谢观看"/>
  <p:tag name="KSO_WM_FIGMA_FLAG" val="#fgm#"/>
  <p:tag name="KSO_WM_UNIT_ID" val="_11*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67"/>
  <p:tag name="KSO_WM_TEMPLATE_CATEGORY" val="custom"/>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简约星环线条职场办公">
  <a:themeElements>
    <a:clrScheme name="自定义 135">
      <a:dk1>
        <a:srgbClr val="000000"/>
      </a:dk1>
      <a:lt1>
        <a:srgbClr val="FFFFFF"/>
      </a:lt1>
      <a:dk2>
        <a:srgbClr val="262626"/>
      </a:dk2>
      <a:lt2>
        <a:srgbClr val="EBEBFF"/>
      </a:lt2>
      <a:accent1>
        <a:srgbClr val="6364FF"/>
      </a:accent1>
      <a:accent2>
        <a:srgbClr val="00E701"/>
      </a:accent2>
      <a:accent3>
        <a:srgbClr val="FFCF37"/>
      </a:accent3>
      <a:accent4>
        <a:srgbClr val="E45458"/>
      </a:accent4>
      <a:accent5>
        <a:srgbClr val="21C384"/>
      </a:accent5>
      <a:accent6>
        <a:srgbClr val="00A5F2"/>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简约星环线条职场办公">
  <a:themeElements>
    <a:clrScheme name="自定义 135">
      <a:dk1>
        <a:srgbClr val="000000"/>
      </a:dk1>
      <a:lt1>
        <a:srgbClr val="FFFFFF"/>
      </a:lt1>
      <a:dk2>
        <a:srgbClr val="262626"/>
      </a:dk2>
      <a:lt2>
        <a:srgbClr val="EBEBFF"/>
      </a:lt2>
      <a:accent1>
        <a:srgbClr val="6364FF"/>
      </a:accent1>
      <a:accent2>
        <a:srgbClr val="00E701"/>
      </a:accent2>
      <a:accent3>
        <a:srgbClr val="FFCF37"/>
      </a:accent3>
      <a:accent4>
        <a:srgbClr val="E45458"/>
      </a:accent4>
      <a:accent5>
        <a:srgbClr val="21C384"/>
      </a:accent5>
      <a:accent6>
        <a:srgbClr val="00A5F2"/>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简约星环线条职场办公">
  <a:themeElements>
    <a:clrScheme name="自定义 135">
      <a:dk1>
        <a:srgbClr val="000000"/>
      </a:dk1>
      <a:lt1>
        <a:srgbClr val="FFFFFF"/>
      </a:lt1>
      <a:dk2>
        <a:srgbClr val="262626"/>
      </a:dk2>
      <a:lt2>
        <a:srgbClr val="EBEBFF"/>
      </a:lt2>
      <a:accent1>
        <a:srgbClr val="6364FF"/>
      </a:accent1>
      <a:accent2>
        <a:srgbClr val="00E701"/>
      </a:accent2>
      <a:accent3>
        <a:srgbClr val="FFCF37"/>
      </a:accent3>
      <a:accent4>
        <a:srgbClr val="E45458"/>
      </a:accent4>
      <a:accent5>
        <a:srgbClr val="21C384"/>
      </a:accent5>
      <a:accent6>
        <a:srgbClr val="00A5F2"/>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简约星环线条职场办公">
  <a:themeElements>
    <a:clrScheme name="自定义 135">
      <a:dk1>
        <a:srgbClr val="000000"/>
      </a:dk1>
      <a:lt1>
        <a:srgbClr val="FFFFFF"/>
      </a:lt1>
      <a:dk2>
        <a:srgbClr val="262626"/>
      </a:dk2>
      <a:lt2>
        <a:srgbClr val="EBEBFF"/>
      </a:lt2>
      <a:accent1>
        <a:srgbClr val="6364FF"/>
      </a:accent1>
      <a:accent2>
        <a:srgbClr val="00E701"/>
      </a:accent2>
      <a:accent3>
        <a:srgbClr val="FFCF37"/>
      </a:accent3>
      <a:accent4>
        <a:srgbClr val="E45458"/>
      </a:accent4>
      <a:accent5>
        <a:srgbClr val="21C384"/>
      </a:accent5>
      <a:accent6>
        <a:srgbClr val="00A5F2"/>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简约星环线条职场办公">
  <a:themeElements>
    <a:clrScheme name="自定义 135">
      <a:dk1>
        <a:srgbClr val="000000"/>
      </a:dk1>
      <a:lt1>
        <a:srgbClr val="FFFFFF"/>
      </a:lt1>
      <a:dk2>
        <a:srgbClr val="262626"/>
      </a:dk2>
      <a:lt2>
        <a:srgbClr val="EBEBFF"/>
      </a:lt2>
      <a:accent1>
        <a:srgbClr val="6364FF"/>
      </a:accent1>
      <a:accent2>
        <a:srgbClr val="00E701"/>
      </a:accent2>
      <a:accent3>
        <a:srgbClr val="FFCF37"/>
      </a:accent3>
      <a:accent4>
        <a:srgbClr val="E45458"/>
      </a:accent4>
      <a:accent5>
        <a:srgbClr val="21C384"/>
      </a:accent5>
      <a:accent6>
        <a:srgbClr val="00A5F2"/>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简约星环线条职场办公">
  <a:themeElements>
    <a:clrScheme name="自定义 135">
      <a:dk1>
        <a:srgbClr val="000000"/>
      </a:dk1>
      <a:lt1>
        <a:srgbClr val="FFFFFF"/>
      </a:lt1>
      <a:dk2>
        <a:srgbClr val="262626"/>
      </a:dk2>
      <a:lt2>
        <a:srgbClr val="EBEBFF"/>
      </a:lt2>
      <a:accent1>
        <a:srgbClr val="6364FF"/>
      </a:accent1>
      <a:accent2>
        <a:srgbClr val="00E701"/>
      </a:accent2>
      <a:accent3>
        <a:srgbClr val="FFCF37"/>
      </a:accent3>
      <a:accent4>
        <a:srgbClr val="E45458"/>
      </a:accent4>
      <a:accent5>
        <a:srgbClr val="21C384"/>
      </a:accent5>
      <a:accent6>
        <a:srgbClr val="00A5F2"/>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简约星环线条职场办公">
  <a:themeElements>
    <a:clrScheme name="自定义 135">
      <a:dk1>
        <a:srgbClr val="000000"/>
      </a:dk1>
      <a:lt1>
        <a:srgbClr val="FFFFFF"/>
      </a:lt1>
      <a:dk2>
        <a:srgbClr val="262626"/>
      </a:dk2>
      <a:lt2>
        <a:srgbClr val="EBEBFF"/>
      </a:lt2>
      <a:accent1>
        <a:srgbClr val="6364FF"/>
      </a:accent1>
      <a:accent2>
        <a:srgbClr val="00E701"/>
      </a:accent2>
      <a:accent3>
        <a:srgbClr val="FFCF37"/>
      </a:accent3>
      <a:accent4>
        <a:srgbClr val="E45458"/>
      </a:accent4>
      <a:accent5>
        <a:srgbClr val="21C384"/>
      </a:accent5>
      <a:accent6>
        <a:srgbClr val="00A5F2"/>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简约星环线条职场办公">
  <a:themeElements>
    <a:clrScheme name="自定义 135">
      <a:dk1>
        <a:srgbClr val="000000"/>
      </a:dk1>
      <a:lt1>
        <a:srgbClr val="FFFFFF"/>
      </a:lt1>
      <a:dk2>
        <a:srgbClr val="262626"/>
      </a:dk2>
      <a:lt2>
        <a:srgbClr val="EBEBFF"/>
      </a:lt2>
      <a:accent1>
        <a:srgbClr val="6364FF"/>
      </a:accent1>
      <a:accent2>
        <a:srgbClr val="00E701"/>
      </a:accent2>
      <a:accent3>
        <a:srgbClr val="FFCF37"/>
      </a:accent3>
      <a:accent4>
        <a:srgbClr val="E45458"/>
      </a:accent4>
      <a:accent5>
        <a:srgbClr val="21C384"/>
      </a:accent5>
      <a:accent6>
        <a:srgbClr val="00A5F2"/>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简约星环线条职场办公">
  <a:themeElements>
    <a:clrScheme name="自定义 135">
      <a:dk1>
        <a:srgbClr val="000000"/>
      </a:dk1>
      <a:lt1>
        <a:srgbClr val="FFFFFF"/>
      </a:lt1>
      <a:dk2>
        <a:srgbClr val="262626"/>
      </a:dk2>
      <a:lt2>
        <a:srgbClr val="EBEBFF"/>
      </a:lt2>
      <a:accent1>
        <a:srgbClr val="6364FF"/>
      </a:accent1>
      <a:accent2>
        <a:srgbClr val="00E701"/>
      </a:accent2>
      <a:accent3>
        <a:srgbClr val="FFCF37"/>
      </a:accent3>
      <a:accent4>
        <a:srgbClr val="E45458"/>
      </a:accent4>
      <a:accent5>
        <a:srgbClr val="21C384"/>
      </a:accent5>
      <a:accent6>
        <a:srgbClr val="00A5F2"/>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简约星环线条职场办公">
  <a:themeElements>
    <a:clrScheme name="自定义 135">
      <a:dk1>
        <a:srgbClr val="000000"/>
      </a:dk1>
      <a:lt1>
        <a:srgbClr val="FFFFFF"/>
      </a:lt1>
      <a:dk2>
        <a:srgbClr val="262626"/>
      </a:dk2>
      <a:lt2>
        <a:srgbClr val="EBEBFF"/>
      </a:lt2>
      <a:accent1>
        <a:srgbClr val="6364FF"/>
      </a:accent1>
      <a:accent2>
        <a:srgbClr val="00E701"/>
      </a:accent2>
      <a:accent3>
        <a:srgbClr val="FFCF37"/>
      </a:accent3>
      <a:accent4>
        <a:srgbClr val="E45458"/>
      </a:accent4>
      <a:accent5>
        <a:srgbClr val="21C384"/>
      </a:accent5>
      <a:accent6>
        <a:srgbClr val="00A5F2"/>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1_简约星环线条职场办公">
  <a:themeElements>
    <a:clrScheme name="自定义 135">
      <a:dk1>
        <a:srgbClr val="000000"/>
      </a:dk1>
      <a:lt1>
        <a:srgbClr val="FFFFFF"/>
      </a:lt1>
      <a:dk2>
        <a:srgbClr val="262626"/>
      </a:dk2>
      <a:lt2>
        <a:srgbClr val="EBEBFF"/>
      </a:lt2>
      <a:accent1>
        <a:srgbClr val="6364FF"/>
      </a:accent1>
      <a:accent2>
        <a:srgbClr val="00E701"/>
      </a:accent2>
      <a:accent3>
        <a:srgbClr val="FFCF37"/>
      </a:accent3>
      <a:accent4>
        <a:srgbClr val="E45458"/>
      </a:accent4>
      <a:accent5>
        <a:srgbClr val="21C384"/>
      </a:accent5>
      <a:accent6>
        <a:srgbClr val="00A5F2"/>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3_简约星环线条职场办公">
  <a:themeElements>
    <a:clrScheme name="自定义 135">
      <a:dk1>
        <a:srgbClr val="000000"/>
      </a:dk1>
      <a:lt1>
        <a:srgbClr val="FFFFFF"/>
      </a:lt1>
      <a:dk2>
        <a:srgbClr val="262626"/>
      </a:dk2>
      <a:lt2>
        <a:srgbClr val="EBEBFF"/>
      </a:lt2>
      <a:accent1>
        <a:srgbClr val="6364FF"/>
      </a:accent1>
      <a:accent2>
        <a:srgbClr val="00E701"/>
      </a:accent2>
      <a:accent3>
        <a:srgbClr val="FFCF37"/>
      </a:accent3>
      <a:accent4>
        <a:srgbClr val="E45458"/>
      </a:accent4>
      <a:accent5>
        <a:srgbClr val="21C384"/>
      </a:accent5>
      <a:accent6>
        <a:srgbClr val="00A5F2"/>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4_简约星环线条职场办公">
  <a:themeElements>
    <a:clrScheme name="自定义 135">
      <a:dk1>
        <a:srgbClr val="000000"/>
      </a:dk1>
      <a:lt1>
        <a:srgbClr val="FFFFFF"/>
      </a:lt1>
      <a:dk2>
        <a:srgbClr val="262626"/>
      </a:dk2>
      <a:lt2>
        <a:srgbClr val="EBEBFF"/>
      </a:lt2>
      <a:accent1>
        <a:srgbClr val="6364FF"/>
      </a:accent1>
      <a:accent2>
        <a:srgbClr val="00E701"/>
      </a:accent2>
      <a:accent3>
        <a:srgbClr val="FFCF37"/>
      </a:accent3>
      <a:accent4>
        <a:srgbClr val="E45458"/>
      </a:accent4>
      <a:accent5>
        <a:srgbClr val="21C384"/>
      </a:accent5>
      <a:accent6>
        <a:srgbClr val="00A5F2"/>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6_简约星环线条职场办公">
  <a:themeElements>
    <a:clrScheme name="自定义 135">
      <a:dk1>
        <a:srgbClr val="000000"/>
      </a:dk1>
      <a:lt1>
        <a:srgbClr val="FFFFFF"/>
      </a:lt1>
      <a:dk2>
        <a:srgbClr val="262626"/>
      </a:dk2>
      <a:lt2>
        <a:srgbClr val="EBEBFF"/>
      </a:lt2>
      <a:accent1>
        <a:srgbClr val="6364FF"/>
      </a:accent1>
      <a:accent2>
        <a:srgbClr val="00E701"/>
      </a:accent2>
      <a:accent3>
        <a:srgbClr val="FFCF37"/>
      </a:accent3>
      <a:accent4>
        <a:srgbClr val="E45458"/>
      </a:accent4>
      <a:accent5>
        <a:srgbClr val="21C384"/>
      </a:accent5>
      <a:accent6>
        <a:srgbClr val="00A5F2"/>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ED5DFD8D3C92C419532C0AA8A87D012" ma:contentTypeVersion="5" ma:contentTypeDescription="Create a new document." ma:contentTypeScope="" ma:versionID="332488682e3b6c48747f03228cad93f8">
  <xsd:schema xmlns:xsd="http://www.w3.org/2001/XMLSchema" xmlns:xs="http://www.w3.org/2001/XMLSchema" xmlns:p="http://schemas.microsoft.com/office/2006/metadata/properties" xmlns:ns3="26d5a477-6352-4a33-ba68-4c40a4dad1ba" targetNamespace="http://schemas.microsoft.com/office/2006/metadata/properties" ma:root="true" ma:fieldsID="08aefe5911966f2bf4d68553cfe9d97c" ns3:_="">
    <xsd:import namespace="26d5a477-6352-4a33-ba68-4c40a4dad1ba"/>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d5a477-6352-4a33-ba68-4c40a4dad1ba"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A34B74C-EE72-43C7-B2A6-705FCCA8B4FE}">
  <ds:schemaRefs>
    <ds:schemaRef ds:uri="http://schemas.microsoft.com/sharepoint/v3/contenttype/forms"/>
  </ds:schemaRefs>
</ds:datastoreItem>
</file>

<file path=customXml/itemProps2.xml><?xml version="1.0" encoding="utf-8"?>
<ds:datastoreItem xmlns:ds="http://schemas.openxmlformats.org/officeDocument/2006/customXml" ds:itemID="{0A8EF133-EAFF-4AAF-9657-AA3FC54DAA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6d5a477-6352-4a33-ba68-4c40a4dad1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BF92355-FAC6-48F7-BF8F-5D97B7B3E5A0}">
  <ds:schemaRefs>
    <ds:schemaRef ds:uri="http://schemas.microsoft.com/office/infopath/2007/PartnerControls"/>
    <ds:schemaRef ds:uri="http://purl.org/dc/elements/1.1/"/>
    <ds:schemaRef ds:uri="http://www.w3.org/XML/1998/namespace"/>
    <ds:schemaRef ds:uri="http://schemas.openxmlformats.org/package/2006/metadata/core-properties"/>
    <ds:schemaRef ds:uri="http://schemas.microsoft.com/office/2006/documentManagement/types"/>
    <ds:schemaRef ds:uri="http://purl.org/dc/terms/"/>
    <ds:schemaRef ds:uri="26d5a477-6352-4a33-ba68-4c40a4dad1ba"/>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135</TotalTime>
  <Words>1325</Words>
  <Application>Microsoft Office PowerPoint</Application>
  <PresentationFormat>宽屏</PresentationFormat>
  <Paragraphs>110</Paragraphs>
  <Slides>19</Slides>
  <Notes>17</Notes>
  <HiddenSlides>0</HiddenSlides>
  <MMClips>0</MMClips>
  <ScaleCrop>false</ScaleCrop>
  <HeadingPairs>
    <vt:vector size="6" baseType="variant">
      <vt:variant>
        <vt:lpstr>已用的字体</vt:lpstr>
      </vt:variant>
      <vt:variant>
        <vt:i4>4</vt:i4>
      </vt:variant>
      <vt:variant>
        <vt:lpstr>主题</vt:lpstr>
      </vt:variant>
      <vt:variant>
        <vt:i4>15</vt:i4>
      </vt:variant>
      <vt:variant>
        <vt:lpstr>幻灯片标题</vt:lpstr>
      </vt:variant>
      <vt:variant>
        <vt:i4>19</vt:i4>
      </vt:variant>
    </vt:vector>
  </HeadingPairs>
  <TitlesOfParts>
    <vt:vector size="38" baseType="lpstr">
      <vt:lpstr>Arial Unicode MS</vt:lpstr>
      <vt:lpstr>Arial</vt:lpstr>
      <vt:lpstr>Calibri</vt:lpstr>
      <vt:lpstr>Wingdings</vt:lpstr>
      <vt:lpstr>WPS</vt:lpstr>
      <vt:lpstr>简约星环线条职场办公</vt:lpstr>
      <vt:lpstr>1_简约星环线条职场办公</vt:lpstr>
      <vt:lpstr>2_简约星环线条职场办公</vt:lpstr>
      <vt:lpstr>4_简约星环线条职场办公</vt:lpstr>
      <vt:lpstr>5_简约星环线条职场办公</vt:lpstr>
      <vt:lpstr>6_简约星环线条职场办公</vt:lpstr>
      <vt:lpstr>7_简约星环线条职场办公</vt:lpstr>
      <vt:lpstr>8_简约星环线条职场办公</vt:lpstr>
      <vt:lpstr>9_简约星环线条职场办公</vt:lpstr>
      <vt:lpstr>10_简约星环线条职场办公</vt:lpstr>
      <vt:lpstr>11_简约星环线条职场办公</vt:lpstr>
      <vt:lpstr>13_简约星环线条职场办公</vt:lpstr>
      <vt:lpstr>14_简约星环线条职场办公</vt:lpstr>
      <vt:lpstr>16_简约星环线条职场办公</vt:lpstr>
      <vt:lpstr> RAG-Based AI Pre-Diagnosis Chatbot</vt:lpstr>
      <vt:lpstr>Catalog</vt:lpstr>
      <vt:lpstr>Project Overview</vt:lpstr>
      <vt:lpstr>What is RAG?</vt:lpstr>
      <vt:lpstr>Project Goals and Data Source</vt:lpstr>
      <vt:lpstr>Project Goals</vt:lpstr>
      <vt:lpstr>Data Source and Preprocessing</vt:lpstr>
      <vt:lpstr>Data Source and Preprocessing</vt:lpstr>
      <vt:lpstr>Technical Implementation</vt:lpstr>
      <vt:lpstr>Overall Workflow</vt:lpstr>
      <vt:lpstr>Demo Case</vt:lpstr>
      <vt:lpstr>Loading &amp; Chunking…</vt:lpstr>
      <vt:lpstr>Embedding &amp; Build vector database </vt:lpstr>
      <vt:lpstr>Retrieving part: </vt:lpstr>
      <vt:lpstr>Retrieving part: </vt:lpstr>
      <vt:lpstr>Answer Generation</vt:lpstr>
      <vt:lpstr>Challenges Faced</vt:lpstr>
      <vt:lpstr>Advantage： This RAG chatbot integrates structured medical data with keyword-guided retrieval and a hallucination-resistant prompt. Compared to generic chatbots, it ensures safer, context-grounded answers by filtering with department-specific cues and applying strict system instructions—making it especially reliable for sensitive domains like healthcare.</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GuanlinLi</dc:creator>
  <cp:lastModifiedBy>Guanlin Li</cp:lastModifiedBy>
  <cp:revision>168</cp:revision>
  <dcterms:created xsi:type="dcterms:W3CDTF">2019-06-19T02:08:00Z</dcterms:created>
  <dcterms:modified xsi:type="dcterms:W3CDTF">2025-07-04T08:15:09Z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878F82AE48A04329BA892461E9BC9CB0_11</vt:lpwstr>
  </property>
  <property fmtid="{D5CDD505-2E9C-101B-9397-08002B2CF9AE}" pid="4" name="ContentTypeId">
    <vt:lpwstr>0x010100AED5DFD8D3C92C419532C0AA8A87D012</vt:lpwstr>
  </property>
</Properties>
</file>